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60" r:id="rId3"/>
    <p:sldId id="264" r:id="rId4"/>
    <p:sldId id="265" r:id="rId5"/>
    <p:sldId id="262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96242" autoAdjust="0"/>
  </p:normalViewPr>
  <p:slideViewPr>
    <p:cSldViewPr snapToGrid="0">
      <p:cViewPr varScale="1">
        <p:scale>
          <a:sx n="106" d="100"/>
          <a:sy n="106" d="100"/>
        </p:scale>
        <p:origin x="798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&#53685;&#54633;%20&#47928;&#49436;1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&#53685;&#54633;%20&#47928;&#49436;1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dmin\Desktop\&#44536;&#47000;&#54532;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dmin\Desktop\&#44536;&#47000;&#54532;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dmin\Desktop\&#44536;&#47000;&#54532;.xlsx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admin\Desktop\&#44536;&#47000;&#54532;.xlsx" TargetMode="Externa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admin\Desktop\&#44536;&#47000;&#54532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/>
              <a:t>Ankle</a:t>
            </a:r>
            <a:r>
              <a:rPr lang="en-US" altLang="ko-KR" sz="1200" b="1" baseline="0"/>
              <a:t> moment arm </a:t>
            </a:r>
            <a:endParaRPr lang="en-US" altLang="ko-KR" sz="1200" b="1"/>
          </a:p>
        </c:rich>
      </c:tx>
      <c:layout>
        <c:manualLayout>
          <c:xMode val="edge"/>
          <c:yMode val="edge"/>
          <c:x val="0.4021374032791355"/>
          <c:y val="4.2105263157894736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0764972560248151"/>
          <c:y val="0.15512280701754386"/>
          <c:w val="0.84627859017622797"/>
          <c:h val="0.68907611548556436"/>
        </c:manualLayout>
      </c:layout>
      <c:scatterChart>
        <c:scatterStyle val="lineMarker"/>
        <c:varyColors val="0"/>
        <c:ser>
          <c:idx val="1"/>
          <c:order val="0"/>
          <c:tx>
            <c:strRef>
              <c:f>'C:\Users\admin\Desktop\[통합.xlsx]Sheet1'!$S$1</c:f>
              <c:strCache>
                <c:ptCount val="1"/>
                <c:pt idx="0">
                  <c:v>A: 70mm</c:v>
                </c:pt>
              </c:strCache>
            </c:strRef>
          </c:tx>
          <c:spPr>
            <a:ln w="25400">
              <a:solidFill>
                <a:schemeClr val="tx1"/>
              </a:solidFill>
            </a:ln>
          </c:spPr>
          <c:marker>
            <c:spPr>
              <a:noFill/>
              <a:ln>
                <a:noFill/>
              </a:ln>
            </c:spPr>
          </c:marker>
          <c:xVal>
            <c:numRef>
              <c:f>[1]Sheet1!$F$2:$F$1293</c:f>
              <c:numCache>
                <c:formatCode>General</c:formatCode>
                <c:ptCount val="1292"/>
                <c:pt idx="1">
                  <c:v>1.1390464140000001</c:v>
                </c:pt>
                <c:pt idx="2">
                  <c:v>1.1492503709999999</c:v>
                </c:pt>
                <c:pt idx="3">
                  <c:v>1.1602306529999999</c:v>
                </c:pt>
                <c:pt idx="4">
                  <c:v>1.1868164889999999</c:v>
                </c:pt>
                <c:pt idx="5">
                  <c:v>1.290886559</c:v>
                </c:pt>
                <c:pt idx="6">
                  <c:v>1.418231596</c:v>
                </c:pt>
                <c:pt idx="7">
                  <c:v>1.617154516</c:v>
                </c:pt>
                <c:pt idx="8">
                  <c:v>1.839119972</c:v>
                </c:pt>
                <c:pt idx="9">
                  <c:v>1.905301785</c:v>
                </c:pt>
                <c:pt idx="10">
                  <c:v>2.184701445</c:v>
                </c:pt>
                <c:pt idx="11">
                  <c:v>2.4184607009999999</c:v>
                </c:pt>
                <c:pt idx="12">
                  <c:v>2.7759299390000001</c:v>
                </c:pt>
                <c:pt idx="13">
                  <c:v>3.1778257999999999</c:v>
                </c:pt>
                <c:pt idx="14">
                  <c:v>3.6702719670000001</c:v>
                </c:pt>
                <c:pt idx="15">
                  <c:v>4.105213429</c:v>
                </c:pt>
                <c:pt idx="16">
                  <c:v>4.6003187829999996</c:v>
                </c:pt>
                <c:pt idx="17">
                  <c:v>5.0489744859999997</c:v>
                </c:pt>
                <c:pt idx="18">
                  <c:v>5.646583476</c:v>
                </c:pt>
                <c:pt idx="19">
                  <c:v>6.233823085</c:v>
                </c:pt>
                <c:pt idx="20">
                  <c:v>6.7313402990000002</c:v>
                </c:pt>
                <c:pt idx="21">
                  <c:v>7.2056817029999998</c:v>
                </c:pt>
                <c:pt idx="22">
                  <c:v>7.7101885479999996</c:v>
                </c:pt>
                <c:pt idx="23">
                  <c:v>8.136383232</c:v>
                </c:pt>
                <c:pt idx="24">
                  <c:v>8.4722443409999997</c:v>
                </c:pt>
                <c:pt idx="25">
                  <c:v>8.8416440890000008</c:v>
                </c:pt>
                <c:pt idx="26">
                  <c:v>9.0243012230000001</c:v>
                </c:pt>
                <c:pt idx="27">
                  <c:v>9.2167934480000007</c:v>
                </c:pt>
                <c:pt idx="28">
                  <c:v>9.2617150979999998</c:v>
                </c:pt>
                <c:pt idx="29">
                  <c:v>9.2453330890000007</c:v>
                </c:pt>
                <c:pt idx="30">
                  <c:v>9.2359788980000008</c:v>
                </c:pt>
                <c:pt idx="31">
                  <c:v>9.2546948499999999</c:v>
                </c:pt>
                <c:pt idx="32">
                  <c:v>9.3614420799999998</c:v>
                </c:pt>
                <c:pt idx="33">
                  <c:v>9.430834999</c:v>
                </c:pt>
                <c:pt idx="34">
                  <c:v>9.4500573960000001</c:v>
                </c:pt>
                <c:pt idx="35">
                  <c:v>9.4084317720000001</c:v>
                </c:pt>
                <c:pt idx="36">
                  <c:v>9.4087259010000004</c:v>
                </c:pt>
                <c:pt idx="37">
                  <c:v>9.4133904889999993</c:v>
                </c:pt>
                <c:pt idx="38">
                  <c:v>9.4188106059999992</c:v>
                </c:pt>
                <c:pt idx="39">
                  <c:v>9.4160567610000001</c:v>
                </c:pt>
                <c:pt idx="40">
                  <c:v>9.3644725770000008</c:v>
                </c:pt>
                <c:pt idx="41">
                  <c:v>9.3431856750000009</c:v>
                </c:pt>
                <c:pt idx="42">
                  <c:v>9.2769740800000005</c:v>
                </c:pt>
                <c:pt idx="43">
                  <c:v>9.2384680709999998</c:v>
                </c:pt>
                <c:pt idx="44">
                  <c:v>9.1889148410000008</c:v>
                </c:pt>
                <c:pt idx="45">
                  <c:v>9.1641938510000003</c:v>
                </c:pt>
                <c:pt idx="46">
                  <c:v>9.0667912400000006</c:v>
                </c:pt>
                <c:pt idx="47">
                  <c:v>8.9232078040000005</c:v>
                </c:pt>
                <c:pt idx="48">
                  <c:v>8.7541996100000006</c:v>
                </c:pt>
                <c:pt idx="49">
                  <c:v>8.6814484019999991</c:v>
                </c:pt>
                <c:pt idx="50">
                  <c:v>8.4823904310000007</c:v>
                </c:pt>
                <c:pt idx="51">
                  <c:v>8.0849620009999992</c:v>
                </c:pt>
                <c:pt idx="52">
                  <c:v>7.6417629009999999</c:v>
                </c:pt>
                <c:pt idx="53">
                  <c:v>7.0999719079999997</c:v>
                </c:pt>
                <c:pt idx="54">
                  <c:v>6.3857535050000003</c:v>
                </c:pt>
                <c:pt idx="55">
                  <c:v>5.6667217179999998</c:v>
                </c:pt>
                <c:pt idx="56">
                  <c:v>4.990559062</c:v>
                </c:pt>
                <c:pt idx="57">
                  <c:v>4.3378585239999996</c:v>
                </c:pt>
                <c:pt idx="58">
                  <c:v>3.7619820000000002</c:v>
                </c:pt>
                <c:pt idx="59">
                  <c:v>3.2887795469999999</c:v>
                </c:pt>
                <c:pt idx="60">
                  <c:v>2.9447902410000002</c:v>
                </c:pt>
                <c:pt idx="61">
                  <c:v>2.7866525979999999</c:v>
                </c:pt>
                <c:pt idx="62">
                  <c:v>2.5494440470000002</c:v>
                </c:pt>
                <c:pt idx="63">
                  <c:v>2.2651341110000001</c:v>
                </c:pt>
                <c:pt idx="64">
                  <c:v>2.1706043589999999</c:v>
                </c:pt>
                <c:pt idx="65">
                  <c:v>2.1225735769999998</c:v>
                </c:pt>
                <c:pt idx="66">
                  <c:v>2.015417008</c:v>
                </c:pt>
                <c:pt idx="67">
                  <c:v>1.945096886</c:v>
                </c:pt>
                <c:pt idx="68">
                  <c:v>1.9813446990000001</c:v>
                </c:pt>
                <c:pt idx="69">
                  <c:v>1.8738852420000001</c:v>
                </c:pt>
                <c:pt idx="70">
                  <c:v>1.86062992</c:v>
                </c:pt>
                <c:pt idx="71">
                  <c:v>1.8501060970000001</c:v>
                </c:pt>
                <c:pt idx="72">
                  <c:v>1.802565937</c:v>
                </c:pt>
                <c:pt idx="73">
                  <c:v>1.8090133239999999</c:v>
                </c:pt>
                <c:pt idx="74">
                  <c:v>1.815991753</c:v>
                </c:pt>
                <c:pt idx="75">
                  <c:v>1.7755370049999999</c:v>
                </c:pt>
                <c:pt idx="76">
                  <c:v>1.829082936</c:v>
                </c:pt>
                <c:pt idx="77">
                  <c:v>1.782933549</c:v>
                </c:pt>
                <c:pt idx="78">
                  <c:v>1.7893687680000001</c:v>
                </c:pt>
                <c:pt idx="79">
                  <c:v>1.79016474</c:v>
                </c:pt>
                <c:pt idx="80">
                  <c:v>1.789244542</c:v>
                </c:pt>
                <c:pt idx="81">
                  <c:v>1.791022305</c:v>
                </c:pt>
                <c:pt idx="82">
                  <c:v>1.798129761</c:v>
                </c:pt>
                <c:pt idx="83">
                  <c:v>1.798253498</c:v>
                </c:pt>
                <c:pt idx="84">
                  <c:v>1.8007453689999999</c:v>
                </c:pt>
                <c:pt idx="85">
                  <c:v>1.8222282590000001</c:v>
                </c:pt>
                <c:pt idx="86">
                  <c:v>1.859146298</c:v>
                </c:pt>
                <c:pt idx="87">
                  <c:v>1.881125868</c:v>
                </c:pt>
                <c:pt idx="88">
                  <c:v>1.8871010720000001</c:v>
                </c:pt>
                <c:pt idx="89">
                  <c:v>2.139593487</c:v>
                </c:pt>
                <c:pt idx="90">
                  <c:v>2.48916432</c:v>
                </c:pt>
                <c:pt idx="91">
                  <c:v>2.7921130949999999</c:v>
                </c:pt>
                <c:pt idx="92">
                  <c:v>2.959142071</c:v>
                </c:pt>
                <c:pt idx="93">
                  <c:v>3.2529984289999998</c:v>
                </c:pt>
                <c:pt idx="94">
                  <c:v>3.5178275010000002</c:v>
                </c:pt>
                <c:pt idx="95">
                  <c:v>3.8195884019999999</c:v>
                </c:pt>
                <c:pt idx="96">
                  <c:v>4.077614015</c:v>
                </c:pt>
                <c:pt idx="97">
                  <c:v>4.4390233090000004</c:v>
                </c:pt>
                <c:pt idx="98">
                  <c:v>4.9675919960000003</c:v>
                </c:pt>
                <c:pt idx="99">
                  <c:v>5.4913221449999998</c:v>
                </c:pt>
                <c:pt idx="100">
                  <c:v>6.0351897909999996</c:v>
                </c:pt>
                <c:pt idx="101">
                  <c:v>6.5576212060000003</c:v>
                </c:pt>
                <c:pt idx="102">
                  <c:v>7.056684143</c:v>
                </c:pt>
                <c:pt idx="103">
                  <c:v>7.4530340339999999</c:v>
                </c:pt>
                <c:pt idx="104">
                  <c:v>7.906814572</c:v>
                </c:pt>
                <c:pt idx="105">
                  <c:v>8.2971327440000007</c:v>
                </c:pt>
                <c:pt idx="106">
                  <c:v>8.5511306129999998</c:v>
                </c:pt>
                <c:pt idx="107">
                  <c:v>8.8483416140000006</c:v>
                </c:pt>
                <c:pt idx="108">
                  <c:v>9.0234195689999996</c:v>
                </c:pt>
                <c:pt idx="109">
                  <c:v>9.0703282200000004</c:v>
                </c:pt>
                <c:pt idx="110">
                  <c:v>9.2257984719999993</c:v>
                </c:pt>
                <c:pt idx="111">
                  <c:v>9.3757283549999997</c:v>
                </c:pt>
                <c:pt idx="112">
                  <c:v>9.389101921</c:v>
                </c:pt>
                <c:pt idx="113">
                  <c:v>9.3554064169999993</c:v>
                </c:pt>
                <c:pt idx="114">
                  <c:v>9.3968287939999993</c:v>
                </c:pt>
                <c:pt idx="115">
                  <c:v>9.4479994250000008</c:v>
                </c:pt>
                <c:pt idx="116">
                  <c:v>9.5391790059999995</c:v>
                </c:pt>
                <c:pt idx="117">
                  <c:v>9.5728954739999992</c:v>
                </c:pt>
                <c:pt idx="118">
                  <c:v>9.5496253039999992</c:v>
                </c:pt>
                <c:pt idx="119">
                  <c:v>9.5560867609999995</c:v>
                </c:pt>
                <c:pt idx="120">
                  <c:v>9.5720601569999992</c:v>
                </c:pt>
                <c:pt idx="121">
                  <c:v>9.5375367450000006</c:v>
                </c:pt>
                <c:pt idx="122">
                  <c:v>9.5314206250000009</c:v>
                </c:pt>
                <c:pt idx="123">
                  <c:v>9.5223729559999999</c:v>
                </c:pt>
                <c:pt idx="124">
                  <c:v>9.3659058710000007</c:v>
                </c:pt>
                <c:pt idx="125">
                  <c:v>9.3226022719999992</c:v>
                </c:pt>
                <c:pt idx="126">
                  <c:v>9.3173461199999998</c:v>
                </c:pt>
                <c:pt idx="127">
                  <c:v>9.2476143789999998</c:v>
                </c:pt>
                <c:pt idx="128">
                  <c:v>9.1479441010000002</c:v>
                </c:pt>
                <c:pt idx="129">
                  <c:v>8.8468688919999998</c:v>
                </c:pt>
                <c:pt idx="130">
                  <c:v>8.3168105079999997</c:v>
                </c:pt>
                <c:pt idx="131">
                  <c:v>7.6905986799999999</c:v>
                </c:pt>
                <c:pt idx="132">
                  <c:v>7.1962125859999997</c:v>
                </c:pt>
                <c:pt idx="133">
                  <c:v>6.6117514579999996</c:v>
                </c:pt>
                <c:pt idx="134">
                  <c:v>5.7858934719999997</c:v>
                </c:pt>
                <c:pt idx="135">
                  <c:v>4.6888199129999997</c:v>
                </c:pt>
                <c:pt idx="136">
                  <c:v>3.3873939310000001</c:v>
                </c:pt>
                <c:pt idx="137">
                  <c:v>2.6571514789999999</c:v>
                </c:pt>
                <c:pt idx="138">
                  <c:v>2.465298137</c:v>
                </c:pt>
                <c:pt idx="139">
                  <c:v>2.2243852770000001</c:v>
                </c:pt>
                <c:pt idx="140">
                  <c:v>1.869879852</c:v>
                </c:pt>
                <c:pt idx="141">
                  <c:v>1.58899049</c:v>
                </c:pt>
                <c:pt idx="142">
                  <c:v>1.463533486</c:v>
                </c:pt>
                <c:pt idx="143">
                  <c:v>1.3261750640000001</c:v>
                </c:pt>
                <c:pt idx="144">
                  <c:v>1.310115889</c:v>
                </c:pt>
                <c:pt idx="145">
                  <c:v>1.154351449</c:v>
                </c:pt>
                <c:pt idx="146">
                  <c:v>1.1536870589999999</c:v>
                </c:pt>
                <c:pt idx="147">
                  <c:v>1.159912002</c:v>
                </c:pt>
                <c:pt idx="148">
                  <c:v>1.163623831</c:v>
                </c:pt>
                <c:pt idx="149">
                  <c:v>1.1652567920000001</c:v>
                </c:pt>
                <c:pt idx="150">
                  <c:v>1.1684588890000001</c:v>
                </c:pt>
                <c:pt idx="151">
                  <c:v>1.175101996</c:v>
                </c:pt>
                <c:pt idx="152">
                  <c:v>1.144957958</c:v>
                </c:pt>
                <c:pt idx="153">
                  <c:v>1.1473626960000001</c:v>
                </c:pt>
                <c:pt idx="154">
                  <c:v>1.1684041000000001</c:v>
                </c:pt>
                <c:pt idx="155">
                  <c:v>1.1415676299999999</c:v>
                </c:pt>
                <c:pt idx="156">
                  <c:v>1.1461618549999999</c:v>
                </c:pt>
                <c:pt idx="157">
                  <c:v>1.169861102</c:v>
                </c:pt>
                <c:pt idx="158">
                  <c:v>1.1536254130000001</c:v>
                </c:pt>
                <c:pt idx="159">
                  <c:v>1.1558664110000001</c:v>
                </c:pt>
                <c:pt idx="160">
                  <c:v>1.1591314370000001</c:v>
                </c:pt>
                <c:pt idx="161">
                  <c:v>1.1433244090000001</c:v>
                </c:pt>
                <c:pt idx="162">
                  <c:v>1.142196736</c:v>
                </c:pt>
                <c:pt idx="163">
                  <c:v>1.1772380950000001</c:v>
                </c:pt>
                <c:pt idx="164">
                  <c:v>1.1716123979999999</c:v>
                </c:pt>
                <c:pt idx="165">
                  <c:v>1.26739647</c:v>
                </c:pt>
                <c:pt idx="166">
                  <c:v>1.3276474009999999</c:v>
                </c:pt>
                <c:pt idx="167">
                  <c:v>1.353596826</c:v>
                </c:pt>
                <c:pt idx="168">
                  <c:v>1.505740861</c:v>
                </c:pt>
                <c:pt idx="169">
                  <c:v>1.651864016</c:v>
                </c:pt>
                <c:pt idx="170">
                  <c:v>1.6915693000000001</c:v>
                </c:pt>
                <c:pt idx="171">
                  <c:v>1.8704287589999999</c:v>
                </c:pt>
                <c:pt idx="172">
                  <c:v>2.1364521459999999</c:v>
                </c:pt>
                <c:pt idx="173">
                  <c:v>2.4124748669999998</c:v>
                </c:pt>
                <c:pt idx="174">
                  <c:v>2.60668218</c:v>
                </c:pt>
                <c:pt idx="175">
                  <c:v>2.9844914180000002</c:v>
                </c:pt>
                <c:pt idx="176">
                  <c:v>3.3203181719999999</c:v>
                </c:pt>
                <c:pt idx="177">
                  <c:v>3.5084826869999999</c:v>
                </c:pt>
                <c:pt idx="178">
                  <c:v>3.844336094</c:v>
                </c:pt>
                <c:pt idx="179">
                  <c:v>4.2061058820000001</c:v>
                </c:pt>
                <c:pt idx="180">
                  <c:v>4.6921197570000004</c:v>
                </c:pt>
                <c:pt idx="181">
                  <c:v>5.1193477520000004</c:v>
                </c:pt>
                <c:pt idx="182">
                  <c:v>5.7561961310000003</c:v>
                </c:pt>
                <c:pt idx="183">
                  <c:v>6.3418761339999996</c:v>
                </c:pt>
                <c:pt idx="184">
                  <c:v>6.7991156640000003</c:v>
                </c:pt>
                <c:pt idx="185">
                  <c:v>7.2310941389999996</c:v>
                </c:pt>
                <c:pt idx="186">
                  <c:v>7.5494887290000001</c:v>
                </c:pt>
                <c:pt idx="187">
                  <c:v>7.7580255060000001</c:v>
                </c:pt>
                <c:pt idx="188">
                  <c:v>7.9476359099999998</c:v>
                </c:pt>
                <c:pt idx="189">
                  <c:v>8.1414877899999993</c:v>
                </c:pt>
                <c:pt idx="190">
                  <c:v>8.2810143499999995</c:v>
                </c:pt>
                <c:pt idx="191">
                  <c:v>8.4065368249999999</c:v>
                </c:pt>
                <c:pt idx="192">
                  <c:v>8.5984688469999995</c:v>
                </c:pt>
                <c:pt idx="193">
                  <c:v>8.6674089569999992</c:v>
                </c:pt>
                <c:pt idx="194">
                  <c:v>8.7009424519999996</c:v>
                </c:pt>
                <c:pt idx="195">
                  <c:v>8.7888693339999993</c:v>
                </c:pt>
                <c:pt idx="196">
                  <c:v>8.8091510369999995</c:v>
                </c:pt>
                <c:pt idx="197">
                  <c:v>8.8474789820000002</c:v>
                </c:pt>
                <c:pt idx="198">
                  <c:v>8.8616387559999996</c:v>
                </c:pt>
                <c:pt idx="199">
                  <c:v>8.8748507589999992</c:v>
                </c:pt>
                <c:pt idx="200">
                  <c:v>8.8544905669999991</c:v>
                </c:pt>
                <c:pt idx="201">
                  <c:v>8.8512769119999994</c:v>
                </c:pt>
                <c:pt idx="202">
                  <c:v>8.8203205390000008</c:v>
                </c:pt>
                <c:pt idx="203">
                  <c:v>8.8154712820000007</c:v>
                </c:pt>
                <c:pt idx="204">
                  <c:v>8.795681858</c:v>
                </c:pt>
                <c:pt idx="205">
                  <c:v>8.8134301599999993</c:v>
                </c:pt>
                <c:pt idx="206">
                  <c:v>8.8137384379999997</c:v>
                </c:pt>
                <c:pt idx="207">
                  <c:v>8.7939658779999998</c:v>
                </c:pt>
                <c:pt idx="208">
                  <c:v>8.7647319659999994</c:v>
                </c:pt>
                <c:pt idx="209">
                  <c:v>8.7548951099999996</c:v>
                </c:pt>
                <c:pt idx="210">
                  <c:v>8.7590782059999999</c:v>
                </c:pt>
                <c:pt idx="211">
                  <c:v>8.6665033279999992</c:v>
                </c:pt>
                <c:pt idx="212">
                  <c:v>8.5199834209999992</c:v>
                </c:pt>
                <c:pt idx="213">
                  <c:v>8.4235294879999998</c:v>
                </c:pt>
                <c:pt idx="214">
                  <c:v>8.1390500130000003</c:v>
                </c:pt>
                <c:pt idx="215">
                  <c:v>7.7702137269999998</c:v>
                </c:pt>
                <c:pt idx="216">
                  <c:v>7.2753168490000002</c:v>
                </c:pt>
                <c:pt idx="217">
                  <c:v>6.7366128639999996</c:v>
                </c:pt>
                <c:pt idx="218">
                  <c:v>6.2022583490000001</c:v>
                </c:pt>
                <c:pt idx="219">
                  <c:v>5.6673267740000002</c:v>
                </c:pt>
                <c:pt idx="220">
                  <c:v>5.0452309230000001</c:v>
                </c:pt>
                <c:pt idx="221">
                  <c:v>4.4417739459999996</c:v>
                </c:pt>
                <c:pt idx="222">
                  <c:v>4.0040589329999996</c:v>
                </c:pt>
                <c:pt idx="223">
                  <c:v>3.5480732540000002</c:v>
                </c:pt>
                <c:pt idx="224">
                  <c:v>3.2315582209999998</c:v>
                </c:pt>
                <c:pt idx="225">
                  <c:v>3.006974896</c:v>
                </c:pt>
                <c:pt idx="226">
                  <c:v>2.618082969</c:v>
                </c:pt>
                <c:pt idx="227">
                  <c:v>2.2372078580000001</c:v>
                </c:pt>
                <c:pt idx="228">
                  <c:v>2.051092369</c:v>
                </c:pt>
                <c:pt idx="229">
                  <c:v>1.907090948</c:v>
                </c:pt>
                <c:pt idx="230">
                  <c:v>1.8171379910000001</c:v>
                </c:pt>
                <c:pt idx="231">
                  <c:v>1.868583428</c:v>
                </c:pt>
                <c:pt idx="232">
                  <c:v>1.8143199290000001</c:v>
                </c:pt>
                <c:pt idx="233">
                  <c:v>1.803985645</c:v>
                </c:pt>
                <c:pt idx="234">
                  <c:v>1.7962625480000001</c:v>
                </c:pt>
                <c:pt idx="235">
                  <c:v>1.807339064</c:v>
                </c:pt>
                <c:pt idx="236">
                  <c:v>1.7566861</c:v>
                </c:pt>
                <c:pt idx="237">
                  <c:v>1.7721513710000001</c:v>
                </c:pt>
                <c:pt idx="238">
                  <c:v>1.766429853</c:v>
                </c:pt>
                <c:pt idx="239">
                  <c:v>1.7659874419999999</c:v>
                </c:pt>
                <c:pt idx="240">
                  <c:v>1.77289743</c:v>
                </c:pt>
                <c:pt idx="241">
                  <c:v>1.776412643</c:v>
                </c:pt>
                <c:pt idx="242">
                  <c:v>1.775109193</c:v>
                </c:pt>
                <c:pt idx="243">
                  <c:v>1.7759701560000001</c:v>
                </c:pt>
                <c:pt idx="244">
                  <c:v>1.770756293</c:v>
                </c:pt>
                <c:pt idx="245">
                  <c:v>1.7674182890000001</c:v>
                </c:pt>
                <c:pt idx="246">
                  <c:v>1.769726898</c:v>
                </c:pt>
                <c:pt idx="247">
                  <c:v>1.774850729</c:v>
                </c:pt>
                <c:pt idx="248">
                  <c:v>1.845571911</c:v>
                </c:pt>
                <c:pt idx="249">
                  <c:v>1.844301456</c:v>
                </c:pt>
                <c:pt idx="250">
                  <c:v>1.870710603</c:v>
                </c:pt>
                <c:pt idx="251">
                  <c:v>1.892767949</c:v>
                </c:pt>
                <c:pt idx="252">
                  <c:v>1.8955522709999999</c:v>
                </c:pt>
                <c:pt idx="253">
                  <c:v>1.951920221</c:v>
                </c:pt>
                <c:pt idx="254">
                  <c:v>2.0170475990000001</c:v>
                </c:pt>
                <c:pt idx="255">
                  <c:v>2.2483176239999998</c:v>
                </c:pt>
                <c:pt idx="256">
                  <c:v>2.582607528</c:v>
                </c:pt>
                <c:pt idx="257">
                  <c:v>2.9130566619999998</c:v>
                </c:pt>
                <c:pt idx="258">
                  <c:v>3.1814741710000001</c:v>
                </c:pt>
                <c:pt idx="259">
                  <c:v>3.5346535640000001</c:v>
                </c:pt>
                <c:pt idx="260">
                  <c:v>4.0032719830000003</c:v>
                </c:pt>
                <c:pt idx="261">
                  <c:v>4.4010481260000001</c:v>
                </c:pt>
                <c:pt idx="262">
                  <c:v>4.7828955210000004</c:v>
                </c:pt>
                <c:pt idx="263">
                  <c:v>5.1585736689999999</c:v>
                </c:pt>
                <c:pt idx="264">
                  <c:v>5.7581953520000004</c:v>
                </c:pt>
                <c:pt idx="265">
                  <c:v>6.3483253800000004</c:v>
                </c:pt>
                <c:pt idx="266">
                  <c:v>6.8650954300000002</c:v>
                </c:pt>
                <c:pt idx="267">
                  <c:v>7.2762211990000001</c:v>
                </c:pt>
                <c:pt idx="268">
                  <c:v>7.7324134119999997</c:v>
                </c:pt>
                <c:pt idx="269">
                  <c:v>8.1082694649999993</c:v>
                </c:pt>
                <c:pt idx="270">
                  <c:v>8.471282875</c:v>
                </c:pt>
                <c:pt idx="271">
                  <c:v>8.6825717820000001</c:v>
                </c:pt>
                <c:pt idx="272">
                  <c:v>8.7932093699999996</c:v>
                </c:pt>
                <c:pt idx="273">
                  <c:v>8.9448727419999994</c:v>
                </c:pt>
                <c:pt idx="274">
                  <c:v>9.1216590239999995</c:v>
                </c:pt>
                <c:pt idx="275">
                  <c:v>9.2955174580000008</c:v>
                </c:pt>
                <c:pt idx="276">
                  <c:v>9.3547958070000004</c:v>
                </c:pt>
                <c:pt idx="277">
                  <c:v>9.4392478390000001</c:v>
                </c:pt>
                <c:pt idx="278">
                  <c:v>9.4642802350000004</c:v>
                </c:pt>
                <c:pt idx="279">
                  <c:v>9.4717283460000008</c:v>
                </c:pt>
                <c:pt idx="280">
                  <c:v>9.5022192679999993</c:v>
                </c:pt>
                <c:pt idx="281">
                  <c:v>9.4864295589999994</c:v>
                </c:pt>
                <c:pt idx="282">
                  <c:v>9.5122029979999994</c:v>
                </c:pt>
                <c:pt idx="283">
                  <c:v>9.5076730069999993</c:v>
                </c:pt>
                <c:pt idx="284">
                  <c:v>9.5339078570000009</c:v>
                </c:pt>
                <c:pt idx="285">
                  <c:v>9.5887678859999994</c:v>
                </c:pt>
                <c:pt idx="286">
                  <c:v>9.6209876170000008</c:v>
                </c:pt>
                <c:pt idx="287">
                  <c:v>9.6281517060000006</c:v>
                </c:pt>
                <c:pt idx="288">
                  <c:v>9.6086945490000009</c:v>
                </c:pt>
                <c:pt idx="289">
                  <c:v>9.6140979649999991</c:v>
                </c:pt>
                <c:pt idx="290">
                  <c:v>9.6157517519999995</c:v>
                </c:pt>
                <c:pt idx="291">
                  <c:v>9.613043631</c:v>
                </c:pt>
                <c:pt idx="292">
                  <c:v>9.4991557360000005</c:v>
                </c:pt>
                <c:pt idx="293">
                  <c:v>9.4317764539999995</c:v>
                </c:pt>
                <c:pt idx="294">
                  <c:v>9.4384368760000008</c:v>
                </c:pt>
                <c:pt idx="295">
                  <c:v>9.2969536910000006</c:v>
                </c:pt>
                <c:pt idx="296">
                  <c:v>9.1007712539999996</c:v>
                </c:pt>
                <c:pt idx="297">
                  <c:v>8.8354759779999998</c:v>
                </c:pt>
                <c:pt idx="298">
                  <c:v>8.4949983840000005</c:v>
                </c:pt>
                <c:pt idx="299">
                  <c:v>7.9735905579999997</c:v>
                </c:pt>
                <c:pt idx="300">
                  <c:v>7.448564578</c:v>
                </c:pt>
                <c:pt idx="301">
                  <c:v>7.002963254</c:v>
                </c:pt>
                <c:pt idx="302">
                  <c:v>6.4111232569999999</c:v>
                </c:pt>
                <c:pt idx="303">
                  <c:v>5.8497472540000004</c:v>
                </c:pt>
                <c:pt idx="304">
                  <c:v>5.1433517929999999</c:v>
                </c:pt>
                <c:pt idx="305">
                  <c:v>4.415455165</c:v>
                </c:pt>
                <c:pt idx="306">
                  <c:v>3.8869358580000002</c:v>
                </c:pt>
                <c:pt idx="307">
                  <c:v>3.4887540060000002</c:v>
                </c:pt>
                <c:pt idx="308">
                  <c:v>3.163678445</c:v>
                </c:pt>
                <c:pt idx="309">
                  <c:v>2.7977487600000002</c:v>
                </c:pt>
                <c:pt idx="310">
                  <c:v>2.611160253</c:v>
                </c:pt>
                <c:pt idx="311">
                  <c:v>2.4170155929999999</c:v>
                </c:pt>
                <c:pt idx="312">
                  <c:v>2.2619162190000002</c:v>
                </c:pt>
                <c:pt idx="313">
                  <c:v>2.142644411</c:v>
                </c:pt>
                <c:pt idx="314">
                  <c:v>2.0679134160000001</c:v>
                </c:pt>
                <c:pt idx="315">
                  <c:v>2.0330330669999999</c:v>
                </c:pt>
                <c:pt idx="316">
                  <c:v>1.961153688</c:v>
                </c:pt>
                <c:pt idx="317">
                  <c:v>2.0266554440000002</c:v>
                </c:pt>
                <c:pt idx="318">
                  <c:v>1.9401633540000001</c:v>
                </c:pt>
                <c:pt idx="319">
                  <c:v>1.963702015</c:v>
                </c:pt>
                <c:pt idx="320">
                  <c:v>2.019364822</c:v>
                </c:pt>
                <c:pt idx="321">
                  <c:v>1.9652721900000001</c:v>
                </c:pt>
                <c:pt idx="322">
                  <c:v>1.9796204719999999</c:v>
                </c:pt>
                <c:pt idx="323">
                  <c:v>1.9879047000000001</c:v>
                </c:pt>
                <c:pt idx="324">
                  <c:v>1.953669214</c:v>
                </c:pt>
                <c:pt idx="325">
                  <c:v>1.9502713439999999</c:v>
                </c:pt>
                <c:pt idx="326">
                  <c:v>1.9851214800000001</c:v>
                </c:pt>
                <c:pt idx="327">
                  <c:v>1.9629633879999999</c:v>
                </c:pt>
                <c:pt idx="328">
                  <c:v>1.9738790610000001</c:v>
                </c:pt>
                <c:pt idx="329">
                  <c:v>2.0119289849999999</c:v>
                </c:pt>
                <c:pt idx="330">
                  <c:v>2.0257539429999998</c:v>
                </c:pt>
                <c:pt idx="331">
                  <c:v>2.0594277719999998</c:v>
                </c:pt>
                <c:pt idx="332">
                  <c:v>2.088314676</c:v>
                </c:pt>
                <c:pt idx="333">
                  <c:v>2.089617455</c:v>
                </c:pt>
                <c:pt idx="334">
                  <c:v>2.1467568959999999</c:v>
                </c:pt>
                <c:pt idx="335">
                  <c:v>2.2827530880000002</c:v>
                </c:pt>
                <c:pt idx="336">
                  <c:v>2.440466222</c:v>
                </c:pt>
                <c:pt idx="337">
                  <c:v>2.5897043769999999</c:v>
                </c:pt>
                <c:pt idx="338">
                  <c:v>2.7493351179999999</c:v>
                </c:pt>
                <c:pt idx="339">
                  <c:v>2.9910782679999999</c:v>
                </c:pt>
                <c:pt idx="340">
                  <c:v>3.3119144920000001</c:v>
                </c:pt>
                <c:pt idx="341">
                  <c:v>3.6392198979999999</c:v>
                </c:pt>
                <c:pt idx="342">
                  <c:v>4.0663534339999998</c:v>
                </c:pt>
                <c:pt idx="343">
                  <c:v>4.5328162049999996</c:v>
                </c:pt>
                <c:pt idx="344">
                  <c:v>5.1037361690000003</c:v>
                </c:pt>
                <c:pt idx="345">
                  <c:v>5.6616612850000001</c:v>
                </c:pt>
                <c:pt idx="346">
                  <c:v>6.3104628329999999</c:v>
                </c:pt>
                <c:pt idx="347">
                  <c:v>6.9046675359999998</c:v>
                </c:pt>
                <c:pt idx="348">
                  <c:v>7.5682469499999998</c:v>
                </c:pt>
                <c:pt idx="349">
                  <c:v>8.0770154349999999</c:v>
                </c:pt>
                <c:pt idx="350">
                  <c:v>8.6715676800000008</c:v>
                </c:pt>
                <c:pt idx="351">
                  <c:v>9.2606269779999995</c:v>
                </c:pt>
                <c:pt idx="352">
                  <c:v>9.8319677639999998</c:v>
                </c:pt>
                <c:pt idx="353">
                  <c:v>10.266571730000001</c:v>
                </c:pt>
                <c:pt idx="354">
                  <c:v>10.3931288</c:v>
                </c:pt>
                <c:pt idx="355">
                  <c:v>10.44893886</c:v>
                </c:pt>
                <c:pt idx="356">
                  <c:v>10.62835055</c:v>
                </c:pt>
                <c:pt idx="357">
                  <c:v>10.74758372</c:v>
                </c:pt>
                <c:pt idx="358">
                  <c:v>10.80687831</c:v>
                </c:pt>
                <c:pt idx="359">
                  <c:v>10.792956759999999</c:v>
                </c:pt>
                <c:pt idx="360">
                  <c:v>10.725288259999999</c:v>
                </c:pt>
                <c:pt idx="361">
                  <c:v>10.637111239999999</c:v>
                </c:pt>
                <c:pt idx="362">
                  <c:v>10.57861834</c:v>
                </c:pt>
                <c:pt idx="363">
                  <c:v>10.54625907</c:v>
                </c:pt>
                <c:pt idx="364">
                  <c:v>10.48510031</c:v>
                </c:pt>
                <c:pt idx="365">
                  <c:v>10.44639407</c:v>
                </c:pt>
                <c:pt idx="366">
                  <c:v>10.43876659</c:v>
                </c:pt>
                <c:pt idx="367">
                  <c:v>10.434879860000001</c:v>
                </c:pt>
                <c:pt idx="368">
                  <c:v>10.382588610000001</c:v>
                </c:pt>
                <c:pt idx="369">
                  <c:v>10.39112995</c:v>
                </c:pt>
                <c:pt idx="370">
                  <c:v>10.37460976</c:v>
                </c:pt>
                <c:pt idx="371">
                  <c:v>10.35016443</c:v>
                </c:pt>
                <c:pt idx="372">
                  <c:v>10.351119150000001</c:v>
                </c:pt>
                <c:pt idx="373">
                  <c:v>10.27644233</c:v>
                </c:pt>
                <c:pt idx="374">
                  <c:v>10.12526149</c:v>
                </c:pt>
                <c:pt idx="375">
                  <c:v>9.9062220599999993</c:v>
                </c:pt>
                <c:pt idx="376">
                  <c:v>9.5347924939999995</c:v>
                </c:pt>
                <c:pt idx="377">
                  <c:v>9.0624617829999998</c:v>
                </c:pt>
                <c:pt idx="378">
                  <c:v>8.6071087750000004</c:v>
                </c:pt>
                <c:pt idx="379">
                  <c:v>8.1778478910000008</c:v>
                </c:pt>
                <c:pt idx="380">
                  <c:v>7.5960757059999997</c:v>
                </c:pt>
                <c:pt idx="381">
                  <c:v>6.9276786670000003</c:v>
                </c:pt>
                <c:pt idx="382">
                  <c:v>6.2412512400000004</c:v>
                </c:pt>
                <c:pt idx="383">
                  <c:v>5.518785931</c:v>
                </c:pt>
                <c:pt idx="384">
                  <c:v>5.0289030820000002</c:v>
                </c:pt>
                <c:pt idx="385">
                  <c:v>4.5102228310000001</c:v>
                </c:pt>
                <c:pt idx="386">
                  <c:v>4.2275332380000004</c:v>
                </c:pt>
                <c:pt idx="387">
                  <c:v>3.969424713</c:v>
                </c:pt>
                <c:pt idx="388">
                  <c:v>3.7751127690000001</c:v>
                </c:pt>
                <c:pt idx="389">
                  <c:v>3.594822137</c:v>
                </c:pt>
                <c:pt idx="390">
                  <c:v>3.4373698730000002</c:v>
                </c:pt>
                <c:pt idx="391">
                  <c:v>3.2681374170000002</c:v>
                </c:pt>
                <c:pt idx="392">
                  <c:v>3.085693682</c:v>
                </c:pt>
                <c:pt idx="393">
                  <c:v>2.9073234929999998</c:v>
                </c:pt>
                <c:pt idx="394">
                  <c:v>2.8687306499999998</c:v>
                </c:pt>
                <c:pt idx="395">
                  <c:v>2.7817082260000001</c:v>
                </c:pt>
                <c:pt idx="396">
                  <c:v>2.7265970209999999</c:v>
                </c:pt>
                <c:pt idx="397">
                  <c:v>2.704474899</c:v>
                </c:pt>
                <c:pt idx="398">
                  <c:v>2.6915093809999999</c:v>
                </c:pt>
                <c:pt idx="399">
                  <c:v>2.6804901490000002</c:v>
                </c:pt>
                <c:pt idx="400">
                  <c:v>2.677796394</c:v>
                </c:pt>
                <c:pt idx="401">
                  <c:v>2.6653970409999999</c:v>
                </c:pt>
                <c:pt idx="402">
                  <c:v>2.6833681459999998</c:v>
                </c:pt>
                <c:pt idx="403">
                  <c:v>2.6683561710000001</c:v>
                </c:pt>
                <c:pt idx="404">
                  <c:v>2.6683331090000002</c:v>
                </c:pt>
                <c:pt idx="405">
                  <c:v>2.6685137609999998</c:v>
                </c:pt>
                <c:pt idx="406">
                  <c:v>2.6770770310000001</c:v>
                </c:pt>
                <c:pt idx="407">
                  <c:v>2.6842161920000001</c:v>
                </c:pt>
                <c:pt idx="408">
                  <c:v>2.6875751800000001</c:v>
                </c:pt>
              </c:numCache>
            </c:numRef>
          </c:xVal>
          <c:yVal>
            <c:numRef>
              <c:f>[1]Sheet1!$S$2:$S$1293</c:f>
              <c:numCache>
                <c:formatCode>General</c:formatCode>
                <c:ptCount val="1292"/>
                <c:pt idx="1">
                  <c:v>71.3</c:v>
                </c:pt>
                <c:pt idx="2">
                  <c:v>71.3</c:v>
                </c:pt>
                <c:pt idx="3">
                  <c:v>71.3</c:v>
                </c:pt>
                <c:pt idx="4">
                  <c:v>71.3</c:v>
                </c:pt>
                <c:pt idx="5">
                  <c:v>71.3</c:v>
                </c:pt>
                <c:pt idx="6">
                  <c:v>71.3</c:v>
                </c:pt>
                <c:pt idx="7">
                  <c:v>71.5</c:v>
                </c:pt>
                <c:pt idx="8">
                  <c:v>71.599999999999994</c:v>
                </c:pt>
                <c:pt idx="9">
                  <c:v>71.8</c:v>
                </c:pt>
                <c:pt idx="10">
                  <c:v>71.900000000000006</c:v>
                </c:pt>
                <c:pt idx="11">
                  <c:v>72.5</c:v>
                </c:pt>
                <c:pt idx="12">
                  <c:v>72.900000000000006</c:v>
                </c:pt>
                <c:pt idx="13">
                  <c:v>73.099999999999994</c:v>
                </c:pt>
                <c:pt idx="14">
                  <c:v>73</c:v>
                </c:pt>
                <c:pt idx="15">
                  <c:v>73.2</c:v>
                </c:pt>
                <c:pt idx="16">
                  <c:v>73.3</c:v>
                </c:pt>
                <c:pt idx="17">
                  <c:v>73.400000000000006</c:v>
                </c:pt>
                <c:pt idx="18">
                  <c:v>73.5</c:v>
                </c:pt>
                <c:pt idx="19">
                  <c:v>73.400000000000006</c:v>
                </c:pt>
                <c:pt idx="20">
                  <c:v>73.400000000000006</c:v>
                </c:pt>
                <c:pt idx="21">
                  <c:v>73.5</c:v>
                </c:pt>
                <c:pt idx="22">
                  <c:v>73.600000000000009</c:v>
                </c:pt>
                <c:pt idx="23">
                  <c:v>73.7</c:v>
                </c:pt>
                <c:pt idx="24">
                  <c:v>73.7</c:v>
                </c:pt>
                <c:pt idx="25">
                  <c:v>73.7</c:v>
                </c:pt>
                <c:pt idx="26">
                  <c:v>73.7</c:v>
                </c:pt>
                <c:pt idx="27">
                  <c:v>73.7</c:v>
                </c:pt>
                <c:pt idx="28">
                  <c:v>73.7</c:v>
                </c:pt>
                <c:pt idx="29">
                  <c:v>73.8</c:v>
                </c:pt>
                <c:pt idx="30">
                  <c:v>73.7</c:v>
                </c:pt>
                <c:pt idx="31">
                  <c:v>73.7</c:v>
                </c:pt>
                <c:pt idx="32">
                  <c:v>73.8</c:v>
                </c:pt>
                <c:pt idx="33">
                  <c:v>73.8</c:v>
                </c:pt>
                <c:pt idx="34">
                  <c:v>73.8</c:v>
                </c:pt>
                <c:pt idx="35">
                  <c:v>73.8</c:v>
                </c:pt>
                <c:pt idx="36">
                  <c:v>73.8</c:v>
                </c:pt>
                <c:pt idx="37">
                  <c:v>73.7</c:v>
                </c:pt>
                <c:pt idx="38">
                  <c:v>73.8</c:v>
                </c:pt>
                <c:pt idx="39">
                  <c:v>73.899999999999991</c:v>
                </c:pt>
                <c:pt idx="40">
                  <c:v>73.899999999999991</c:v>
                </c:pt>
                <c:pt idx="41">
                  <c:v>74</c:v>
                </c:pt>
                <c:pt idx="42">
                  <c:v>74</c:v>
                </c:pt>
                <c:pt idx="43">
                  <c:v>74</c:v>
                </c:pt>
                <c:pt idx="44">
                  <c:v>74</c:v>
                </c:pt>
                <c:pt idx="45">
                  <c:v>74</c:v>
                </c:pt>
                <c:pt idx="46">
                  <c:v>74</c:v>
                </c:pt>
                <c:pt idx="47">
                  <c:v>73.8</c:v>
                </c:pt>
                <c:pt idx="48">
                  <c:v>73.8</c:v>
                </c:pt>
                <c:pt idx="49">
                  <c:v>73.8</c:v>
                </c:pt>
                <c:pt idx="50">
                  <c:v>73.8</c:v>
                </c:pt>
                <c:pt idx="51">
                  <c:v>73.7</c:v>
                </c:pt>
                <c:pt idx="52">
                  <c:v>73.8</c:v>
                </c:pt>
                <c:pt idx="53">
                  <c:v>73.7</c:v>
                </c:pt>
                <c:pt idx="54">
                  <c:v>73.7</c:v>
                </c:pt>
                <c:pt idx="55">
                  <c:v>73.600000000000009</c:v>
                </c:pt>
                <c:pt idx="56">
                  <c:v>73.600000000000009</c:v>
                </c:pt>
                <c:pt idx="57">
                  <c:v>73.400000000000006</c:v>
                </c:pt>
                <c:pt idx="58">
                  <c:v>73.400000000000006</c:v>
                </c:pt>
                <c:pt idx="59">
                  <c:v>73.3</c:v>
                </c:pt>
                <c:pt idx="60">
                  <c:v>73.3</c:v>
                </c:pt>
                <c:pt idx="61">
                  <c:v>73.2</c:v>
                </c:pt>
                <c:pt idx="62">
                  <c:v>73</c:v>
                </c:pt>
                <c:pt idx="63">
                  <c:v>73.099999999999994</c:v>
                </c:pt>
                <c:pt idx="64">
                  <c:v>73.099999999999994</c:v>
                </c:pt>
                <c:pt idx="65">
                  <c:v>72.900000000000006</c:v>
                </c:pt>
                <c:pt idx="66">
                  <c:v>72.8</c:v>
                </c:pt>
                <c:pt idx="67">
                  <c:v>72.8</c:v>
                </c:pt>
                <c:pt idx="68">
                  <c:v>72.599999999999994</c:v>
                </c:pt>
                <c:pt idx="69">
                  <c:v>72.599999999999994</c:v>
                </c:pt>
                <c:pt idx="70">
                  <c:v>72.300000000000011</c:v>
                </c:pt>
                <c:pt idx="71">
                  <c:v>72.2</c:v>
                </c:pt>
                <c:pt idx="72">
                  <c:v>71.8</c:v>
                </c:pt>
                <c:pt idx="73">
                  <c:v>72</c:v>
                </c:pt>
                <c:pt idx="74">
                  <c:v>71.900000000000006</c:v>
                </c:pt>
                <c:pt idx="75">
                  <c:v>71.900000000000006</c:v>
                </c:pt>
                <c:pt idx="76">
                  <c:v>71.900000000000006</c:v>
                </c:pt>
                <c:pt idx="77">
                  <c:v>71.599999999999994</c:v>
                </c:pt>
                <c:pt idx="78">
                  <c:v>71.5</c:v>
                </c:pt>
                <c:pt idx="79">
                  <c:v>71.7</c:v>
                </c:pt>
                <c:pt idx="80">
                  <c:v>71.399999999999991</c:v>
                </c:pt>
                <c:pt idx="81">
                  <c:v>71.5</c:v>
                </c:pt>
                <c:pt idx="82">
                  <c:v>71.3</c:v>
                </c:pt>
                <c:pt idx="83">
                  <c:v>71.3</c:v>
                </c:pt>
                <c:pt idx="84">
                  <c:v>71.2</c:v>
                </c:pt>
                <c:pt idx="85">
                  <c:v>71.2</c:v>
                </c:pt>
                <c:pt idx="86">
                  <c:v>71.2</c:v>
                </c:pt>
                <c:pt idx="87">
                  <c:v>71.3</c:v>
                </c:pt>
                <c:pt idx="88">
                  <c:v>71.5</c:v>
                </c:pt>
                <c:pt idx="89">
                  <c:v>71.399999999999991</c:v>
                </c:pt>
                <c:pt idx="90">
                  <c:v>71.399999999999991</c:v>
                </c:pt>
                <c:pt idx="91">
                  <c:v>71.5</c:v>
                </c:pt>
                <c:pt idx="92">
                  <c:v>72</c:v>
                </c:pt>
                <c:pt idx="93">
                  <c:v>72.300000000000011</c:v>
                </c:pt>
                <c:pt idx="94">
                  <c:v>72.8</c:v>
                </c:pt>
                <c:pt idx="95">
                  <c:v>72.8</c:v>
                </c:pt>
                <c:pt idx="96">
                  <c:v>73</c:v>
                </c:pt>
                <c:pt idx="97">
                  <c:v>73.2</c:v>
                </c:pt>
                <c:pt idx="98">
                  <c:v>73.2</c:v>
                </c:pt>
                <c:pt idx="99">
                  <c:v>73.3</c:v>
                </c:pt>
                <c:pt idx="100">
                  <c:v>73.2</c:v>
                </c:pt>
                <c:pt idx="101">
                  <c:v>73.400000000000006</c:v>
                </c:pt>
                <c:pt idx="102">
                  <c:v>73.600000000000009</c:v>
                </c:pt>
                <c:pt idx="103">
                  <c:v>73.5</c:v>
                </c:pt>
                <c:pt idx="104">
                  <c:v>73.600000000000009</c:v>
                </c:pt>
                <c:pt idx="105">
                  <c:v>73.7</c:v>
                </c:pt>
                <c:pt idx="106">
                  <c:v>73.7</c:v>
                </c:pt>
                <c:pt idx="107">
                  <c:v>73.600000000000009</c:v>
                </c:pt>
                <c:pt idx="108">
                  <c:v>73.5</c:v>
                </c:pt>
                <c:pt idx="109">
                  <c:v>73.600000000000009</c:v>
                </c:pt>
                <c:pt idx="110">
                  <c:v>73.7</c:v>
                </c:pt>
                <c:pt idx="111">
                  <c:v>73.8</c:v>
                </c:pt>
                <c:pt idx="112">
                  <c:v>73.8</c:v>
                </c:pt>
                <c:pt idx="113">
                  <c:v>73.8</c:v>
                </c:pt>
                <c:pt idx="114">
                  <c:v>73.600000000000009</c:v>
                </c:pt>
                <c:pt idx="115">
                  <c:v>73.600000000000009</c:v>
                </c:pt>
                <c:pt idx="116">
                  <c:v>73.8</c:v>
                </c:pt>
                <c:pt idx="117">
                  <c:v>73.7</c:v>
                </c:pt>
                <c:pt idx="118">
                  <c:v>73.7</c:v>
                </c:pt>
                <c:pt idx="119">
                  <c:v>73.600000000000009</c:v>
                </c:pt>
                <c:pt idx="120">
                  <c:v>73.5</c:v>
                </c:pt>
                <c:pt idx="121">
                  <c:v>73.7</c:v>
                </c:pt>
                <c:pt idx="122">
                  <c:v>73.8</c:v>
                </c:pt>
                <c:pt idx="123">
                  <c:v>73.8</c:v>
                </c:pt>
                <c:pt idx="124">
                  <c:v>73.7</c:v>
                </c:pt>
                <c:pt idx="125">
                  <c:v>73.8</c:v>
                </c:pt>
                <c:pt idx="126">
                  <c:v>73.899999999999991</c:v>
                </c:pt>
                <c:pt idx="127">
                  <c:v>73.899999999999991</c:v>
                </c:pt>
                <c:pt idx="128">
                  <c:v>74</c:v>
                </c:pt>
                <c:pt idx="129">
                  <c:v>73.8</c:v>
                </c:pt>
                <c:pt idx="130">
                  <c:v>73.8</c:v>
                </c:pt>
                <c:pt idx="131">
                  <c:v>73.8</c:v>
                </c:pt>
                <c:pt idx="132">
                  <c:v>73.8</c:v>
                </c:pt>
                <c:pt idx="133">
                  <c:v>73.8</c:v>
                </c:pt>
                <c:pt idx="134">
                  <c:v>73.8</c:v>
                </c:pt>
                <c:pt idx="135">
                  <c:v>73.7</c:v>
                </c:pt>
                <c:pt idx="136">
                  <c:v>73.8</c:v>
                </c:pt>
                <c:pt idx="137">
                  <c:v>73.7</c:v>
                </c:pt>
                <c:pt idx="138">
                  <c:v>73.400000000000006</c:v>
                </c:pt>
                <c:pt idx="139">
                  <c:v>73.400000000000006</c:v>
                </c:pt>
                <c:pt idx="140">
                  <c:v>73.400000000000006</c:v>
                </c:pt>
                <c:pt idx="141">
                  <c:v>73.3</c:v>
                </c:pt>
                <c:pt idx="142">
                  <c:v>73.3</c:v>
                </c:pt>
                <c:pt idx="143">
                  <c:v>73.3</c:v>
                </c:pt>
                <c:pt idx="144">
                  <c:v>72.900000000000006</c:v>
                </c:pt>
                <c:pt idx="145">
                  <c:v>72.8</c:v>
                </c:pt>
                <c:pt idx="146">
                  <c:v>72.699999999999989</c:v>
                </c:pt>
                <c:pt idx="147">
                  <c:v>72.699999999999989</c:v>
                </c:pt>
                <c:pt idx="148">
                  <c:v>72.599999999999994</c:v>
                </c:pt>
                <c:pt idx="149">
                  <c:v>72.400000000000006</c:v>
                </c:pt>
                <c:pt idx="150">
                  <c:v>72.2</c:v>
                </c:pt>
                <c:pt idx="151">
                  <c:v>71.900000000000006</c:v>
                </c:pt>
                <c:pt idx="152">
                  <c:v>71.900000000000006</c:v>
                </c:pt>
                <c:pt idx="153">
                  <c:v>71.599999999999994</c:v>
                </c:pt>
                <c:pt idx="154">
                  <c:v>71.7</c:v>
                </c:pt>
                <c:pt idx="155">
                  <c:v>71.399999999999991</c:v>
                </c:pt>
                <c:pt idx="156">
                  <c:v>71.2</c:v>
                </c:pt>
                <c:pt idx="157">
                  <c:v>71</c:v>
                </c:pt>
                <c:pt idx="158">
                  <c:v>70.900000000000006</c:v>
                </c:pt>
                <c:pt idx="159">
                  <c:v>71</c:v>
                </c:pt>
                <c:pt idx="160">
                  <c:v>70.7</c:v>
                </c:pt>
                <c:pt idx="161">
                  <c:v>70.8</c:v>
                </c:pt>
                <c:pt idx="162">
                  <c:v>70.599999999999994</c:v>
                </c:pt>
                <c:pt idx="163">
                  <c:v>70.400000000000006</c:v>
                </c:pt>
                <c:pt idx="164">
                  <c:v>70.5</c:v>
                </c:pt>
                <c:pt idx="165">
                  <c:v>70.400000000000006</c:v>
                </c:pt>
                <c:pt idx="166">
                  <c:v>70.400000000000006</c:v>
                </c:pt>
                <c:pt idx="167">
                  <c:v>70.5</c:v>
                </c:pt>
                <c:pt idx="168">
                  <c:v>70.7</c:v>
                </c:pt>
                <c:pt idx="169">
                  <c:v>70.7</c:v>
                </c:pt>
                <c:pt idx="170">
                  <c:v>71</c:v>
                </c:pt>
                <c:pt idx="171">
                  <c:v>71.399999999999991</c:v>
                </c:pt>
                <c:pt idx="172">
                  <c:v>71.5</c:v>
                </c:pt>
                <c:pt idx="173">
                  <c:v>71.900000000000006</c:v>
                </c:pt>
                <c:pt idx="174">
                  <c:v>72.2</c:v>
                </c:pt>
                <c:pt idx="175">
                  <c:v>72.5</c:v>
                </c:pt>
                <c:pt idx="176">
                  <c:v>72.699999999999989</c:v>
                </c:pt>
                <c:pt idx="177">
                  <c:v>72.8</c:v>
                </c:pt>
                <c:pt idx="178">
                  <c:v>73</c:v>
                </c:pt>
                <c:pt idx="179">
                  <c:v>73.099999999999994</c:v>
                </c:pt>
                <c:pt idx="180">
                  <c:v>73.400000000000006</c:v>
                </c:pt>
                <c:pt idx="181">
                  <c:v>73.3</c:v>
                </c:pt>
                <c:pt idx="182">
                  <c:v>73.400000000000006</c:v>
                </c:pt>
                <c:pt idx="183">
                  <c:v>73.600000000000009</c:v>
                </c:pt>
                <c:pt idx="184">
                  <c:v>73.400000000000006</c:v>
                </c:pt>
                <c:pt idx="185">
                  <c:v>73.600000000000009</c:v>
                </c:pt>
                <c:pt idx="186">
                  <c:v>73.600000000000009</c:v>
                </c:pt>
                <c:pt idx="187">
                  <c:v>73.600000000000009</c:v>
                </c:pt>
                <c:pt idx="188">
                  <c:v>73.600000000000009</c:v>
                </c:pt>
                <c:pt idx="189">
                  <c:v>73.600000000000009</c:v>
                </c:pt>
                <c:pt idx="190">
                  <c:v>73.5</c:v>
                </c:pt>
                <c:pt idx="191">
                  <c:v>73.5</c:v>
                </c:pt>
                <c:pt idx="192">
                  <c:v>73.400000000000006</c:v>
                </c:pt>
                <c:pt idx="193">
                  <c:v>73.600000000000009</c:v>
                </c:pt>
                <c:pt idx="194">
                  <c:v>73.5</c:v>
                </c:pt>
                <c:pt idx="195">
                  <c:v>73.600000000000009</c:v>
                </c:pt>
                <c:pt idx="196">
                  <c:v>73.600000000000009</c:v>
                </c:pt>
                <c:pt idx="197">
                  <c:v>73.400000000000006</c:v>
                </c:pt>
                <c:pt idx="198">
                  <c:v>73.600000000000009</c:v>
                </c:pt>
                <c:pt idx="199">
                  <c:v>73.600000000000009</c:v>
                </c:pt>
                <c:pt idx="200">
                  <c:v>73.600000000000009</c:v>
                </c:pt>
                <c:pt idx="201">
                  <c:v>73.600000000000009</c:v>
                </c:pt>
                <c:pt idx="202">
                  <c:v>73.600000000000009</c:v>
                </c:pt>
                <c:pt idx="203">
                  <c:v>73.600000000000009</c:v>
                </c:pt>
                <c:pt idx="204">
                  <c:v>73.600000000000009</c:v>
                </c:pt>
                <c:pt idx="205">
                  <c:v>73.600000000000009</c:v>
                </c:pt>
                <c:pt idx="206">
                  <c:v>73.7</c:v>
                </c:pt>
                <c:pt idx="207">
                  <c:v>73.7</c:v>
                </c:pt>
                <c:pt idx="208">
                  <c:v>73.7</c:v>
                </c:pt>
                <c:pt idx="209">
                  <c:v>73.7</c:v>
                </c:pt>
                <c:pt idx="210">
                  <c:v>73.7</c:v>
                </c:pt>
                <c:pt idx="211">
                  <c:v>73.7</c:v>
                </c:pt>
                <c:pt idx="212">
                  <c:v>73.600000000000009</c:v>
                </c:pt>
                <c:pt idx="213">
                  <c:v>73.7</c:v>
                </c:pt>
                <c:pt idx="214">
                  <c:v>73.7</c:v>
                </c:pt>
                <c:pt idx="215">
                  <c:v>73.600000000000009</c:v>
                </c:pt>
                <c:pt idx="216">
                  <c:v>73.600000000000009</c:v>
                </c:pt>
                <c:pt idx="217">
                  <c:v>73.5</c:v>
                </c:pt>
                <c:pt idx="218">
                  <c:v>73.600000000000009</c:v>
                </c:pt>
                <c:pt idx="219">
                  <c:v>73.600000000000009</c:v>
                </c:pt>
                <c:pt idx="220">
                  <c:v>73.5</c:v>
                </c:pt>
                <c:pt idx="221">
                  <c:v>73.3</c:v>
                </c:pt>
                <c:pt idx="222">
                  <c:v>73.2</c:v>
                </c:pt>
                <c:pt idx="223">
                  <c:v>73.3</c:v>
                </c:pt>
                <c:pt idx="224">
                  <c:v>73.2</c:v>
                </c:pt>
                <c:pt idx="225">
                  <c:v>73.099999999999994</c:v>
                </c:pt>
                <c:pt idx="226">
                  <c:v>73.099999999999994</c:v>
                </c:pt>
                <c:pt idx="227">
                  <c:v>73.2</c:v>
                </c:pt>
                <c:pt idx="228">
                  <c:v>73.099999999999994</c:v>
                </c:pt>
                <c:pt idx="229">
                  <c:v>72.8</c:v>
                </c:pt>
                <c:pt idx="230">
                  <c:v>72.900000000000006</c:v>
                </c:pt>
                <c:pt idx="231">
                  <c:v>72.8</c:v>
                </c:pt>
                <c:pt idx="232">
                  <c:v>72.599999999999994</c:v>
                </c:pt>
                <c:pt idx="233">
                  <c:v>72.300000000000011</c:v>
                </c:pt>
                <c:pt idx="234">
                  <c:v>72.099999999999994</c:v>
                </c:pt>
                <c:pt idx="235">
                  <c:v>71.599999999999994</c:v>
                </c:pt>
                <c:pt idx="236">
                  <c:v>71.7</c:v>
                </c:pt>
                <c:pt idx="237">
                  <c:v>71.599999999999994</c:v>
                </c:pt>
                <c:pt idx="238">
                  <c:v>71.2</c:v>
                </c:pt>
                <c:pt idx="239">
                  <c:v>71.2</c:v>
                </c:pt>
                <c:pt idx="240">
                  <c:v>71.2</c:v>
                </c:pt>
                <c:pt idx="241">
                  <c:v>71.3</c:v>
                </c:pt>
                <c:pt idx="242">
                  <c:v>71.399999999999991</c:v>
                </c:pt>
                <c:pt idx="243">
                  <c:v>71.399999999999991</c:v>
                </c:pt>
                <c:pt idx="244">
                  <c:v>71.2</c:v>
                </c:pt>
                <c:pt idx="245">
                  <c:v>71.100000000000009</c:v>
                </c:pt>
                <c:pt idx="246">
                  <c:v>71.2</c:v>
                </c:pt>
                <c:pt idx="247">
                  <c:v>71.100000000000009</c:v>
                </c:pt>
                <c:pt idx="248">
                  <c:v>71</c:v>
                </c:pt>
                <c:pt idx="249">
                  <c:v>70.900000000000006</c:v>
                </c:pt>
                <c:pt idx="250">
                  <c:v>70.900000000000006</c:v>
                </c:pt>
                <c:pt idx="251">
                  <c:v>70.8</c:v>
                </c:pt>
                <c:pt idx="252">
                  <c:v>70.8</c:v>
                </c:pt>
                <c:pt idx="253">
                  <c:v>70.900000000000006</c:v>
                </c:pt>
                <c:pt idx="254">
                  <c:v>71.100000000000009</c:v>
                </c:pt>
                <c:pt idx="255">
                  <c:v>71.100000000000009</c:v>
                </c:pt>
                <c:pt idx="256">
                  <c:v>71.599999999999994</c:v>
                </c:pt>
                <c:pt idx="257">
                  <c:v>71.7</c:v>
                </c:pt>
                <c:pt idx="258">
                  <c:v>72</c:v>
                </c:pt>
                <c:pt idx="259">
                  <c:v>72.300000000000011</c:v>
                </c:pt>
                <c:pt idx="260">
                  <c:v>72.699999999999989</c:v>
                </c:pt>
                <c:pt idx="261">
                  <c:v>73</c:v>
                </c:pt>
                <c:pt idx="262">
                  <c:v>73.3</c:v>
                </c:pt>
                <c:pt idx="263">
                  <c:v>73.2</c:v>
                </c:pt>
                <c:pt idx="264">
                  <c:v>73.400000000000006</c:v>
                </c:pt>
                <c:pt idx="265">
                  <c:v>73.5</c:v>
                </c:pt>
                <c:pt idx="266">
                  <c:v>73.600000000000009</c:v>
                </c:pt>
                <c:pt idx="267">
                  <c:v>73.600000000000009</c:v>
                </c:pt>
                <c:pt idx="268">
                  <c:v>73.8</c:v>
                </c:pt>
                <c:pt idx="269">
                  <c:v>73.600000000000009</c:v>
                </c:pt>
                <c:pt idx="270">
                  <c:v>73.600000000000009</c:v>
                </c:pt>
                <c:pt idx="271">
                  <c:v>73.8</c:v>
                </c:pt>
                <c:pt idx="272">
                  <c:v>73.8</c:v>
                </c:pt>
                <c:pt idx="273">
                  <c:v>73.899999999999991</c:v>
                </c:pt>
                <c:pt idx="274">
                  <c:v>74</c:v>
                </c:pt>
                <c:pt idx="275">
                  <c:v>73.899999999999991</c:v>
                </c:pt>
                <c:pt idx="276">
                  <c:v>73.7</c:v>
                </c:pt>
                <c:pt idx="277">
                  <c:v>73.7</c:v>
                </c:pt>
                <c:pt idx="278">
                  <c:v>73.899999999999991</c:v>
                </c:pt>
                <c:pt idx="279">
                  <c:v>73.8</c:v>
                </c:pt>
                <c:pt idx="280">
                  <c:v>73.5</c:v>
                </c:pt>
                <c:pt idx="281">
                  <c:v>73.7</c:v>
                </c:pt>
                <c:pt idx="282">
                  <c:v>73.7</c:v>
                </c:pt>
                <c:pt idx="283">
                  <c:v>73.8</c:v>
                </c:pt>
                <c:pt idx="284">
                  <c:v>73.8</c:v>
                </c:pt>
                <c:pt idx="285">
                  <c:v>73.899999999999991</c:v>
                </c:pt>
                <c:pt idx="286">
                  <c:v>73.8</c:v>
                </c:pt>
                <c:pt idx="287">
                  <c:v>73.8</c:v>
                </c:pt>
                <c:pt idx="288">
                  <c:v>73.899999999999991</c:v>
                </c:pt>
                <c:pt idx="289">
                  <c:v>73.899999999999991</c:v>
                </c:pt>
                <c:pt idx="290">
                  <c:v>73.899999999999991</c:v>
                </c:pt>
                <c:pt idx="291">
                  <c:v>73.899999999999991</c:v>
                </c:pt>
                <c:pt idx="292">
                  <c:v>73.899999999999991</c:v>
                </c:pt>
                <c:pt idx="293">
                  <c:v>73.899999999999991</c:v>
                </c:pt>
                <c:pt idx="294">
                  <c:v>74</c:v>
                </c:pt>
                <c:pt idx="295">
                  <c:v>73.899999999999991</c:v>
                </c:pt>
                <c:pt idx="296">
                  <c:v>73.899999999999991</c:v>
                </c:pt>
                <c:pt idx="297">
                  <c:v>74</c:v>
                </c:pt>
                <c:pt idx="298">
                  <c:v>73.899999999999991</c:v>
                </c:pt>
                <c:pt idx="299">
                  <c:v>73.7</c:v>
                </c:pt>
                <c:pt idx="300">
                  <c:v>73.8</c:v>
                </c:pt>
                <c:pt idx="301">
                  <c:v>73.8</c:v>
                </c:pt>
                <c:pt idx="302">
                  <c:v>73.7</c:v>
                </c:pt>
                <c:pt idx="303">
                  <c:v>73.7</c:v>
                </c:pt>
                <c:pt idx="304">
                  <c:v>73.7</c:v>
                </c:pt>
                <c:pt idx="305">
                  <c:v>73.5</c:v>
                </c:pt>
                <c:pt idx="306">
                  <c:v>73.5</c:v>
                </c:pt>
                <c:pt idx="307">
                  <c:v>73.5</c:v>
                </c:pt>
                <c:pt idx="308">
                  <c:v>73.400000000000006</c:v>
                </c:pt>
                <c:pt idx="309">
                  <c:v>73.400000000000006</c:v>
                </c:pt>
                <c:pt idx="310">
                  <c:v>73.400000000000006</c:v>
                </c:pt>
                <c:pt idx="311">
                  <c:v>73.2</c:v>
                </c:pt>
                <c:pt idx="312">
                  <c:v>73.2</c:v>
                </c:pt>
                <c:pt idx="313">
                  <c:v>73</c:v>
                </c:pt>
                <c:pt idx="314">
                  <c:v>72.699999999999989</c:v>
                </c:pt>
                <c:pt idx="315">
                  <c:v>72.400000000000006</c:v>
                </c:pt>
                <c:pt idx="316">
                  <c:v>72.300000000000011</c:v>
                </c:pt>
                <c:pt idx="317">
                  <c:v>72.2</c:v>
                </c:pt>
                <c:pt idx="318">
                  <c:v>72.099999999999994</c:v>
                </c:pt>
                <c:pt idx="319">
                  <c:v>71.900000000000006</c:v>
                </c:pt>
                <c:pt idx="320">
                  <c:v>71.8</c:v>
                </c:pt>
                <c:pt idx="321">
                  <c:v>71.5</c:v>
                </c:pt>
                <c:pt idx="322">
                  <c:v>71.5</c:v>
                </c:pt>
                <c:pt idx="323">
                  <c:v>71.399999999999991</c:v>
                </c:pt>
                <c:pt idx="324">
                  <c:v>71.399999999999991</c:v>
                </c:pt>
                <c:pt idx="325">
                  <c:v>71.2</c:v>
                </c:pt>
                <c:pt idx="326">
                  <c:v>71.2</c:v>
                </c:pt>
                <c:pt idx="327">
                  <c:v>71.100000000000009</c:v>
                </c:pt>
                <c:pt idx="328">
                  <c:v>71</c:v>
                </c:pt>
                <c:pt idx="329">
                  <c:v>71</c:v>
                </c:pt>
                <c:pt idx="330">
                  <c:v>70.7</c:v>
                </c:pt>
                <c:pt idx="331">
                  <c:v>70.8</c:v>
                </c:pt>
                <c:pt idx="332">
                  <c:v>70.599999999999994</c:v>
                </c:pt>
                <c:pt idx="333">
                  <c:v>70.599999999999994</c:v>
                </c:pt>
                <c:pt idx="334">
                  <c:v>70.599999999999994</c:v>
                </c:pt>
                <c:pt idx="335">
                  <c:v>70.7</c:v>
                </c:pt>
                <c:pt idx="336">
                  <c:v>70.900000000000006</c:v>
                </c:pt>
                <c:pt idx="337">
                  <c:v>71.2</c:v>
                </c:pt>
                <c:pt idx="338">
                  <c:v>71.5</c:v>
                </c:pt>
                <c:pt idx="339">
                  <c:v>71.599999999999994</c:v>
                </c:pt>
                <c:pt idx="340">
                  <c:v>71.900000000000006</c:v>
                </c:pt>
                <c:pt idx="341">
                  <c:v>72.300000000000011</c:v>
                </c:pt>
                <c:pt idx="342">
                  <c:v>72.5</c:v>
                </c:pt>
                <c:pt idx="343">
                  <c:v>72.599999999999994</c:v>
                </c:pt>
                <c:pt idx="344">
                  <c:v>72.8</c:v>
                </c:pt>
                <c:pt idx="345">
                  <c:v>72.900000000000006</c:v>
                </c:pt>
                <c:pt idx="346">
                  <c:v>73.099999999999994</c:v>
                </c:pt>
                <c:pt idx="347">
                  <c:v>73</c:v>
                </c:pt>
                <c:pt idx="348">
                  <c:v>73.2</c:v>
                </c:pt>
                <c:pt idx="349">
                  <c:v>73.2</c:v>
                </c:pt>
                <c:pt idx="350">
                  <c:v>73.3</c:v>
                </c:pt>
                <c:pt idx="351">
                  <c:v>73.3</c:v>
                </c:pt>
                <c:pt idx="352">
                  <c:v>73.099999999999994</c:v>
                </c:pt>
                <c:pt idx="353">
                  <c:v>73.3</c:v>
                </c:pt>
                <c:pt idx="354">
                  <c:v>73.3</c:v>
                </c:pt>
                <c:pt idx="355">
                  <c:v>73.3</c:v>
                </c:pt>
                <c:pt idx="356">
                  <c:v>73.2</c:v>
                </c:pt>
                <c:pt idx="357">
                  <c:v>73.400000000000006</c:v>
                </c:pt>
                <c:pt idx="358">
                  <c:v>73.5</c:v>
                </c:pt>
                <c:pt idx="359">
                  <c:v>73.5</c:v>
                </c:pt>
                <c:pt idx="360">
                  <c:v>73.3</c:v>
                </c:pt>
                <c:pt idx="361">
                  <c:v>73.3</c:v>
                </c:pt>
                <c:pt idx="362">
                  <c:v>73.400000000000006</c:v>
                </c:pt>
                <c:pt idx="363">
                  <c:v>73.3</c:v>
                </c:pt>
                <c:pt idx="364">
                  <c:v>73.3</c:v>
                </c:pt>
                <c:pt idx="365">
                  <c:v>73.400000000000006</c:v>
                </c:pt>
                <c:pt idx="366">
                  <c:v>73.3</c:v>
                </c:pt>
                <c:pt idx="367">
                  <c:v>73.3</c:v>
                </c:pt>
                <c:pt idx="368">
                  <c:v>73.400000000000006</c:v>
                </c:pt>
                <c:pt idx="369">
                  <c:v>73.400000000000006</c:v>
                </c:pt>
                <c:pt idx="370">
                  <c:v>73.400000000000006</c:v>
                </c:pt>
                <c:pt idx="371">
                  <c:v>73.400000000000006</c:v>
                </c:pt>
                <c:pt idx="372">
                  <c:v>73.400000000000006</c:v>
                </c:pt>
                <c:pt idx="373">
                  <c:v>73.5</c:v>
                </c:pt>
                <c:pt idx="374">
                  <c:v>73.5</c:v>
                </c:pt>
                <c:pt idx="375">
                  <c:v>73.600000000000009</c:v>
                </c:pt>
                <c:pt idx="376">
                  <c:v>73.7</c:v>
                </c:pt>
                <c:pt idx="377">
                  <c:v>73.600000000000009</c:v>
                </c:pt>
                <c:pt idx="378">
                  <c:v>73.600000000000009</c:v>
                </c:pt>
                <c:pt idx="379">
                  <c:v>73.7</c:v>
                </c:pt>
                <c:pt idx="380">
                  <c:v>73.600000000000009</c:v>
                </c:pt>
                <c:pt idx="381">
                  <c:v>73.400000000000006</c:v>
                </c:pt>
                <c:pt idx="382">
                  <c:v>73.400000000000006</c:v>
                </c:pt>
                <c:pt idx="383">
                  <c:v>73.400000000000006</c:v>
                </c:pt>
                <c:pt idx="384">
                  <c:v>73.2</c:v>
                </c:pt>
                <c:pt idx="385">
                  <c:v>73.3</c:v>
                </c:pt>
                <c:pt idx="386">
                  <c:v>73.2</c:v>
                </c:pt>
                <c:pt idx="387">
                  <c:v>73.099999999999994</c:v>
                </c:pt>
                <c:pt idx="388">
                  <c:v>73.099999999999994</c:v>
                </c:pt>
                <c:pt idx="389">
                  <c:v>72.900000000000006</c:v>
                </c:pt>
                <c:pt idx="390">
                  <c:v>72.8</c:v>
                </c:pt>
                <c:pt idx="391">
                  <c:v>72.599999999999994</c:v>
                </c:pt>
                <c:pt idx="392">
                  <c:v>72.699999999999989</c:v>
                </c:pt>
                <c:pt idx="393">
                  <c:v>72.699999999999989</c:v>
                </c:pt>
                <c:pt idx="394">
                  <c:v>72.400000000000006</c:v>
                </c:pt>
                <c:pt idx="395">
                  <c:v>72.2</c:v>
                </c:pt>
                <c:pt idx="396">
                  <c:v>72.2</c:v>
                </c:pt>
                <c:pt idx="397">
                  <c:v>72</c:v>
                </c:pt>
                <c:pt idx="398">
                  <c:v>71.8</c:v>
                </c:pt>
                <c:pt idx="399">
                  <c:v>71.5</c:v>
                </c:pt>
                <c:pt idx="400">
                  <c:v>71.2</c:v>
                </c:pt>
                <c:pt idx="401">
                  <c:v>71.100000000000009</c:v>
                </c:pt>
                <c:pt idx="402">
                  <c:v>70.900000000000006</c:v>
                </c:pt>
                <c:pt idx="403">
                  <c:v>70.599999999999994</c:v>
                </c:pt>
                <c:pt idx="404">
                  <c:v>70.5</c:v>
                </c:pt>
                <c:pt idx="405">
                  <c:v>70.599999999999994</c:v>
                </c:pt>
                <c:pt idx="406">
                  <c:v>70.5</c:v>
                </c:pt>
                <c:pt idx="407">
                  <c:v>70.5</c:v>
                </c:pt>
                <c:pt idx="408">
                  <c:v>70.5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B7B-46ED-9EBF-BD67F413B6A6}"/>
            </c:ext>
          </c:extLst>
        </c:ser>
        <c:ser>
          <c:idx val="2"/>
          <c:order val="1"/>
          <c:tx>
            <c:strRef>
              <c:f>'C:\Users\admin\Desktop\[통합.xlsx]Sheet1'!$T$1</c:f>
              <c:strCache>
                <c:ptCount val="1"/>
                <c:pt idx="0">
                  <c:v>B: 90mm</c:v>
                </c:pt>
              </c:strCache>
            </c:strRef>
          </c:tx>
          <c:spPr>
            <a:ln w="25400" cap="rnd">
              <a:solidFill>
                <a:schemeClr val="accent6"/>
              </a:solidFill>
              <a:round/>
            </a:ln>
            <a:effectLst/>
          </c:spPr>
          <c:marker>
            <c:spPr>
              <a:noFill/>
              <a:ln>
                <a:noFill/>
              </a:ln>
            </c:spPr>
          </c:marker>
          <c:xVal>
            <c:numRef>
              <c:f>[1]Sheet1!$G$2:$G$1293</c:f>
              <c:numCache>
                <c:formatCode>General</c:formatCode>
                <c:ptCount val="1292"/>
                <c:pt idx="1">
                  <c:v>1.2407757370000001</c:v>
                </c:pt>
                <c:pt idx="2">
                  <c:v>1.2394563380000001</c:v>
                </c:pt>
                <c:pt idx="3">
                  <c:v>1.2833686200000001</c:v>
                </c:pt>
                <c:pt idx="4">
                  <c:v>1.4870311810000001</c:v>
                </c:pt>
                <c:pt idx="5">
                  <c:v>1.673737969</c:v>
                </c:pt>
                <c:pt idx="6">
                  <c:v>1.8952880459999999</c:v>
                </c:pt>
                <c:pt idx="7">
                  <c:v>2.25652629</c:v>
                </c:pt>
                <c:pt idx="8">
                  <c:v>2.5487179819999999</c:v>
                </c:pt>
                <c:pt idx="9">
                  <c:v>2.8721639849999998</c:v>
                </c:pt>
                <c:pt idx="10">
                  <c:v>3.3895488290000002</c:v>
                </c:pt>
                <c:pt idx="11">
                  <c:v>3.9160735240000002</c:v>
                </c:pt>
                <c:pt idx="12">
                  <c:v>4.4829759679999999</c:v>
                </c:pt>
                <c:pt idx="13">
                  <c:v>5.1648818639999998</c:v>
                </c:pt>
                <c:pt idx="14">
                  <c:v>5.8150753330000002</c:v>
                </c:pt>
                <c:pt idx="15">
                  <c:v>6.7346431869999996</c:v>
                </c:pt>
                <c:pt idx="16">
                  <c:v>7.7544984020000003</c:v>
                </c:pt>
                <c:pt idx="17">
                  <c:v>8.8400162780000002</c:v>
                </c:pt>
                <c:pt idx="18">
                  <c:v>9.9652650479999991</c:v>
                </c:pt>
                <c:pt idx="19">
                  <c:v>10.89174592</c:v>
                </c:pt>
                <c:pt idx="20">
                  <c:v>11.42942057</c:v>
                </c:pt>
                <c:pt idx="21">
                  <c:v>11.771791029999999</c:v>
                </c:pt>
                <c:pt idx="22">
                  <c:v>11.84197363</c:v>
                </c:pt>
                <c:pt idx="23">
                  <c:v>11.911178809999999</c:v>
                </c:pt>
                <c:pt idx="24">
                  <c:v>11.89136491</c:v>
                </c:pt>
                <c:pt idx="25">
                  <c:v>11.87187877</c:v>
                </c:pt>
                <c:pt idx="26">
                  <c:v>11.96943712</c:v>
                </c:pt>
                <c:pt idx="27">
                  <c:v>12.149111749999999</c:v>
                </c:pt>
                <c:pt idx="28">
                  <c:v>12.22468327</c:v>
                </c:pt>
                <c:pt idx="29">
                  <c:v>12.27534215</c:v>
                </c:pt>
                <c:pt idx="30">
                  <c:v>12.27437844</c:v>
                </c:pt>
                <c:pt idx="31">
                  <c:v>12.26929737</c:v>
                </c:pt>
                <c:pt idx="32">
                  <c:v>12.332671550000001</c:v>
                </c:pt>
                <c:pt idx="33">
                  <c:v>12.41780254</c:v>
                </c:pt>
                <c:pt idx="34">
                  <c:v>12.51432743</c:v>
                </c:pt>
                <c:pt idx="35">
                  <c:v>12.61425114</c:v>
                </c:pt>
                <c:pt idx="36">
                  <c:v>12.672022269999999</c:v>
                </c:pt>
                <c:pt idx="37">
                  <c:v>12.724059410000001</c:v>
                </c:pt>
                <c:pt idx="38">
                  <c:v>12.795570039999999</c:v>
                </c:pt>
                <c:pt idx="39">
                  <c:v>12.878405750000001</c:v>
                </c:pt>
                <c:pt idx="40">
                  <c:v>12.94921371</c:v>
                </c:pt>
                <c:pt idx="41">
                  <c:v>12.99699772</c:v>
                </c:pt>
                <c:pt idx="42">
                  <c:v>13.22570417</c:v>
                </c:pt>
                <c:pt idx="43">
                  <c:v>13.19872939</c:v>
                </c:pt>
                <c:pt idx="44">
                  <c:v>13.19481444</c:v>
                </c:pt>
                <c:pt idx="45">
                  <c:v>13.20018569</c:v>
                </c:pt>
                <c:pt idx="46">
                  <c:v>13.19944499</c:v>
                </c:pt>
                <c:pt idx="47">
                  <c:v>13.106470379999999</c:v>
                </c:pt>
                <c:pt idx="48">
                  <c:v>13.07541442</c:v>
                </c:pt>
                <c:pt idx="49">
                  <c:v>13.030322180000001</c:v>
                </c:pt>
                <c:pt idx="50">
                  <c:v>13.020417370000001</c:v>
                </c:pt>
                <c:pt idx="51">
                  <c:v>12.931401210000001</c:v>
                </c:pt>
                <c:pt idx="52">
                  <c:v>12.855329060000001</c:v>
                </c:pt>
                <c:pt idx="53">
                  <c:v>12.63700929</c:v>
                </c:pt>
                <c:pt idx="54">
                  <c:v>12.098573460000001</c:v>
                </c:pt>
                <c:pt idx="55">
                  <c:v>11.57132567</c:v>
                </c:pt>
                <c:pt idx="56">
                  <c:v>11.025771499999999</c:v>
                </c:pt>
                <c:pt idx="57">
                  <c:v>10.310184850000001</c:v>
                </c:pt>
                <c:pt idx="58">
                  <c:v>9.7144205469999996</c:v>
                </c:pt>
                <c:pt idx="59">
                  <c:v>9.0335606049999999</c:v>
                </c:pt>
                <c:pt idx="60">
                  <c:v>8.3048458039999993</c:v>
                </c:pt>
                <c:pt idx="61">
                  <c:v>7.6158714349999999</c:v>
                </c:pt>
                <c:pt idx="62">
                  <c:v>6.9045725569999998</c:v>
                </c:pt>
                <c:pt idx="63">
                  <c:v>6.0562089820000002</c:v>
                </c:pt>
                <c:pt idx="64">
                  <c:v>5.1283300399999998</c:v>
                </c:pt>
                <c:pt idx="65">
                  <c:v>4.2465674389999997</c:v>
                </c:pt>
                <c:pt idx="66">
                  <c:v>3.474515174</c:v>
                </c:pt>
                <c:pt idx="67">
                  <c:v>3.0649039980000001</c:v>
                </c:pt>
                <c:pt idx="68">
                  <c:v>2.7310752780000001</c:v>
                </c:pt>
                <c:pt idx="69">
                  <c:v>2.365404727</c:v>
                </c:pt>
                <c:pt idx="70">
                  <c:v>2.0208754839999998</c:v>
                </c:pt>
                <c:pt idx="71">
                  <c:v>1.808682058</c:v>
                </c:pt>
                <c:pt idx="72">
                  <c:v>1.665264812</c:v>
                </c:pt>
                <c:pt idx="73">
                  <c:v>1.511249748</c:v>
                </c:pt>
                <c:pt idx="74">
                  <c:v>1.4023404880000001</c:v>
                </c:pt>
                <c:pt idx="75">
                  <c:v>1.269208592</c:v>
                </c:pt>
                <c:pt idx="76">
                  <c:v>1.1135294600000001</c:v>
                </c:pt>
                <c:pt idx="77">
                  <c:v>0.98191358799999995</c:v>
                </c:pt>
                <c:pt idx="78">
                  <c:v>0.93178988200000001</c:v>
                </c:pt>
                <c:pt idx="79">
                  <c:v>0.87570451400000004</c:v>
                </c:pt>
                <c:pt idx="80">
                  <c:v>0.81070302699999996</c:v>
                </c:pt>
                <c:pt idx="81">
                  <c:v>0.77559260299999999</c:v>
                </c:pt>
                <c:pt idx="82">
                  <c:v>0.73740781499999997</c:v>
                </c:pt>
                <c:pt idx="83">
                  <c:v>0.76496715000000004</c:v>
                </c:pt>
                <c:pt idx="84">
                  <c:v>0.76174978699999996</c:v>
                </c:pt>
                <c:pt idx="85">
                  <c:v>0.74974681499999996</c:v>
                </c:pt>
                <c:pt idx="86">
                  <c:v>0.76144051400000001</c:v>
                </c:pt>
                <c:pt idx="87">
                  <c:v>0.77010787000000003</c:v>
                </c:pt>
                <c:pt idx="88">
                  <c:v>0.776170201</c:v>
                </c:pt>
                <c:pt idx="89">
                  <c:v>0.77673294800000003</c:v>
                </c:pt>
                <c:pt idx="90">
                  <c:v>0.83537481000000002</c:v>
                </c:pt>
                <c:pt idx="91">
                  <c:v>0.79275535699999999</c:v>
                </c:pt>
                <c:pt idx="92">
                  <c:v>0.80307337099999998</c:v>
                </c:pt>
                <c:pt idx="93">
                  <c:v>0.80937664600000003</c:v>
                </c:pt>
                <c:pt idx="94">
                  <c:v>0.81142372600000001</c:v>
                </c:pt>
                <c:pt idx="95">
                  <c:v>0.80769671200000004</c:v>
                </c:pt>
                <c:pt idx="96">
                  <c:v>0.858681264</c:v>
                </c:pt>
                <c:pt idx="97">
                  <c:v>0.83967175199999999</c:v>
                </c:pt>
                <c:pt idx="98">
                  <c:v>0.87206446900000001</c:v>
                </c:pt>
                <c:pt idx="99">
                  <c:v>0.91224271599999995</c:v>
                </c:pt>
                <c:pt idx="100">
                  <c:v>1.0735410080000001</c:v>
                </c:pt>
                <c:pt idx="101">
                  <c:v>1.277789751</c:v>
                </c:pt>
                <c:pt idx="102">
                  <c:v>1.622532766</c:v>
                </c:pt>
                <c:pt idx="103">
                  <c:v>2.0357624329999999</c:v>
                </c:pt>
                <c:pt idx="104">
                  <c:v>2.0282367190000001</c:v>
                </c:pt>
                <c:pt idx="105">
                  <c:v>2.6234047999999999</c:v>
                </c:pt>
                <c:pt idx="106">
                  <c:v>3.1243710610000002</c:v>
                </c:pt>
                <c:pt idx="107">
                  <c:v>3.6450941399999999</c:v>
                </c:pt>
                <c:pt idx="108">
                  <c:v>4.302970116</c:v>
                </c:pt>
                <c:pt idx="109">
                  <c:v>5.1270035649999999</c:v>
                </c:pt>
                <c:pt idx="110">
                  <c:v>5.9979978909999998</c:v>
                </c:pt>
                <c:pt idx="111">
                  <c:v>6.9698006650000002</c:v>
                </c:pt>
                <c:pt idx="112">
                  <c:v>7.9162517929999998</c:v>
                </c:pt>
                <c:pt idx="113">
                  <c:v>8.7914488740000003</c:v>
                </c:pt>
                <c:pt idx="114">
                  <c:v>9.5259555339999995</c:v>
                </c:pt>
                <c:pt idx="115">
                  <c:v>10.28048823</c:v>
                </c:pt>
                <c:pt idx="116">
                  <c:v>10.58229684</c:v>
                </c:pt>
                <c:pt idx="117">
                  <c:v>10.885129839999999</c:v>
                </c:pt>
                <c:pt idx="118">
                  <c:v>11.31673211</c:v>
                </c:pt>
                <c:pt idx="119">
                  <c:v>11.636625309999999</c:v>
                </c:pt>
                <c:pt idx="120">
                  <c:v>11.84095705</c:v>
                </c:pt>
                <c:pt idx="121">
                  <c:v>11.92266656</c:v>
                </c:pt>
                <c:pt idx="122">
                  <c:v>12.02807726</c:v>
                </c:pt>
                <c:pt idx="123">
                  <c:v>12.15127423</c:v>
                </c:pt>
                <c:pt idx="124">
                  <c:v>12.26373991</c:v>
                </c:pt>
                <c:pt idx="125">
                  <c:v>12.356119209999999</c:v>
                </c:pt>
                <c:pt idx="126">
                  <c:v>12.468560180000001</c:v>
                </c:pt>
                <c:pt idx="127">
                  <c:v>12.56276184</c:v>
                </c:pt>
                <c:pt idx="128">
                  <c:v>12.599131939999999</c:v>
                </c:pt>
                <c:pt idx="129">
                  <c:v>12.63914991</c:v>
                </c:pt>
                <c:pt idx="130">
                  <c:v>12.7237443</c:v>
                </c:pt>
                <c:pt idx="131">
                  <c:v>12.756671000000001</c:v>
                </c:pt>
                <c:pt idx="132">
                  <c:v>12.789311290000001</c:v>
                </c:pt>
                <c:pt idx="133">
                  <c:v>12.90331286</c:v>
                </c:pt>
                <c:pt idx="134">
                  <c:v>12.91339889</c:v>
                </c:pt>
                <c:pt idx="135">
                  <c:v>13.00302602</c:v>
                </c:pt>
                <c:pt idx="136">
                  <c:v>12.979013459999999</c:v>
                </c:pt>
                <c:pt idx="137">
                  <c:v>12.974931659999999</c:v>
                </c:pt>
                <c:pt idx="138">
                  <c:v>13.0319524</c:v>
                </c:pt>
                <c:pt idx="139">
                  <c:v>13.04445241</c:v>
                </c:pt>
                <c:pt idx="140">
                  <c:v>13.16777008</c:v>
                </c:pt>
                <c:pt idx="141">
                  <c:v>13.19875637</c:v>
                </c:pt>
                <c:pt idx="142">
                  <c:v>13.17934745</c:v>
                </c:pt>
                <c:pt idx="143">
                  <c:v>13.23070199</c:v>
                </c:pt>
                <c:pt idx="144">
                  <c:v>13.253943939999999</c:v>
                </c:pt>
                <c:pt idx="145">
                  <c:v>13.28774325</c:v>
                </c:pt>
                <c:pt idx="146">
                  <c:v>13.335465729999999</c:v>
                </c:pt>
                <c:pt idx="147">
                  <c:v>13.335083709999999</c:v>
                </c:pt>
                <c:pt idx="148">
                  <c:v>13.361022609999999</c:v>
                </c:pt>
                <c:pt idx="149">
                  <c:v>13.393817950000001</c:v>
                </c:pt>
                <c:pt idx="150">
                  <c:v>13.38435874</c:v>
                </c:pt>
                <c:pt idx="151">
                  <c:v>13.38257855</c:v>
                </c:pt>
                <c:pt idx="152">
                  <c:v>13.39236262</c:v>
                </c:pt>
                <c:pt idx="153">
                  <c:v>13.375948040000001</c:v>
                </c:pt>
                <c:pt idx="154">
                  <c:v>13.33150365</c:v>
                </c:pt>
                <c:pt idx="155">
                  <c:v>13.27481423</c:v>
                </c:pt>
                <c:pt idx="156">
                  <c:v>13.04639158</c:v>
                </c:pt>
                <c:pt idx="157">
                  <c:v>12.48253723</c:v>
                </c:pt>
                <c:pt idx="158">
                  <c:v>11.9661489</c:v>
                </c:pt>
                <c:pt idx="159">
                  <c:v>11.22301689</c:v>
                </c:pt>
                <c:pt idx="160">
                  <c:v>10.41503618</c:v>
                </c:pt>
                <c:pt idx="161">
                  <c:v>9.1873661529999993</c:v>
                </c:pt>
                <c:pt idx="162">
                  <c:v>7.612815061</c:v>
                </c:pt>
                <c:pt idx="163">
                  <c:v>6.0179095929999997</c:v>
                </c:pt>
                <c:pt idx="164">
                  <c:v>4.6288286129999996</c:v>
                </c:pt>
                <c:pt idx="165">
                  <c:v>3.6555207689999998</c:v>
                </c:pt>
                <c:pt idx="166">
                  <c:v>3.0966726449999999</c:v>
                </c:pt>
                <c:pt idx="167">
                  <c:v>2.909217253</c:v>
                </c:pt>
                <c:pt idx="168">
                  <c:v>2.6225392740000002</c:v>
                </c:pt>
                <c:pt idx="169">
                  <c:v>2.3507363429999999</c:v>
                </c:pt>
                <c:pt idx="170">
                  <c:v>2.1528827709999998</c:v>
                </c:pt>
                <c:pt idx="171">
                  <c:v>1.8438838930000001</c:v>
                </c:pt>
                <c:pt idx="172">
                  <c:v>1.5586304959999999</c:v>
                </c:pt>
                <c:pt idx="173">
                  <c:v>1.401081695</c:v>
                </c:pt>
                <c:pt idx="174">
                  <c:v>1.296312492</c:v>
                </c:pt>
                <c:pt idx="175">
                  <c:v>1.110490591</c:v>
                </c:pt>
                <c:pt idx="176">
                  <c:v>1.008826537</c:v>
                </c:pt>
                <c:pt idx="177">
                  <c:v>0.83112350999999995</c:v>
                </c:pt>
                <c:pt idx="178">
                  <c:v>0.78311246800000001</c:v>
                </c:pt>
                <c:pt idx="179">
                  <c:v>0.74076563399999995</c:v>
                </c:pt>
                <c:pt idx="180">
                  <c:v>0.76241434299999999</c:v>
                </c:pt>
                <c:pt idx="181">
                  <c:v>0.74526522299999998</c:v>
                </c:pt>
                <c:pt idx="182">
                  <c:v>0.76365881999999996</c:v>
                </c:pt>
                <c:pt idx="183">
                  <c:v>0.72665432299999999</c:v>
                </c:pt>
                <c:pt idx="184">
                  <c:v>0.69093246100000005</c:v>
                </c:pt>
                <c:pt idx="185">
                  <c:v>0.61802308399999994</c:v>
                </c:pt>
                <c:pt idx="186">
                  <c:v>0.61221701399999995</c:v>
                </c:pt>
                <c:pt idx="187">
                  <c:v>0.48538287899999999</c:v>
                </c:pt>
                <c:pt idx="188">
                  <c:v>0.46114054700000001</c:v>
                </c:pt>
                <c:pt idx="189">
                  <c:v>0.40599684800000002</c:v>
                </c:pt>
                <c:pt idx="190">
                  <c:v>0.31830581499999999</c:v>
                </c:pt>
                <c:pt idx="191">
                  <c:v>0.32835950200000003</c:v>
                </c:pt>
                <c:pt idx="192">
                  <c:v>0.422834288</c:v>
                </c:pt>
                <c:pt idx="193">
                  <c:v>0.54878538200000004</c:v>
                </c:pt>
                <c:pt idx="194">
                  <c:v>0.70651968499999995</c:v>
                </c:pt>
                <c:pt idx="195">
                  <c:v>0.90699434800000001</c:v>
                </c:pt>
                <c:pt idx="196">
                  <c:v>1.0819159739999999</c:v>
                </c:pt>
                <c:pt idx="197">
                  <c:v>1.3570624179999999</c:v>
                </c:pt>
                <c:pt idx="198">
                  <c:v>1.6529508340000001</c:v>
                </c:pt>
                <c:pt idx="199">
                  <c:v>2.1465476489999999</c:v>
                </c:pt>
                <c:pt idx="200">
                  <c:v>2.9926446250000001</c:v>
                </c:pt>
                <c:pt idx="201">
                  <c:v>3.774007568</c:v>
                </c:pt>
                <c:pt idx="202">
                  <c:v>4.4684214999999998</c:v>
                </c:pt>
                <c:pt idx="203">
                  <c:v>5.32183267</c:v>
                </c:pt>
                <c:pt idx="204">
                  <c:v>6.1455752009999998</c:v>
                </c:pt>
                <c:pt idx="205">
                  <c:v>6.7773503970000002</c:v>
                </c:pt>
                <c:pt idx="206">
                  <c:v>7.3297158910000002</c:v>
                </c:pt>
                <c:pt idx="207">
                  <c:v>7.8223023559999998</c:v>
                </c:pt>
                <c:pt idx="208">
                  <c:v>8.1248745049999993</c:v>
                </c:pt>
                <c:pt idx="209">
                  <c:v>8.6094249929999993</c:v>
                </c:pt>
                <c:pt idx="210">
                  <c:v>9.2745284290000001</c:v>
                </c:pt>
                <c:pt idx="211">
                  <c:v>9.8460277939999994</c:v>
                </c:pt>
                <c:pt idx="212">
                  <c:v>10.35196706</c:v>
                </c:pt>
                <c:pt idx="213">
                  <c:v>10.95409143</c:v>
                </c:pt>
                <c:pt idx="214">
                  <c:v>11.225012189999999</c:v>
                </c:pt>
                <c:pt idx="215">
                  <c:v>11.31671248</c:v>
                </c:pt>
                <c:pt idx="216">
                  <c:v>11.4487942</c:v>
                </c:pt>
                <c:pt idx="217">
                  <c:v>11.58500111</c:v>
                </c:pt>
                <c:pt idx="218">
                  <c:v>11.80069512</c:v>
                </c:pt>
                <c:pt idx="219">
                  <c:v>11.96533711</c:v>
                </c:pt>
                <c:pt idx="220">
                  <c:v>11.989346919999999</c:v>
                </c:pt>
                <c:pt idx="221">
                  <c:v>12.015907609999999</c:v>
                </c:pt>
                <c:pt idx="222">
                  <c:v>12.06461191</c:v>
                </c:pt>
                <c:pt idx="223">
                  <c:v>12.102581349999999</c:v>
                </c:pt>
                <c:pt idx="224">
                  <c:v>12.11482839</c:v>
                </c:pt>
                <c:pt idx="225">
                  <c:v>12.14277892</c:v>
                </c:pt>
                <c:pt idx="226">
                  <c:v>12.11548971</c:v>
                </c:pt>
                <c:pt idx="227">
                  <c:v>12.092513070000001</c:v>
                </c:pt>
                <c:pt idx="228">
                  <c:v>12.106377</c:v>
                </c:pt>
                <c:pt idx="229">
                  <c:v>12.086494800000001</c:v>
                </c:pt>
                <c:pt idx="230">
                  <c:v>12.174415290000001</c:v>
                </c:pt>
                <c:pt idx="231">
                  <c:v>12.15678874</c:v>
                </c:pt>
                <c:pt idx="232">
                  <c:v>12.19013505</c:v>
                </c:pt>
                <c:pt idx="233">
                  <c:v>12.21278916</c:v>
                </c:pt>
                <c:pt idx="234">
                  <c:v>12.23059039</c:v>
                </c:pt>
                <c:pt idx="235">
                  <c:v>12.23761367</c:v>
                </c:pt>
                <c:pt idx="236">
                  <c:v>12.251233300000001</c:v>
                </c:pt>
                <c:pt idx="237">
                  <c:v>12.266371899999999</c:v>
                </c:pt>
                <c:pt idx="238">
                  <c:v>12.195276379999999</c:v>
                </c:pt>
                <c:pt idx="239">
                  <c:v>12.213184679999999</c:v>
                </c:pt>
                <c:pt idx="240">
                  <c:v>12.20464203</c:v>
                </c:pt>
                <c:pt idx="241">
                  <c:v>12.18644025</c:v>
                </c:pt>
                <c:pt idx="242">
                  <c:v>12.15485281</c:v>
                </c:pt>
                <c:pt idx="243">
                  <c:v>11.950041519999999</c:v>
                </c:pt>
                <c:pt idx="244">
                  <c:v>11.68372181</c:v>
                </c:pt>
                <c:pt idx="245">
                  <c:v>11.33817176</c:v>
                </c:pt>
                <c:pt idx="246">
                  <c:v>10.879923420000001</c:v>
                </c:pt>
                <c:pt idx="247">
                  <c:v>10.242306839999999</c:v>
                </c:pt>
                <c:pt idx="248">
                  <c:v>9.1841120150000002</c:v>
                </c:pt>
                <c:pt idx="249">
                  <c:v>8.1230283449999998</c:v>
                </c:pt>
                <c:pt idx="250">
                  <c:v>7.0396021529999997</c:v>
                </c:pt>
                <c:pt idx="251">
                  <c:v>5.6670477679999998</c:v>
                </c:pt>
                <c:pt idx="252">
                  <c:v>4.394512185</c:v>
                </c:pt>
                <c:pt idx="253">
                  <c:v>3.610381968</c:v>
                </c:pt>
                <c:pt idx="254">
                  <c:v>3.1073801959999998</c:v>
                </c:pt>
                <c:pt idx="255">
                  <c:v>2.9096778969999999</c:v>
                </c:pt>
                <c:pt idx="256">
                  <c:v>2.772445018</c:v>
                </c:pt>
                <c:pt idx="257">
                  <c:v>2.5303072019999999</c:v>
                </c:pt>
                <c:pt idx="258">
                  <c:v>2.1659822910000002</c:v>
                </c:pt>
                <c:pt idx="259">
                  <c:v>1.844266148</c:v>
                </c:pt>
                <c:pt idx="260">
                  <c:v>1.5506628680000001</c:v>
                </c:pt>
                <c:pt idx="261">
                  <c:v>1.342261981</c:v>
                </c:pt>
                <c:pt idx="262">
                  <c:v>1.2730250599999999</c:v>
                </c:pt>
                <c:pt idx="263">
                  <c:v>1.1896369369999999</c:v>
                </c:pt>
                <c:pt idx="264">
                  <c:v>1.157263462</c:v>
                </c:pt>
                <c:pt idx="265">
                  <c:v>1.2161187870000001</c:v>
                </c:pt>
                <c:pt idx="266">
                  <c:v>1.1433128969999999</c:v>
                </c:pt>
                <c:pt idx="267">
                  <c:v>1.0843251899999999</c:v>
                </c:pt>
                <c:pt idx="268">
                  <c:v>0.97843007800000004</c:v>
                </c:pt>
                <c:pt idx="269">
                  <c:v>0.915390598</c:v>
                </c:pt>
                <c:pt idx="270">
                  <c:v>0.84969896</c:v>
                </c:pt>
                <c:pt idx="271">
                  <c:v>0.84231397100000005</c:v>
                </c:pt>
                <c:pt idx="272">
                  <c:v>0.81094761599999998</c:v>
                </c:pt>
                <c:pt idx="273">
                  <c:v>0.781938621</c:v>
                </c:pt>
                <c:pt idx="274">
                  <c:v>0.80928328599999999</c:v>
                </c:pt>
                <c:pt idx="275">
                  <c:v>0.83210021599999995</c:v>
                </c:pt>
                <c:pt idx="276">
                  <c:v>0.80807627900000001</c:v>
                </c:pt>
                <c:pt idx="277">
                  <c:v>0.77709912999999997</c:v>
                </c:pt>
                <c:pt idx="278">
                  <c:v>0.77604541699999996</c:v>
                </c:pt>
                <c:pt idx="279">
                  <c:v>0.77730112900000004</c:v>
                </c:pt>
                <c:pt idx="280">
                  <c:v>0.86722798800000001</c:v>
                </c:pt>
                <c:pt idx="281">
                  <c:v>0.86162091399999996</c:v>
                </c:pt>
                <c:pt idx="282">
                  <c:v>1.6125209490000001</c:v>
                </c:pt>
                <c:pt idx="283">
                  <c:v>2.3403462419999999</c:v>
                </c:pt>
                <c:pt idx="284">
                  <c:v>2.8678217730000002</c:v>
                </c:pt>
                <c:pt idx="285">
                  <c:v>3.2516295749999999</c:v>
                </c:pt>
                <c:pt idx="286">
                  <c:v>3.8697986499999999</c:v>
                </c:pt>
                <c:pt idx="287">
                  <c:v>4.4941563980000003</c:v>
                </c:pt>
                <c:pt idx="288">
                  <c:v>5.2795573080000002</c:v>
                </c:pt>
                <c:pt idx="289">
                  <c:v>6.0249379449999996</c:v>
                </c:pt>
                <c:pt idx="290">
                  <c:v>6.7716178779999998</c:v>
                </c:pt>
                <c:pt idx="291">
                  <c:v>7.365110724</c:v>
                </c:pt>
                <c:pt idx="292">
                  <c:v>7.9369756210000002</c:v>
                </c:pt>
                <c:pt idx="293">
                  <c:v>8.7904917749999996</c:v>
                </c:pt>
                <c:pt idx="294">
                  <c:v>9.3793897059999995</c:v>
                </c:pt>
                <c:pt idx="295">
                  <c:v>10.019528299999999</c:v>
                </c:pt>
                <c:pt idx="296">
                  <c:v>10.40495973</c:v>
                </c:pt>
                <c:pt idx="297">
                  <c:v>10.6933992</c:v>
                </c:pt>
                <c:pt idx="298">
                  <c:v>10.81092933</c:v>
                </c:pt>
                <c:pt idx="299">
                  <c:v>10.921516179999999</c:v>
                </c:pt>
                <c:pt idx="300">
                  <c:v>11.097808860000001</c:v>
                </c:pt>
                <c:pt idx="301">
                  <c:v>11.306940819999999</c:v>
                </c:pt>
                <c:pt idx="302">
                  <c:v>11.51781121</c:v>
                </c:pt>
                <c:pt idx="303">
                  <c:v>11.61041767</c:v>
                </c:pt>
                <c:pt idx="304">
                  <c:v>11.681701820000001</c:v>
                </c:pt>
                <c:pt idx="305">
                  <c:v>11.866133339999999</c:v>
                </c:pt>
                <c:pt idx="306">
                  <c:v>11.899787</c:v>
                </c:pt>
                <c:pt idx="307">
                  <c:v>11.9477624</c:v>
                </c:pt>
                <c:pt idx="308">
                  <c:v>11.97691397</c:v>
                </c:pt>
                <c:pt idx="309">
                  <c:v>12.05415254</c:v>
                </c:pt>
                <c:pt idx="310">
                  <c:v>12.15052455</c:v>
                </c:pt>
                <c:pt idx="311">
                  <c:v>12.21462</c:v>
                </c:pt>
                <c:pt idx="312">
                  <c:v>12.29149731</c:v>
                </c:pt>
                <c:pt idx="313">
                  <c:v>12.43475827</c:v>
                </c:pt>
                <c:pt idx="314">
                  <c:v>12.72736059</c:v>
                </c:pt>
                <c:pt idx="315">
                  <c:v>12.778429360000001</c:v>
                </c:pt>
                <c:pt idx="316">
                  <c:v>12.81554055</c:v>
                </c:pt>
                <c:pt idx="317">
                  <c:v>12.825679210000001</c:v>
                </c:pt>
                <c:pt idx="318">
                  <c:v>12.828094</c:v>
                </c:pt>
                <c:pt idx="319">
                  <c:v>12.885474</c:v>
                </c:pt>
                <c:pt idx="320">
                  <c:v>12.85825176</c:v>
                </c:pt>
                <c:pt idx="321">
                  <c:v>12.84437088</c:v>
                </c:pt>
                <c:pt idx="322">
                  <c:v>12.82490481</c:v>
                </c:pt>
                <c:pt idx="323">
                  <c:v>12.863388949999999</c:v>
                </c:pt>
                <c:pt idx="324">
                  <c:v>12.8247448</c:v>
                </c:pt>
                <c:pt idx="325">
                  <c:v>12.782113280000001</c:v>
                </c:pt>
                <c:pt idx="326">
                  <c:v>12.71622848</c:v>
                </c:pt>
                <c:pt idx="327">
                  <c:v>12.594235080000001</c:v>
                </c:pt>
                <c:pt idx="328">
                  <c:v>12.40336885</c:v>
                </c:pt>
                <c:pt idx="329">
                  <c:v>12.08563655</c:v>
                </c:pt>
                <c:pt idx="330">
                  <c:v>11.5030892</c:v>
                </c:pt>
                <c:pt idx="331">
                  <c:v>10.965921679999999</c:v>
                </c:pt>
                <c:pt idx="332">
                  <c:v>10.142716829999999</c:v>
                </c:pt>
                <c:pt idx="333">
                  <c:v>9.2353067529999997</c:v>
                </c:pt>
                <c:pt idx="334">
                  <c:v>8.4100306180000004</c:v>
                </c:pt>
                <c:pt idx="335">
                  <c:v>7.4983926299999997</c:v>
                </c:pt>
                <c:pt idx="336">
                  <c:v>6.6008997660000004</c:v>
                </c:pt>
                <c:pt idx="337">
                  <c:v>5.710419688</c:v>
                </c:pt>
                <c:pt idx="338">
                  <c:v>4.9076602969999996</c:v>
                </c:pt>
                <c:pt idx="339">
                  <c:v>4.2143433720000001</c:v>
                </c:pt>
                <c:pt idx="340">
                  <c:v>3.7147452460000001</c:v>
                </c:pt>
                <c:pt idx="341">
                  <c:v>3.4887191400000002</c:v>
                </c:pt>
                <c:pt idx="342">
                  <c:v>3.2448617290000001</c:v>
                </c:pt>
                <c:pt idx="343">
                  <c:v>3.0023552410000001</c:v>
                </c:pt>
                <c:pt idx="344">
                  <c:v>2.8088652440000001</c:v>
                </c:pt>
                <c:pt idx="345">
                  <c:v>2.5857947979999998</c:v>
                </c:pt>
                <c:pt idx="346">
                  <c:v>2.3506597409999999</c:v>
                </c:pt>
                <c:pt idx="347">
                  <c:v>2.1230437819999999</c:v>
                </c:pt>
                <c:pt idx="348">
                  <c:v>1.8738527979999999</c:v>
                </c:pt>
                <c:pt idx="349">
                  <c:v>1.716900238</c:v>
                </c:pt>
                <c:pt idx="350">
                  <c:v>1.55985051</c:v>
                </c:pt>
                <c:pt idx="351">
                  <c:v>1.358911124</c:v>
                </c:pt>
                <c:pt idx="352">
                  <c:v>1.1712262040000001</c:v>
                </c:pt>
                <c:pt idx="353">
                  <c:v>0.95899785299999996</c:v>
                </c:pt>
                <c:pt idx="354">
                  <c:v>0.89454199999999995</c:v>
                </c:pt>
                <c:pt idx="355">
                  <c:v>0.86545099999999997</c:v>
                </c:pt>
                <c:pt idx="356">
                  <c:v>0.85135400000000006</c:v>
                </c:pt>
                <c:pt idx="357">
                  <c:v>0.76543499999999998</c:v>
                </c:pt>
                <c:pt idx="358">
                  <c:v>0.71655400000000002</c:v>
                </c:pt>
                <c:pt idx="359">
                  <c:v>0.68754300000000002</c:v>
                </c:pt>
                <c:pt idx="360">
                  <c:v>0.64879699999999996</c:v>
                </c:pt>
                <c:pt idx="361">
                  <c:v>0.69487399999999999</c:v>
                </c:pt>
                <c:pt idx="362">
                  <c:v>0.79151300000000002</c:v>
                </c:pt>
                <c:pt idx="363">
                  <c:v>0.784354</c:v>
                </c:pt>
                <c:pt idx="364">
                  <c:v>0.81215400000000004</c:v>
                </c:pt>
                <c:pt idx="365">
                  <c:v>0.84654600000000002</c:v>
                </c:pt>
                <c:pt idx="366">
                  <c:v>0.86591177200000002</c:v>
                </c:pt>
                <c:pt idx="367">
                  <c:v>1.4042346290000001</c:v>
                </c:pt>
                <c:pt idx="368">
                  <c:v>1.6943367540000001</c:v>
                </c:pt>
                <c:pt idx="369">
                  <c:v>1.972744751</c:v>
                </c:pt>
                <c:pt idx="370">
                  <c:v>2.231440455</c:v>
                </c:pt>
                <c:pt idx="371">
                  <c:v>2.4715462010000002</c:v>
                </c:pt>
                <c:pt idx="372">
                  <c:v>2.906157071</c:v>
                </c:pt>
                <c:pt idx="373">
                  <c:v>3.5527052590000001</c:v>
                </c:pt>
                <c:pt idx="374">
                  <c:v>4.1814147549999996</c:v>
                </c:pt>
                <c:pt idx="375">
                  <c:v>4.959488458</c:v>
                </c:pt>
                <c:pt idx="376">
                  <c:v>5.7157042159999998</c:v>
                </c:pt>
                <c:pt idx="377">
                  <c:v>6.567693931</c:v>
                </c:pt>
                <c:pt idx="378">
                  <c:v>7.4513982609999996</c:v>
                </c:pt>
                <c:pt idx="379">
                  <c:v>8.410475387</c:v>
                </c:pt>
                <c:pt idx="380">
                  <c:v>9.0846538330000008</c:v>
                </c:pt>
                <c:pt idx="381">
                  <c:v>9.8155134159999999</c:v>
                </c:pt>
                <c:pt idx="382">
                  <c:v>10.30638126</c:v>
                </c:pt>
                <c:pt idx="383">
                  <c:v>10.795881039999999</c:v>
                </c:pt>
                <c:pt idx="384">
                  <c:v>11.14598391</c:v>
                </c:pt>
                <c:pt idx="385">
                  <c:v>11.49396211</c:v>
                </c:pt>
                <c:pt idx="386">
                  <c:v>11.677578710000001</c:v>
                </c:pt>
                <c:pt idx="387">
                  <c:v>11.87722638</c:v>
                </c:pt>
                <c:pt idx="388">
                  <c:v>12.04795803</c:v>
                </c:pt>
                <c:pt idx="389">
                  <c:v>12.334052549999999</c:v>
                </c:pt>
                <c:pt idx="390">
                  <c:v>12.437741620000001</c:v>
                </c:pt>
                <c:pt idx="391">
                  <c:v>12.602133050000001</c:v>
                </c:pt>
                <c:pt idx="392">
                  <c:v>12.63903833</c:v>
                </c:pt>
                <c:pt idx="393">
                  <c:v>12.74191708</c:v>
                </c:pt>
                <c:pt idx="394">
                  <c:v>13.011668520000001</c:v>
                </c:pt>
                <c:pt idx="395">
                  <c:v>13.001162730000001</c:v>
                </c:pt>
                <c:pt idx="396">
                  <c:v>12.994778309999999</c:v>
                </c:pt>
                <c:pt idx="397">
                  <c:v>12.988548590000001</c:v>
                </c:pt>
                <c:pt idx="398">
                  <c:v>12.98926604</c:v>
                </c:pt>
                <c:pt idx="399">
                  <c:v>12.98576471</c:v>
                </c:pt>
                <c:pt idx="400">
                  <c:v>12.985769660000001</c:v>
                </c:pt>
                <c:pt idx="401">
                  <c:v>12.986210489999999</c:v>
                </c:pt>
                <c:pt idx="402">
                  <c:v>12.984993940000001</c:v>
                </c:pt>
                <c:pt idx="403">
                  <c:v>12.978773929999999</c:v>
                </c:pt>
                <c:pt idx="404">
                  <c:v>12.98942295</c:v>
                </c:pt>
                <c:pt idx="405">
                  <c:v>12.90511515</c:v>
                </c:pt>
                <c:pt idx="406">
                  <c:v>12.87765929</c:v>
                </c:pt>
                <c:pt idx="407">
                  <c:v>12.87601362</c:v>
                </c:pt>
                <c:pt idx="408">
                  <c:v>12.81898133</c:v>
                </c:pt>
                <c:pt idx="409">
                  <c:v>12.784125680000001</c:v>
                </c:pt>
                <c:pt idx="410">
                  <c:v>12.745942019999999</c:v>
                </c:pt>
                <c:pt idx="411">
                  <c:v>12.664207190000001</c:v>
                </c:pt>
                <c:pt idx="412">
                  <c:v>12.29434573</c:v>
                </c:pt>
                <c:pt idx="413">
                  <c:v>12.11862955</c:v>
                </c:pt>
                <c:pt idx="414">
                  <c:v>11.51442387</c:v>
                </c:pt>
                <c:pt idx="415">
                  <c:v>11.05206729</c:v>
                </c:pt>
                <c:pt idx="416">
                  <c:v>10.43272857</c:v>
                </c:pt>
                <c:pt idx="417">
                  <c:v>9.9772749610000009</c:v>
                </c:pt>
                <c:pt idx="418">
                  <c:v>9.2809057900000003</c:v>
                </c:pt>
                <c:pt idx="419">
                  <c:v>8.7036823390000002</c:v>
                </c:pt>
                <c:pt idx="420">
                  <c:v>7.6576250239999997</c:v>
                </c:pt>
                <c:pt idx="421">
                  <c:v>6.6706714399999996</c:v>
                </c:pt>
                <c:pt idx="422">
                  <c:v>5.5434526210000001</c:v>
                </c:pt>
                <c:pt idx="423">
                  <c:v>4.6324302089999998</c:v>
                </c:pt>
                <c:pt idx="424">
                  <c:v>4.048675405</c:v>
                </c:pt>
                <c:pt idx="425">
                  <c:v>3.6811118199999999</c:v>
                </c:pt>
                <c:pt idx="426">
                  <c:v>3.3542321720000001</c:v>
                </c:pt>
                <c:pt idx="427">
                  <c:v>2.9980153550000002</c:v>
                </c:pt>
                <c:pt idx="428">
                  <c:v>2.6228556680000001</c:v>
                </c:pt>
                <c:pt idx="429">
                  <c:v>2.2459724620000001</c:v>
                </c:pt>
                <c:pt idx="430">
                  <c:v>2.0606898889999998</c:v>
                </c:pt>
                <c:pt idx="431">
                  <c:v>1.8715019879999999</c:v>
                </c:pt>
                <c:pt idx="432">
                  <c:v>1.655268494</c:v>
                </c:pt>
                <c:pt idx="433">
                  <c:v>1.436003924</c:v>
                </c:pt>
                <c:pt idx="434">
                  <c:v>1.199442492</c:v>
                </c:pt>
                <c:pt idx="435">
                  <c:v>0.88664024299999999</c:v>
                </c:pt>
                <c:pt idx="436">
                  <c:v>0.565345985</c:v>
                </c:pt>
              </c:numCache>
            </c:numRef>
          </c:xVal>
          <c:yVal>
            <c:numRef>
              <c:f>[1]Sheet1!$T$2:$T$1293</c:f>
              <c:numCache>
                <c:formatCode>General</c:formatCode>
                <c:ptCount val="1292"/>
                <c:pt idx="1">
                  <c:v>91.43822999999999</c:v>
                </c:pt>
                <c:pt idx="2">
                  <c:v>91.469450000000009</c:v>
                </c:pt>
                <c:pt idx="3">
                  <c:v>91.497870000000006</c:v>
                </c:pt>
                <c:pt idx="4">
                  <c:v>91.520089999999996</c:v>
                </c:pt>
                <c:pt idx="5">
                  <c:v>91.540769999999995</c:v>
                </c:pt>
                <c:pt idx="6">
                  <c:v>91.526700000000005</c:v>
                </c:pt>
                <c:pt idx="7">
                  <c:v>91.518810000000002</c:v>
                </c:pt>
                <c:pt idx="8">
                  <c:v>91.510499999999993</c:v>
                </c:pt>
                <c:pt idx="9">
                  <c:v>91.504279999999994</c:v>
                </c:pt>
                <c:pt idx="10">
                  <c:v>91.517219999999995</c:v>
                </c:pt>
                <c:pt idx="11">
                  <c:v>91.675470000000004</c:v>
                </c:pt>
                <c:pt idx="12">
                  <c:v>91.679359999999988</c:v>
                </c:pt>
                <c:pt idx="13">
                  <c:v>91.767959999999988</c:v>
                </c:pt>
                <c:pt idx="14">
                  <c:v>91.854320000000001</c:v>
                </c:pt>
                <c:pt idx="15">
                  <c:v>92.07208</c:v>
                </c:pt>
                <c:pt idx="16">
                  <c:v>92.391070000000013</c:v>
                </c:pt>
                <c:pt idx="17">
                  <c:v>92.610620000000011</c:v>
                </c:pt>
                <c:pt idx="18">
                  <c:v>92.647429999999986</c:v>
                </c:pt>
                <c:pt idx="19">
                  <c:v>92.514929999999993</c:v>
                </c:pt>
                <c:pt idx="20">
                  <c:v>92.792010000000005</c:v>
                </c:pt>
                <c:pt idx="21">
                  <c:v>92.727140000000006</c:v>
                </c:pt>
                <c:pt idx="22">
                  <c:v>92.717810000000014</c:v>
                </c:pt>
                <c:pt idx="23">
                  <c:v>92.986829999999998</c:v>
                </c:pt>
                <c:pt idx="24">
                  <c:v>92.916910000000001</c:v>
                </c:pt>
                <c:pt idx="25">
                  <c:v>93.085669999999993</c:v>
                </c:pt>
                <c:pt idx="26">
                  <c:v>93.179130000000015</c:v>
                </c:pt>
                <c:pt idx="27">
                  <c:v>93.007080000000002</c:v>
                </c:pt>
                <c:pt idx="28">
                  <c:v>93.142300000000006</c:v>
                </c:pt>
                <c:pt idx="29">
                  <c:v>93.204209999999989</c:v>
                </c:pt>
                <c:pt idx="30">
                  <c:v>93.112300000000005</c:v>
                </c:pt>
                <c:pt idx="31">
                  <c:v>93.116029999999995</c:v>
                </c:pt>
                <c:pt idx="32">
                  <c:v>93.218519999999998</c:v>
                </c:pt>
                <c:pt idx="33">
                  <c:v>93.16019</c:v>
                </c:pt>
                <c:pt idx="34">
                  <c:v>93.095890000000011</c:v>
                </c:pt>
                <c:pt idx="35">
                  <c:v>93.117379999999997</c:v>
                </c:pt>
                <c:pt idx="36">
                  <c:v>93.164709999999999</c:v>
                </c:pt>
                <c:pt idx="37">
                  <c:v>93.020980000000009</c:v>
                </c:pt>
                <c:pt idx="38">
                  <c:v>93.115819999999999</c:v>
                </c:pt>
                <c:pt idx="39">
                  <c:v>93.270520000000005</c:v>
                </c:pt>
                <c:pt idx="40">
                  <c:v>93.343260000000015</c:v>
                </c:pt>
                <c:pt idx="41">
                  <c:v>93.230530000000002</c:v>
                </c:pt>
                <c:pt idx="42">
                  <c:v>93.280999999999992</c:v>
                </c:pt>
                <c:pt idx="43">
                  <c:v>93.320149999999998</c:v>
                </c:pt>
                <c:pt idx="44">
                  <c:v>93.376289999999997</c:v>
                </c:pt>
                <c:pt idx="45">
                  <c:v>93.4</c:v>
                </c:pt>
                <c:pt idx="46">
                  <c:v>93.333460000000002</c:v>
                </c:pt>
                <c:pt idx="47">
                  <c:v>93.281059999999997</c:v>
                </c:pt>
                <c:pt idx="48">
                  <c:v>93.240839999999992</c:v>
                </c:pt>
                <c:pt idx="49">
                  <c:v>93.32629</c:v>
                </c:pt>
                <c:pt idx="50">
                  <c:v>93.455840000000009</c:v>
                </c:pt>
                <c:pt idx="51">
                  <c:v>93.43329</c:v>
                </c:pt>
                <c:pt idx="52">
                  <c:v>93.413389999999993</c:v>
                </c:pt>
                <c:pt idx="53">
                  <c:v>93.404840000000007</c:v>
                </c:pt>
                <c:pt idx="54">
                  <c:v>93.370159999999998</c:v>
                </c:pt>
                <c:pt idx="55">
                  <c:v>93.431539999999998</c:v>
                </c:pt>
                <c:pt idx="56">
                  <c:v>93.405489999999986</c:v>
                </c:pt>
                <c:pt idx="57">
                  <c:v>93.39833999999999</c:v>
                </c:pt>
                <c:pt idx="58">
                  <c:v>93.396039999999999</c:v>
                </c:pt>
                <c:pt idx="59">
                  <c:v>93.380810000000011</c:v>
                </c:pt>
                <c:pt idx="60">
                  <c:v>93.38485</c:v>
                </c:pt>
                <c:pt idx="61">
                  <c:v>93.387019999999993</c:v>
                </c:pt>
                <c:pt idx="62">
                  <c:v>93.37621</c:v>
                </c:pt>
                <c:pt idx="63">
                  <c:v>93.367789999999999</c:v>
                </c:pt>
                <c:pt idx="64">
                  <c:v>93.32762000000001</c:v>
                </c:pt>
                <c:pt idx="65">
                  <c:v>93.40016</c:v>
                </c:pt>
                <c:pt idx="66">
                  <c:v>93.325890000000001</c:v>
                </c:pt>
                <c:pt idx="67">
                  <c:v>93.497249999999994</c:v>
                </c:pt>
                <c:pt idx="68">
                  <c:v>93.510649999999998</c:v>
                </c:pt>
                <c:pt idx="69">
                  <c:v>93.38843</c:v>
                </c:pt>
                <c:pt idx="70">
                  <c:v>93.104460000000003</c:v>
                </c:pt>
                <c:pt idx="71">
                  <c:v>93.106380000000001</c:v>
                </c:pt>
                <c:pt idx="72">
                  <c:v>93.094509999999985</c:v>
                </c:pt>
                <c:pt idx="73">
                  <c:v>93.272049999999993</c:v>
                </c:pt>
                <c:pt idx="74">
                  <c:v>92.92934000000001</c:v>
                </c:pt>
                <c:pt idx="75">
                  <c:v>93.018590000000003</c:v>
                </c:pt>
                <c:pt idx="76">
                  <c:v>92.986439999999988</c:v>
                </c:pt>
                <c:pt idx="77">
                  <c:v>92.976030000000009</c:v>
                </c:pt>
                <c:pt idx="78">
                  <c:v>92.846030000000013</c:v>
                </c:pt>
                <c:pt idx="79">
                  <c:v>92.61618</c:v>
                </c:pt>
                <c:pt idx="80">
                  <c:v>92.518280000000004</c:v>
                </c:pt>
                <c:pt idx="81">
                  <c:v>92.439820000000012</c:v>
                </c:pt>
                <c:pt idx="82">
                  <c:v>92.402739999999994</c:v>
                </c:pt>
                <c:pt idx="83">
                  <c:v>92.519899999999993</c:v>
                </c:pt>
                <c:pt idx="84">
                  <c:v>92.230289999999997</c:v>
                </c:pt>
                <c:pt idx="85">
                  <c:v>92.170810000000003</c:v>
                </c:pt>
                <c:pt idx="86">
                  <c:v>92.23857000000001</c:v>
                </c:pt>
                <c:pt idx="87">
                  <c:v>92.048240000000007</c:v>
                </c:pt>
                <c:pt idx="88">
                  <c:v>91.910240000000002</c:v>
                </c:pt>
                <c:pt idx="89">
                  <c:v>91.803269999999998</c:v>
                </c:pt>
                <c:pt idx="90">
                  <c:v>91.803510000000003</c:v>
                </c:pt>
                <c:pt idx="91">
                  <c:v>91.780320000000003</c:v>
                </c:pt>
                <c:pt idx="92">
                  <c:v>91.91574</c:v>
                </c:pt>
                <c:pt idx="93">
                  <c:v>91.719200000000001</c:v>
                </c:pt>
                <c:pt idx="94">
                  <c:v>91.825130000000001</c:v>
                </c:pt>
                <c:pt idx="95">
                  <c:v>91.66377</c:v>
                </c:pt>
                <c:pt idx="96">
                  <c:v>91.63843</c:v>
                </c:pt>
                <c:pt idx="97">
                  <c:v>91.622009999999989</c:v>
                </c:pt>
                <c:pt idx="98">
                  <c:v>91.569000000000003</c:v>
                </c:pt>
                <c:pt idx="99">
                  <c:v>91.598539999999986</c:v>
                </c:pt>
                <c:pt idx="100">
                  <c:v>91.585049999999995</c:v>
                </c:pt>
                <c:pt idx="101">
                  <c:v>91.729299999999995</c:v>
                </c:pt>
                <c:pt idx="102">
                  <c:v>91.669690000000003</c:v>
                </c:pt>
                <c:pt idx="103">
                  <c:v>91.627579999999995</c:v>
                </c:pt>
                <c:pt idx="104">
                  <c:v>91.564490000000006</c:v>
                </c:pt>
                <c:pt idx="105">
                  <c:v>91.525419999999997</c:v>
                </c:pt>
                <c:pt idx="106">
                  <c:v>91.491430000000008</c:v>
                </c:pt>
                <c:pt idx="107">
                  <c:v>91.467779999999991</c:v>
                </c:pt>
                <c:pt idx="108">
                  <c:v>91.47838999999999</c:v>
                </c:pt>
                <c:pt idx="109">
                  <c:v>91.486000000000004</c:v>
                </c:pt>
                <c:pt idx="110">
                  <c:v>91.428049999999985</c:v>
                </c:pt>
                <c:pt idx="111">
                  <c:v>91.642170000000007</c:v>
                </c:pt>
                <c:pt idx="112">
                  <c:v>91.702580000000012</c:v>
                </c:pt>
                <c:pt idx="113">
                  <c:v>91.789569999999998</c:v>
                </c:pt>
                <c:pt idx="114">
                  <c:v>91.907470000000004</c:v>
                </c:pt>
                <c:pt idx="115">
                  <c:v>92.074580000000012</c:v>
                </c:pt>
                <c:pt idx="116">
                  <c:v>92.233499999999992</c:v>
                </c:pt>
                <c:pt idx="117">
                  <c:v>92.32978</c:v>
                </c:pt>
                <c:pt idx="118">
                  <c:v>92.298150000000007</c:v>
                </c:pt>
                <c:pt idx="119">
                  <c:v>92.464209999999994</c:v>
                </c:pt>
                <c:pt idx="120">
                  <c:v>92.610109999999992</c:v>
                </c:pt>
                <c:pt idx="121">
                  <c:v>92.696970000000007</c:v>
                </c:pt>
                <c:pt idx="122">
                  <c:v>92.515990000000002</c:v>
                </c:pt>
                <c:pt idx="123">
                  <c:v>92.585750000000004</c:v>
                </c:pt>
                <c:pt idx="124">
                  <c:v>92.897919999999999</c:v>
                </c:pt>
                <c:pt idx="125">
                  <c:v>92.692390000000003</c:v>
                </c:pt>
                <c:pt idx="126">
                  <c:v>92.811190000000011</c:v>
                </c:pt>
                <c:pt idx="127">
                  <c:v>93.076480000000004</c:v>
                </c:pt>
                <c:pt idx="128">
                  <c:v>93.08202</c:v>
                </c:pt>
                <c:pt idx="129">
                  <c:v>92.954769999999996</c:v>
                </c:pt>
                <c:pt idx="130">
                  <c:v>92.941249999999997</c:v>
                </c:pt>
                <c:pt idx="131">
                  <c:v>92.905379999999994</c:v>
                </c:pt>
                <c:pt idx="132">
                  <c:v>92.9255</c:v>
                </c:pt>
                <c:pt idx="133">
                  <c:v>92.943920000000006</c:v>
                </c:pt>
                <c:pt idx="134">
                  <c:v>92.996359999999996</c:v>
                </c:pt>
                <c:pt idx="135">
                  <c:v>92.954170000000005</c:v>
                </c:pt>
                <c:pt idx="136">
                  <c:v>92.912320000000008</c:v>
                </c:pt>
                <c:pt idx="137">
                  <c:v>92.972649999999987</c:v>
                </c:pt>
                <c:pt idx="138">
                  <c:v>93.025420000000011</c:v>
                </c:pt>
                <c:pt idx="139">
                  <c:v>93.06814</c:v>
                </c:pt>
                <c:pt idx="140">
                  <c:v>92.968159999999997</c:v>
                </c:pt>
                <c:pt idx="141">
                  <c:v>92.892980000000009</c:v>
                </c:pt>
                <c:pt idx="142">
                  <c:v>93.012130000000013</c:v>
                </c:pt>
                <c:pt idx="143">
                  <c:v>92.872350000000012</c:v>
                </c:pt>
                <c:pt idx="144">
                  <c:v>92.829540000000009</c:v>
                </c:pt>
                <c:pt idx="145">
                  <c:v>92.786030000000011</c:v>
                </c:pt>
                <c:pt idx="146">
                  <c:v>92.743400000000008</c:v>
                </c:pt>
                <c:pt idx="147">
                  <c:v>92.948869999999999</c:v>
                </c:pt>
                <c:pt idx="148">
                  <c:v>92.954089999999994</c:v>
                </c:pt>
                <c:pt idx="149">
                  <c:v>92.955369999999988</c:v>
                </c:pt>
                <c:pt idx="150">
                  <c:v>93.190880000000007</c:v>
                </c:pt>
                <c:pt idx="151">
                  <c:v>92.962980000000002</c:v>
                </c:pt>
                <c:pt idx="152">
                  <c:v>93.044089999999997</c:v>
                </c:pt>
                <c:pt idx="153">
                  <c:v>93.02901</c:v>
                </c:pt>
                <c:pt idx="154">
                  <c:v>93.078879999999998</c:v>
                </c:pt>
                <c:pt idx="155">
                  <c:v>93.120809999999992</c:v>
                </c:pt>
                <c:pt idx="156">
                  <c:v>93.152940000000001</c:v>
                </c:pt>
                <c:pt idx="157">
                  <c:v>93.178079999999994</c:v>
                </c:pt>
                <c:pt idx="158">
                  <c:v>93.186859999999996</c:v>
                </c:pt>
                <c:pt idx="159">
                  <c:v>93.140680000000003</c:v>
                </c:pt>
                <c:pt idx="160">
                  <c:v>93.251390000000001</c:v>
                </c:pt>
                <c:pt idx="161">
                  <c:v>93.120449999999991</c:v>
                </c:pt>
                <c:pt idx="162">
                  <c:v>92.931139999999999</c:v>
                </c:pt>
                <c:pt idx="163">
                  <c:v>93.048739999999995</c:v>
                </c:pt>
                <c:pt idx="164">
                  <c:v>92.952480000000008</c:v>
                </c:pt>
                <c:pt idx="165">
                  <c:v>92.931129999999996</c:v>
                </c:pt>
                <c:pt idx="166">
                  <c:v>93.032970000000006</c:v>
                </c:pt>
                <c:pt idx="167">
                  <c:v>92.947299999999998</c:v>
                </c:pt>
                <c:pt idx="168">
                  <c:v>92.888319999999993</c:v>
                </c:pt>
                <c:pt idx="169">
                  <c:v>92.924840000000003</c:v>
                </c:pt>
                <c:pt idx="170">
                  <c:v>92.76348999999999</c:v>
                </c:pt>
                <c:pt idx="171">
                  <c:v>92.728009999999998</c:v>
                </c:pt>
                <c:pt idx="172">
                  <c:v>92.690280000000001</c:v>
                </c:pt>
                <c:pt idx="173">
                  <c:v>92.504199999999997</c:v>
                </c:pt>
                <c:pt idx="174">
                  <c:v>92.426439999999999</c:v>
                </c:pt>
                <c:pt idx="175">
                  <c:v>92.517189999999999</c:v>
                </c:pt>
                <c:pt idx="176">
                  <c:v>92.231740000000002</c:v>
                </c:pt>
                <c:pt idx="177">
                  <c:v>92.329190000000011</c:v>
                </c:pt>
                <c:pt idx="178">
                  <c:v>92.05519000000001</c:v>
                </c:pt>
                <c:pt idx="179">
                  <c:v>92.164300000000011</c:v>
                </c:pt>
                <c:pt idx="180">
                  <c:v>92.022539999999992</c:v>
                </c:pt>
                <c:pt idx="181">
                  <c:v>91.911259999999999</c:v>
                </c:pt>
                <c:pt idx="182">
                  <c:v>91.804780000000008</c:v>
                </c:pt>
                <c:pt idx="183">
                  <c:v>91.785340000000005</c:v>
                </c:pt>
                <c:pt idx="184">
                  <c:v>91.624979999999994</c:v>
                </c:pt>
                <c:pt idx="185">
                  <c:v>91.614640000000009</c:v>
                </c:pt>
                <c:pt idx="186">
                  <c:v>91.68159</c:v>
                </c:pt>
                <c:pt idx="187">
                  <c:v>91.445250000000001</c:v>
                </c:pt>
                <c:pt idx="188">
                  <c:v>91.499809999999997</c:v>
                </c:pt>
                <c:pt idx="189">
                  <c:v>91.466709999999992</c:v>
                </c:pt>
                <c:pt idx="190">
                  <c:v>91.472560000000001</c:v>
                </c:pt>
                <c:pt idx="191">
                  <c:v>91.52861</c:v>
                </c:pt>
                <c:pt idx="192">
                  <c:v>91.296769999999995</c:v>
                </c:pt>
                <c:pt idx="193">
                  <c:v>91.232100000000003</c:v>
                </c:pt>
                <c:pt idx="194">
                  <c:v>91.24893999999999</c:v>
                </c:pt>
                <c:pt idx="195">
                  <c:v>91.330010000000001</c:v>
                </c:pt>
                <c:pt idx="196">
                  <c:v>91.176069999999996</c:v>
                </c:pt>
                <c:pt idx="197">
                  <c:v>91.131220000000013</c:v>
                </c:pt>
                <c:pt idx="198">
                  <c:v>91.166870000000003</c:v>
                </c:pt>
                <c:pt idx="199">
                  <c:v>91.063040000000001</c:v>
                </c:pt>
                <c:pt idx="200">
                  <c:v>91.031040000000004</c:v>
                </c:pt>
                <c:pt idx="201">
                  <c:v>91.002989999999997</c:v>
                </c:pt>
                <c:pt idx="202">
                  <c:v>91.155799999999999</c:v>
                </c:pt>
                <c:pt idx="203">
                  <c:v>91</c:v>
                </c:pt>
                <c:pt idx="204">
                  <c:v>91.13776</c:v>
                </c:pt>
                <c:pt idx="205">
                  <c:v>91.164090000000016</c:v>
                </c:pt>
                <c:pt idx="206">
                  <c:v>91.112400000000008</c:v>
                </c:pt>
                <c:pt idx="207">
                  <c:v>91.295050000000003</c:v>
                </c:pt>
                <c:pt idx="208">
                  <c:v>91.433880000000002</c:v>
                </c:pt>
                <c:pt idx="209">
                  <c:v>91.614299999999986</c:v>
                </c:pt>
                <c:pt idx="210">
                  <c:v>91.791160000000005</c:v>
                </c:pt>
                <c:pt idx="211">
                  <c:v>91.951129999999992</c:v>
                </c:pt>
                <c:pt idx="212">
                  <c:v>91.97278</c:v>
                </c:pt>
                <c:pt idx="213">
                  <c:v>92.239100000000008</c:v>
                </c:pt>
                <c:pt idx="214">
                  <c:v>92.197639999999993</c:v>
                </c:pt>
                <c:pt idx="215">
                  <c:v>92.397930000000002</c:v>
                </c:pt>
                <c:pt idx="216">
                  <c:v>92.418509999999998</c:v>
                </c:pt>
                <c:pt idx="217">
                  <c:v>92.44511</c:v>
                </c:pt>
                <c:pt idx="218">
                  <c:v>92.594949999999997</c:v>
                </c:pt>
                <c:pt idx="219">
                  <c:v>92.768110000000007</c:v>
                </c:pt>
                <c:pt idx="220">
                  <c:v>92.750990000000002</c:v>
                </c:pt>
                <c:pt idx="221">
                  <c:v>92.749279999999999</c:v>
                </c:pt>
                <c:pt idx="222">
                  <c:v>92.827249999999992</c:v>
                </c:pt>
                <c:pt idx="223">
                  <c:v>92.995499999999993</c:v>
                </c:pt>
                <c:pt idx="224">
                  <c:v>93.17949999999999</c:v>
                </c:pt>
                <c:pt idx="225">
                  <c:v>93.180779999999999</c:v>
                </c:pt>
                <c:pt idx="226">
                  <c:v>93.123310000000004</c:v>
                </c:pt>
                <c:pt idx="227">
                  <c:v>92.977989999999991</c:v>
                </c:pt>
                <c:pt idx="228">
                  <c:v>92.975150000000014</c:v>
                </c:pt>
                <c:pt idx="229">
                  <c:v>93.152100000000004</c:v>
                </c:pt>
                <c:pt idx="230">
                  <c:v>93.162049999999994</c:v>
                </c:pt>
                <c:pt idx="231">
                  <c:v>93.089169999999996</c:v>
                </c:pt>
                <c:pt idx="232">
                  <c:v>93.151229999999998</c:v>
                </c:pt>
                <c:pt idx="233">
                  <c:v>93.099640000000008</c:v>
                </c:pt>
                <c:pt idx="234">
                  <c:v>93.137540000000001</c:v>
                </c:pt>
                <c:pt idx="235">
                  <c:v>93.105559999999997</c:v>
                </c:pt>
                <c:pt idx="236">
                  <c:v>93.225750000000005</c:v>
                </c:pt>
                <c:pt idx="237">
                  <c:v>93.223109999999991</c:v>
                </c:pt>
                <c:pt idx="238">
                  <c:v>93.253520000000009</c:v>
                </c:pt>
                <c:pt idx="239">
                  <c:v>93.276070000000004</c:v>
                </c:pt>
                <c:pt idx="240">
                  <c:v>93.355180000000004</c:v>
                </c:pt>
                <c:pt idx="241">
                  <c:v>93.375140000000002</c:v>
                </c:pt>
                <c:pt idx="242">
                  <c:v>93.416689999999988</c:v>
                </c:pt>
                <c:pt idx="243">
                  <c:v>93.452230000000014</c:v>
                </c:pt>
                <c:pt idx="244">
                  <c:v>93.445230000000009</c:v>
                </c:pt>
                <c:pt idx="245">
                  <c:v>93.441759999999988</c:v>
                </c:pt>
                <c:pt idx="246">
                  <c:v>93.389849999999996</c:v>
                </c:pt>
                <c:pt idx="247">
                  <c:v>93.396810000000002</c:v>
                </c:pt>
                <c:pt idx="248">
                  <c:v>93.408239999999992</c:v>
                </c:pt>
                <c:pt idx="249">
                  <c:v>93.360679999999988</c:v>
                </c:pt>
                <c:pt idx="250">
                  <c:v>93.368549999999999</c:v>
                </c:pt>
                <c:pt idx="251">
                  <c:v>93.442000000000007</c:v>
                </c:pt>
                <c:pt idx="252">
                  <c:v>93.267699999999991</c:v>
                </c:pt>
                <c:pt idx="253">
                  <c:v>93.462700000000012</c:v>
                </c:pt>
                <c:pt idx="254">
                  <c:v>93.452870000000004</c:v>
                </c:pt>
                <c:pt idx="255">
                  <c:v>93.450760000000002</c:v>
                </c:pt>
                <c:pt idx="256">
                  <c:v>93.447370000000006</c:v>
                </c:pt>
                <c:pt idx="257">
                  <c:v>93.420529999999999</c:v>
                </c:pt>
                <c:pt idx="258">
                  <c:v>93.425209999999993</c:v>
                </c:pt>
                <c:pt idx="259">
                  <c:v>93.426770000000005</c:v>
                </c:pt>
                <c:pt idx="260">
                  <c:v>93.430250000000001</c:v>
                </c:pt>
                <c:pt idx="261">
                  <c:v>93.432910000000007</c:v>
                </c:pt>
                <c:pt idx="262">
                  <c:v>93.410439999999994</c:v>
                </c:pt>
                <c:pt idx="263">
                  <c:v>93.491700000000009</c:v>
                </c:pt>
                <c:pt idx="264">
                  <c:v>93.417299999999997</c:v>
                </c:pt>
                <c:pt idx="265">
                  <c:v>93.480629999999991</c:v>
                </c:pt>
                <c:pt idx="266">
                  <c:v>93.299120000000002</c:v>
                </c:pt>
                <c:pt idx="267">
                  <c:v>93.357119999999995</c:v>
                </c:pt>
                <c:pt idx="268">
                  <c:v>93.161450000000002</c:v>
                </c:pt>
                <c:pt idx="269">
                  <c:v>93.136560000000003</c:v>
                </c:pt>
                <c:pt idx="270">
                  <c:v>93.099860000000007</c:v>
                </c:pt>
                <c:pt idx="271">
                  <c:v>92.960470000000001</c:v>
                </c:pt>
                <c:pt idx="272">
                  <c:v>92.670630000000003</c:v>
                </c:pt>
                <c:pt idx="273">
                  <c:v>92.856450000000009</c:v>
                </c:pt>
                <c:pt idx="274">
                  <c:v>92.796540000000007</c:v>
                </c:pt>
                <c:pt idx="275">
                  <c:v>92.451580000000007</c:v>
                </c:pt>
                <c:pt idx="276">
                  <c:v>92.297429999999991</c:v>
                </c:pt>
                <c:pt idx="277">
                  <c:v>92.329380000000015</c:v>
                </c:pt>
                <c:pt idx="278">
                  <c:v>92.206159999999997</c:v>
                </c:pt>
                <c:pt idx="279">
                  <c:v>92.199839999999995</c:v>
                </c:pt>
                <c:pt idx="280">
                  <c:v>92.013079999999988</c:v>
                </c:pt>
                <c:pt idx="281">
                  <c:v>91.968760000000003</c:v>
                </c:pt>
                <c:pt idx="282">
                  <c:v>91.795120000000011</c:v>
                </c:pt>
                <c:pt idx="283">
                  <c:v>91.780439999999999</c:v>
                </c:pt>
                <c:pt idx="284">
                  <c:v>91.697059999999993</c:v>
                </c:pt>
                <c:pt idx="285">
                  <c:v>91.506710000000012</c:v>
                </c:pt>
                <c:pt idx="286">
                  <c:v>91.508730000000014</c:v>
                </c:pt>
                <c:pt idx="287">
                  <c:v>91.531579999999991</c:v>
                </c:pt>
                <c:pt idx="288">
                  <c:v>91.66395</c:v>
                </c:pt>
                <c:pt idx="289">
                  <c:v>91.562210000000007</c:v>
                </c:pt>
                <c:pt idx="290">
                  <c:v>91.482370000000003</c:v>
                </c:pt>
                <c:pt idx="291">
                  <c:v>91.421530000000004</c:v>
                </c:pt>
                <c:pt idx="292">
                  <c:v>91.367419999999996</c:v>
                </c:pt>
                <c:pt idx="293">
                  <c:v>91.313209999999998</c:v>
                </c:pt>
                <c:pt idx="294">
                  <c:v>91.234070000000003</c:v>
                </c:pt>
                <c:pt idx="295">
                  <c:v>91.441870000000009</c:v>
                </c:pt>
                <c:pt idx="296">
                  <c:v>91.340810000000005</c:v>
                </c:pt>
                <c:pt idx="297">
                  <c:v>91.262180000000001</c:v>
                </c:pt>
                <c:pt idx="298">
                  <c:v>91.289850000000001</c:v>
                </c:pt>
                <c:pt idx="299">
                  <c:v>91.311280000000011</c:v>
                </c:pt>
                <c:pt idx="300">
                  <c:v>91.311120000000003</c:v>
                </c:pt>
                <c:pt idx="301">
                  <c:v>91.420720000000003</c:v>
                </c:pt>
                <c:pt idx="302">
                  <c:v>91.389669999999995</c:v>
                </c:pt>
                <c:pt idx="303">
                  <c:v>91.523559999999989</c:v>
                </c:pt>
                <c:pt idx="304">
                  <c:v>91.718600000000009</c:v>
                </c:pt>
                <c:pt idx="305">
                  <c:v>92.105940000000004</c:v>
                </c:pt>
                <c:pt idx="306">
                  <c:v>92.332009999999997</c:v>
                </c:pt>
                <c:pt idx="307">
                  <c:v>92.374470000000002</c:v>
                </c:pt>
                <c:pt idx="308">
                  <c:v>92.647680000000008</c:v>
                </c:pt>
                <c:pt idx="309">
                  <c:v>92.671179999999993</c:v>
                </c:pt>
                <c:pt idx="310">
                  <c:v>92.833939999999998</c:v>
                </c:pt>
                <c:pt idx="311">
                  <c:v>92.900899999999993</c:v>
                </c:pt>
                <c:pt idx="312">
                  <c:v>92.980940000000004</c:v>
                </c:pt>
                <c:pt idx="313">
                  <c:v>92.89564</c:v>
                </c:pt>
                <c:pt idx="314">
                  <c:v>92.915750000000003</c:v>
                </c:pt>
                <c:pt idx="315">
                  <c:v>92.965769999999992</c:v>
                </c:pt>
                <c:pt idx="316">
                  <c:v>93.146350000000012</c:v>
                </c:pt>
                <c:pt idx="317">
                  <c:v>93.058630000000008</c:v>
                </c:pt>
                <c:pt idx="318">
                  <c:v>93.144319999999993</c:v>
                </c:pt>
                <c:pt idx="319">
                  <c:v>93.340630000000004</c:v>
                </c:pt>
                <c:pt idx="320">
                  <c:v>93.229950000000002</c:v>
                </c:pt>
                <c:pt idx="321">
                  <c:v>93.29670999999999</c:v>
                </c:pt>
                <c:pt idx="322">
                  <c:v>93.349189999999993</c:v>
                </c:pt>
                <c:pt idx="323">
                  <c:v>93.263739999999999</c:v>
                </c:pt>
                <c:pt idx="324">
                  <c:v>93.288129999999995</c:v>
                </c:pt>
                <c:pt idx="325">
                  <c:v>93.273899999999998</c:v>
                </c:pt>
                <c:pt idx="326">
                  <c:v>93.145989999999998</c:v>
                </c:pt>
                <c:pt idx="327">
                  <c:v>93.193330000000003</c:v>
                </c:pt>
                <c:pt idx="328">
                  <c:v>93.154640000000001</c:v>
                </c:pt>
                <c:pt idx="329">
                  <c:v>93.120249999999999</c:v>
                </c:pt>
                <c:pt idx="330">
                  <c:v>93.138819999999996</c:v>
                </c:pt>
                <c:pt idx="331">
                  <c:v>93.25336999999999</c:v>
                </c:pt>
                <c:pt idx="332">
                  <c:v>93.216999999999999</c:v>
                </c:pt>
                <c:pt idx="333">
                  <c:v>93.222629999999995</c:v>
                </c:pt>
                <c:pt idx="334">
                  <c:v>93.199389999999994</c:v>
                </c:pt>
                <c:pt idx="335">
                  <c:v>93.182490000000001</c:v>
                </c:pt>
                <c:pt idx="336">
                  <c:v>93.163260000000008</c:v>
                </c:pt>
                <c:pt idx="337">
                  <c:v>93.150320000000008</c:v>
                </c:pt>
                <c:pt idx="338">
                  <c:v>93.136319999999998</c:v>
                </c:pt>
                <c:pt idx="339">
                  <c:v>93.128960000000006</c:v>
                </c:pt>
                <c:pt idx="340">
                  <c:v>93.126710000000003</c:v>
                </c:pt>
                <c:pt idx="341">
                  <c:v>93.139690000000002</c:v>
                </c:pt>
                <c:pt idx="342">
                  <c:v>93.143419999999992</c:v>
                </c:pt>
                <c:pt idx="343">
                  <c:v>93.146799999999985</c:v>
                </c:pt>
                <c:pt idx="344">
                  <c:v>93.149820000000005</c:v>
                </c:pt>
                <c:pt idx="345">
                  <c:v>93.156639999999996</c:v>
                </c:pt>
                <c:pt idx="346">
                  <c:v>93.15034</c:v>
                </c:pt>
                <c:pt idx="347">
                  <c:v>93.142580000000009</c:v>
                </c:pt>
                <c:pt idx="348">
                  <c:v>93.12079</c:v>
                </c:pt>
                <c:pt idx="349">
                  <c:v>93.10508999999999</c:v>
                </c:pt>
                <c:pt idx="350">
                  <c:v>93.115369999999999</c:v>
                </c:pt>
                <c:pt idx="351">
                  <c:v>93.134990000000002</c:v>
                </c:pt>
                <c:pt idx="352">
                  <c:v>93.170009999999991</c:v>
                </c:pt>
                <c:pt idx="353">
                  <c:v>92.937259999999995</c:v>
                </c:pt>
                <c:pt idx="354">
                  <c:v>93.308420000000012</c:v>
                </c:pt>
                <c:pt idx="355">
                  <c:v>93.043639999999996</c:v>
                </c:pt>
                <c:pt idx="356">
                  <c:v>93.102119999999999</c:v>
                </c:pt>
                <c:pt idx="357">
                  <c:v>92.924659999999989</c:v>
                </c:pt>
                <c:pt idx="358">
                  <c:v>92.904429999999991</c:v>
                </c:pt>
                <c:pt idx="359">
                  <c:v>92.895929999999993</c:v>
                </c:pt>
                <c:pt idx="360">
                  <c:v>92.70232</c:v>
                </c:pt>
                <c:pt idx="361">
                  <c:v>92.682389999999998</c:v>
                </c:pt>
                <c:pt idx="362">
                  <c:v>92.448210000000003</c:v>
                </c:pt>
                <c:pt idx="363">
                  <c:v>92.268550000000005</c:v>
                </c:pt>
                <c:pt idx="364">
                  <c:v>92.496170000000006</c:v>
                </c:pt>
                <c:pt idx="365">
                  <c:v>92.416850000000011</c:v>
                </c:pt>
                <c:pt idx="366">
                  <c:v>92.267880000000005</c:v>
                </c:pt>
                <c:pt idx="367">
                  <c:v>92.142240000000001</c:v>
                </c:pt>
                <c:pt idx="368">
                  <c:v>91.935199999999995</c:v>
                </c:pt>
                <c:pt idx="369">
                  <c:v>91.898259999999993</c:v>
                </c:pt>
                <c:pt idx="370">
                  <c:v>91.824739999999991</c:v>
                </c:pt>
                <c:pt idx="371">
                  <c:v>91.689019999999999</c:v>
                </c:pt>
                <c:pt idx="372">
                  <c:v>91.629760000000005</c:v>
                </c:pt>
                <c:pt idx="373">
                  <c:v>91.58211</c:v>
                </c:pt>
                <c:pt idx="374">
                  <c:v>91.606830000000002</c:v>
                </c:pt>
                <c:pt idx="375">
                  <c:v>91.739540000000005</c:v>
                </c:pt>
                <c:pt idx="376">
                  <c:v>91.570699999999988</c:v>
                </c:pt>
                <c:pt idx="377">
                  <c:v>91.423210000000012</c:v>
                </c:pt>
                <c:pt idx="378">
                  <c:v>91.587350000000001</c:v>
                </c:pt>
                <c:pt idx="379">
                  <c:v>91.499310000000008</c:v>
                </c:pt>
                <c:pt idx="380">
                  <c:v>91.418040000000005</c:v>
                </c:pt>
                <c:pt idx="381">
                  <c:v>91.359840000000005</c:v>
                </c:pt>
                <c:pt idx="382">
                  <c:v>91.379429999999999</c:v>
                </c:pt>
                <c:pt idx="383">
                  <c:v>91.393920000000008</c:v>
                </c:pt>
                <c:pt idx="384">
                  <c:v>91.405529999999999</c:v>
                </c:pt>
                <c:pt idx="385">
                  <c:v>91.415780000000012</c:v>
                </c:pt>
                <c:pt idx="386">
                  <c:v>91.374210000000005</c:v>
                </c:pt>
                <c:pt idx="387">
                  <c:v>91.348299999999995</c:v>
                </c:pt>
                <c:pt idx="388">
                  <c:v>91.373169999999988</c:v>
                </c:pt>
                <c:pt idx="389">
                  <c:v>91.383310000000009</c:v>
                </c:pt>
                <c:pt idx="390">
                  <c:v>91.565030000000007</c:v>
                </c:pt>
                <c:pt idx="391">
                  <c:v>91.69144</c:v>
                </c:pt>
                <c:pt idx="392">
                  <c:v>91.925659999999993</c:v>
                </c:pt>
                <c:pt idx="393">
                  <c:v>92.139380000000003</c:v>
                </c:pt>
                <c:pt idx="394">
                  <c:v>92.048520000000011</c:v>
                </c:pt>
                <c:pt idx="395">
                  <c:v>92.255629999999996</c:v>
                </c:pt>
                <c:pt idx="396">
                  <c:v>92.538520000000005</c:v>
                </c:pt>
                <c:pt idx="397">
                  <c:v>92.627970000000005</c:v>
                </c:pt>
                <c:pt idx="398">
                  <c:v>92.627769999999998</c:v>
                </c:pt>
                <c:pt idx="399">
                  <c:v>92.716630000000009</c:v>
                </c:pt>
                <c:pt idx="400">
                  <c:v>92.764779999999988</c:v>
                </c:pt>
                <c:pt idx="401">
                  <c:v>92.899910000000006</c:v>
                </c:pt>
                <c:pt idx="402">
                  <c:v>92.668949999999995</c:v>
                </c:pt>
                <c:pt idx="403">
                  <c:v>92.866659999999996</c:v>
                </c:pt>
                <c:pt idx="404">
                  <c:v>92.635109999999997</c:v>
                </c:pt>
                <c:pt idx="405">
                  <c:v>92.909349999999989</c:v>
                </c:pt>
                <c:pt idx="406">
                  <c:v>93.115650000000002</c:v>
                </c:pt>
                <c:pt idx="407">
                  <c:v>93.019149999999996</c:v>
                </c:pt>
                <c:pt idx="408">
                  <c:v>92.79113000000001</c:v>
                </c:pt>
                <c:pt idx="409">
                  <c:v>92.971699999999998</c:v>
                </c:pt>
                <c:pt idx="410">
                  <c:v>92.92322999999999</c:v>
                </c:pt>
                <c:pt idx="411">
                  <c:v>92.914999999999992</c:v>
                </c:pt>
                <c:pt idx="412">
                  <c:v>93.020530000000008</c:v>
                </c:pt>
                <c:pt idx="413">
                  <c:v>93.107520000000008</c:v>
                </c:pt>
                <c:pt idx="414">
                  <c:v>93.114519999999999</c:v>
                </c:pt>
                <c:pt idx="415">
                  <c:v>93.09984</c:v>
                </c:pt>
                <c:pt idx="416">
                  <c:v>93.124040000000008</c:v>
                </c:pt>
                <c:pt idx="417">
                  <c:v>93.144720000000007</c:v>
                </c:pt>
                <c:pt idx="418">
                  <c:v>93.153840000000002</c:v>
                </c:pt>
                <c:pt idx="419">
                  <c:v>93.167839999999998</c:v>
                </c:pt>
                <c:pt idx="420">
                  <c:v>93.211749999999995</c:v>
                </c:pt>
                <c:pt idx="421">
                  <c:v>93.252530000000007</c:v>
                </c:pt>
                <c:pt idx="422">
                  <c:v>93.189210000000003</c:v>
                </c:pt>
                <c:pt idx="423">
                  <c:v>93.243639999999999</c:v>
                </c:pt>
                <c:pt idx="424">
                  <c:v>93.185470000000009</c:v>
                </c:pt>
                <c:pt idx="425">
                  <c:v>93.1738</c:v>
                </c:pt>
                <c:pt idx="426">
                  <c:v>93.179029999999997</c:v>
                </c:pt>
                <c:pt idx="427">
                  <c:v>93.182559999999995</c:v>
                </c:pt>
                <c:pt idx="428">
                  <c:v>93.310820000000007</c:v>
                </c:pt>
                <c:pt idx="429">
                  <c:v>93.176400000000001</c:v>
                </c:pt>
                <c:pt idx="430">
                  <c:v>93.141459999999995</c:v>
                </c:pt>
                <c:pt idx="431">
                  <c:v>93.11551</c:v>
                </c:pt>
                <c:pt idx="432">
                  <c:v>93.090609999999998</c:v>
                </c:pt>
                <c:pt idx="433">
                  <c:v>93.075329999999994</c:v>
                </c:pt>
                <c:pt idx="434">
                  <c:v>93.159050000000008</c:v>
                </c:pt>
                <c:pt idx="435">
                  <c:v>93.217770000000002</c:v>
                </c:pt>
                <c:pt idx="436">
                  <c:v>93.233669999999989</c:v>
                </c:pt>
                <c:pt idx="437">
                  <c:v>93.205080000000009</c:v>
                </c:pt>
                <c:pt idx="438">
                  <c:v>93.194359999999989</c:v>
                </c:pt>
                <c:pt idx="439">
                  <c:v>93.183130000000006</c:v>
                </c:pt>
                <c:pt idx="440">
                  <c:v>93.224280000000007</c:v>
                </c:pt>
                <c:pt idx="441">
                  <c:v>93.138009999999994</c:v>
                </c:pt>
                <c:pt idx="442">
                  <c:v>93.154869999999988</c:v>
                </c:pt>
                <c:pt idx="443">
                  <c:v>93.084670000000003</c:v>
                </c:pt>
                <c:pt idx="444">
                  <c:v>93.274509999999992</c:v>
                </c:pt>
                <c:pt idx="445">
                  <c:v>92.945620000000005</c:v>
                </c:pt>
                <c:pt idx="446">
                  <c:v>92.968910000000008</c:v>
                </c:pt>
                <c:pt idx="447">
                  <c:v>93.121179999999995</c:v>
                </c:pt>
                <c:pt idx="448">
                  <c:v>92.884049999999988</c:v>
                </c:pt>
                <c:pt idx="449">
                  <c:v>93.008150000000001</c:v>
                </c:pt>
                <c:pt idx="450">
                  <c:v>93.102549999999994</c:v>
                </c:pt>
                <c:pt idx="451">
                  <c:v>92.928809999999999</c:v>
                </c:pt>
                <c:pt idx="452">
                  <c:v>92.67774</c:v>
                </c:pt>
                <c:pt idx="453">
                  <c:v>92.889880000000005</c:v>
                </c:pt>
                <c:pt idx="454">
                  <c:v>92.508669999999995</c:v>
                </c:pt>
                <c:pt idx="455">
                  <c:v>92.66431</c:v>
                </c:pt>
                <c:pt idx="456">
                  <c:v>92.531289999999998</c:v>
                </c:pt>
                <c:pt idx="457">
                  <c:v>92.492549999999994</c:v>
                </c:pt>
                <c:pt idx="458">
                  <c:v>92.297689999999989</c:v>
                </c:pt>
                <c:pt idx="459">
                  <c:v>92.230410000000006</c:v>
                </c:pt>
                <c:pt idx="460">
                  <c:v>92.397459999999995</c:v>
                </c:pt>
                <c:pt idx="461">
                  <c:v>92.275649999999999</c:v>
                </c:pt>
                <c:pt idx="462">
                  <c:v>91.88109</c:v>
                </c:pt>
                <c:pt idx="463">
                  <c:v>91.947710000000001</c:v>
                </c:pt>
                <c:pt idx="464">
                  <c:v>91.529699999999991</c:v>
                </c:pt>
                <c:pt idx="465">
                  <c:v>91.392609999999991</c:v>
                </c:pt>
                <c:pt idx="466">
                  <c:v>91.380560000000003</c:v>
                </c:pt>
                <c:pt idx="467">
                  <c:v>91.083470000000005</c:v>
                </c:pt>
                <c:pt idx="468">
                  <c:v>91.21665999999999</c:v>
                </c:pt>
                <c:pt idx="469">
                  <c:v>90.84648</c:v>
                </c:pt>
                <c:pt idx="470">
                  <c:v>90.979500000000002</c:v>
                </c:pt>
                <c:pt idx="471">
                  <c:v>90.858180000000004</c:v>
                </c:pt>
                <c:pt idx="472">
                  <c:v>90.365949999999998</c:v>
                </c:pt>
                <c:pt idx="473">
                  <c:v>90.457430000000002</c:v>
                </c:pt>
                <c:pt idx="474">
                  <c:v>90.236710000000002</c:v>
                </c:pt>
                <c:pt idx="475">
                  <c:v>90.146870000000007</c:v>
                </c:pt>
                <c:pt idx="476">
                  <c:v>90.161079999999998</c:v>
                </c:pt>
                <c:pt idx="477">
                  <c:v>90.125810000000001</c:v>
                </c:pt>
                <c:pt idx="478">
                  <c:v>89.961020000000005</c:v>
                </c:pt>
                <c:pt idx="479">
                  <c:v>89.810999999999993</c:v>
                </c:pt>
                <c:pt idx="480">
                  <c:v>89.844830000000002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B7B-46ED-9EBF-BD67F413B6A6}"/>
            </c:ext>
          </c:extLst>
        </c:ser>
        <c:ser>
          <c:idx val="0"/>
          <c:order val="2"/>
          <c:tx>
            <c:strRef>
              <c:f>'C:\Users\admin\Desktop\[통합.xlsx]Sheet1'!$U$1</c:f>
              <c:strCache>
                <c:ptCount val="1"/>
                <c:pt idx="0">
                  <c:v>C: 110mm</c:v>
                </c:pt>
              </c:strCache>
            </c:strRef>
          </c:tx>
          <c:spPr>
            <a:ln w="25400" cap="rnd">
              <a:solidFill>
                <a:schemeClr val="accent1"/>
              </a:solidFill>
              <a:round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c:spPr>
          <c:marker>
            <c:symbol val="circle"/>
            <c:size val="5"/>
            <c:spPr>
              <a:noFill/>
              <a:ln w="0">
                <a:noFill/>
              </a:ln>
              <a:effectLst/>
            </c:spPr>
          </c:marker>
          <c:xVal>
            <c:numRef>
              <c:f>[1]Sheet1!$H$2:$H$1293</c:f>
              <c:numCache>
                <c:formatCode>General</c:formatCode>
                <c:ptCount val="1292"/>
                <c:pt idx="1">
                  <c:v>1.462537451</c:v>
                </c:pt>
                <c:pt idx="2">
                  <c:v>1.459747431</c:v>
                </c:pt>
                <c:pt idx="3">
                  <c:v>1.450558024</c:v>
                </c:pt>
                <c:pt idx="4">
                  <c:v>1.452031319</c:v>
                </c:pt>
                <c:pt idx="5">
                  <c:v>1.4646959079999999</c:v>
                </c:pt>
                <c:pt idx="6">
                  <c:v>1.6287592369999999</c:v>
                </c:pt>
                <c:pt idx="7">
                  <c:v>1.8409433770000001</c:v>
                </c:pt>
                <c:pt idx="8">
                  <c:v>2.154214734</c:v>
                </c:pt>
                <c:pt idx="9">
                  <c:v>2.5282979139999999</c:v>
                </c:pt>
                <c:pt idx="10">
                  <c:v>3.02718044</c:v>
                </c:pt>
                <c:pt idx="11">
                  <c:v>3.8371774869999999</c:v>
                </c:pt>
                <c:pt idx="12">
                  <c:v>4.8020449039999997</c:v>
                </c:pt>
                <c:pt idx="13">
                  <c:v>5.8677148380000004</c:v>
                </c:pt>
                <c:pt idx="14">
                  <c:v>7.135739128</c:v>
                </c:pt>
                <c:pt idx="15">
                  <c:v>8.454280228</c:v>
                </c:pt>
                <c:pt idx="16">
                  <c:v>9.7244559640000006</c:v>
                </c:pt>
                <c:pt idx="17">
                  <c:v>10.999842859999999</c:v>
                </c:pt>
                <c:pt idx="18">
                  <c:v>12.10033632</c:v>
                </c:pt>
                <c:pt idx="19">
                  <c:v>13.13718362</c:v>
                </c:pt>
                <c:pt idx="20">
                  <c:v>14.10002048</c:v>
                </c:pt>
                <c:pt idx="21">
                  <c:v>14.793237619999999</c:v>
                </c:pt>
                <c:pt idx="22">
                  <c:v>15.436175029999999</c:v>
                </c:pt>
                <c:pt idx="23">
                  <c:v>16.025893180000001</c:v>
                </c:pt>
                <c:pt idx="24">
                  <c:v>16.394958419999998</c:v>
                </c:pt>
                <c:pt idx="25">
                  <c:v>16.806503299999999</c:v>
                </c:pt>
                <c:pt idx="26">
                  <c:v>17.197242809999999</c:v>
                </c:pt>
                <c:pt idx="27">
                  <c:v>17.475573099999998</c:v>
                </c:pt>
                <c:pt idx="28">
                  <c:v>17.780113679999999</c:v>
                </c:pt>
                <c:pt idx="29">
                  <c:v>17.923253979999998</c:v>
                </c:pt>
                <c:pt idx="30">
                  <c:v>17.90911556</c:v>
                </c:pt>
                <c:pt idx="31">
                  <c:v>17.946370420000001</c:v>
                </c:pt>
                <c:pt idx="32">
                  <c:v>17.966776899999999</c:v>
                </c:pt>
                <c:pt idx="33">
                  <c:v>17.997401329999999</c:v>
                </c:pt>
                <c:pt idx="34">
                  <c:v>18.13938718</c:v>
                </c:pt>
                <c:pt idx="35">
                  <c:v>18.167532779999998</c:v>
                </c:pt>
                <c:pt idx="36">
                  <c:v>18.19424399</c:v>
                </c:pt>
                <c:pt idx="37">
                  <c:v>18.232505410000002</c:v>
                </c:pt>
                <c:pt idx="38">
                  <c:v>18.27805313</c:v>
                </c:pt>
                <c:pt idx="39">
                  <c:v>18.27993146</c:v>
                </c:pt>
                <c:pt idx="40">
                  <c:v>18.27095087</c:v>
                </c:pt>
                <c:pt idx="41">
                  <c:v>18.278118020000001</c:v>
                </c:pt>
                <c:pt idx="42">
                  <c:v>18.282792279999999</c:v>
                </c:pt>
                <c:pt idx="43">
                  <c:v>18.287363639999999</c:v>
                </c:pt>
                <c:pt idx="44">
                  <c:v>18.291649100000001</c:v>
                </c:pt>
                <c:pt idx="45">
                  <c:v>18.290744920000002</c:v>
                </c:pt>
                <c:pt idx="46">
                  <c:v>18.290824229999998</c:v>
                </c:pt>
                <c:pt idx="47">
                  <c:v>18.215904720000001</c:v>
                </c:pt>
                <c:pt idx="48">
                  <c:v>18.22962454</c:v>
                </c:pt>
                <c:pt idx="49">
                  <c:v>18.220911229999999</c:v>
                </c:pt>
                <c:pt idx="50">
                  <c:v>18.220416579999998</c:v>
                </c:pt>
                <c:pt idx="51">
                  <c:v>18.18198233</c:v>
                </c:pt>
                <c:pt idx="52">
                  <c:v>18.139835720000001</c:v>
                </c:pt>
                <c:pt idx="53">
                  <c:v>17.955853990000001</c:v>
                </c:pt>
                <c:pt idx="54">
                  <c:v>17.58258116</c:v>
                </c:pt>
                <c:pt idx="55">
                  <c:v>17.073710940000002</c:v>
                </c:pt>
                <c:pt idx="56">
                  <c:v>16.495943960000002</c:v>
                </c:pt>
                <c:pt idx="57">
                  <c:v>15.77884523</c:v>
                </c:pt>
                <c:pt idx="58">
                  <c:v>15.04406326</c:v>
                </c:pt>
                <c:pt idx="59">
                  <c:v>14.450011330000001</c:v>
                </c:pt>
                <c:pt idx="60">
                  <c:v>13.75608166</c:v>
                </c:pt>
                <c:pt idx="61">
                  <c:v>13.09423314</c:v>
                </c:pt>
                <c:pt idx="62">
                  <c:v>12.39166262</c:v>
                </c:pt>
                <c:pt idx="63">
                  <c:v>11.54047723</c:v>
                </c:pt>
                <c:pt idx="64">
                  <c:v>10.633616419999999</c:v>
                </c:pt>
                <c:pt idx="65">
                  <c:v>9.6842213360000002</c:v>
                </c:pt>
                <c:pt idx="66">
                  <c:v>8.6092366089999999</c:v>
                </c:pt>
                <c:pt idx="67">
                  <c:v>7.6096943829999999</c:v>
                </c:pt>
                <c:pt idx="68">
                  <c:v>6.5619207880000001</c:v>
                </c:pt>
                <c:pt idx="69">
                  <c:v>5.6228143480000004</c:v>
                </c:pt>
                <c:pt idx="70">
                  <c:v>4.7448105920000003</c:v>
                </c:pt>
                <c:pt idx="71">
                  <c:v>4.0317242789999996</c:v>
                </c:pt>
                <c:pt idx="72">
                  <c:v>3.6312117289999999</c:v>
                </c:pt>
                <c:pt idx="73">
                  <c:v>3.4452484000000001</c:v>
                </c:pt>
                <c:pt idx="74">
                  <c:v>3.3249380419999999</c:v>
                </c:pt>
                <c:pt idx="75">
                  <c:v>3.1347716769999998</c:v>
                </c:pt>
                <c:pt idx="76">
                  <c:v>2.9460187009999999</c:v>
                </c:pt>
                <c:pt idx="77">
                  <c:v>2.9010307769999999</c:v>
                </c:pt>
                <c:pt idx="78">
                  <c:v>2.8957784420000001</c:v>
                </c:pt>
                <c:pt idx="79">
                  <c:v>2.7620051650000002</c:v>
                </c:pt>
                <c:pt idx="80">
                  <c:v>2.6980247770000001</c:v>
                </c:pt>
                <c:pt idx="81">
                  <c:v>2.5827177360000002</c:v>
                </c:pt>
                <c:pt idx="82">
                  <c:v>2.5654164970000002</c:v>
                </c:pt>
                <c:pt idx="83">
                  <c:v>2.563521927</c:v>
                </c:pt>
                <c:pt idx="84">
                  <c:v>2.5643956160000001</c:v>
                </c:pt>
                <c:pt idx="85">
                  <c:v>2.5391023829999999</c:v>
                </c:pt>
                <c:pt idx="86">
                  <c:v>2.3945123420000001</c:v>
                </c:pt>
                <c:pt idx="87">
                  <c:v>2.3871029309999998</c:v>
                </c:pt>
                <c:pt idx="88">
                  <c:v>2.3820016040000001</c:v>
                </c:pt>
                <c:pt idx="89">
                  <c:v>2.377272289</c:v>
                </c:pt>
                <c:pt idx="90">
                  <c:v>2.3731546290000001</c:v>
                </c:pt>
                <c:pt idx="91">
                  <c:v>2.3724367399999999</c:v>
                </c:pt>
                <c:pt idx="92">
                  <c:v>2.370011624</c:v>
                </c:pt>
                <c:pt idx="93">
                  <c:v>2.373109591</c:v>
                </c:pt>
                <c:pt idx="94">
                  <c:v>2.3738110589999999</c:v>
                </c:pt>
                <c:pt idx="95">
                  <c:v>2.3749978299999999</c:v>
                </c:pt>
                <c:pt idx="96">
                  <c:v>2.3729468009999999</c:v>
                </c:pt>
                <c:pt idx="97">
                  <c:v>2.3727407899999999</c:v>
                </c:pt>
                <c:pt idx="98">
                  <c:v>2.3726825150000002</c:v>
                </c:pt>
                <c:pt idx="99">
                  <c:v>2.3730280019999999</c:v>
                </c:pt>
                <c:pt idx="100">
                  <c:v>2.3719912879999998</c:v>
                </c:pt>
                <c:pt idx="101">
                  <c:v>2.3701764399999998</c:v>
                </c:pt>
                <c:pt idx="102">
                  <c:v>2.3809354520000001</c:v>
                </c:pt>
                <c:pt idx="103">
                  <c:v>2.544475034</c:v>
                </c:pt>
                <c:pt idx="104">
                  <c:v>2.734885996</c:v>
                </c:pt>
                <c:pt idx="105">
                  <c:v>3.1135396709999998</c:v>
                </c:pt>
                <c:pt idx="106">
                  <c:v>3.6538609480000002</c:v>
                </c:pt>
                <c:pt idx="107">
                  <c:v>4.1675832010000002</c:v>
                </c:pt>
                <c:pt idx="108">
                  <c:v>4.7913717819999997</c:v>
                </c:pt>
                <c:pt idx="109">
                  <c:v>5.7742123120000004</c:v>
                </c:pt>
                <c:pt idx="110">
                  <c:v>6.8785000920000003</c:v>
                </c:pt>
                <c:pt idx="111">
                  <c:v>8.0013609670000001</c:v>
                </c:pt>
                <c:pt idx="112">
                  <c:v>9.1975435609999998</c:v>
                </c:pt>
                <c:pt idx="113">
                  <c:v>10.18253953</c:v>
                </c:pt>
                <c:pt idx="114">
                  <c:v>11.15005859</c:v>
                </c:pt>
                <c:pt idx="115">
                  <c:v>12.2602359</c:v>
                </c:pt>
                <c:pt idx="116">
                  <c:v>13.18617688</c:v>
                </c:pt>
                <c:pt idx="117">
                  <c:v>14.125308609999999</c:v>
                </c:pt>
                <c:pt idx="118">
                  <c:v>15.057385269999999</c:v>
                </c:pt>
                <c:pt idx="119">
                  <c:v>15.910874789999999</c:v>
                </c:pt>
                <c:pt idx="120">
                  <c:v>16.64363148</c:v>
                </c:pt>
                <c:pt idx="121">
                  <c:v>17.202226620000001</c:v>
                </c:pt>
                <c:pt idx="122">
                  <c:v>17.39820933</c:v>
                </c:pt>
                <c:pt idx="123">
                  <c:v>17.494999329999999</c:v>
                </c:pt>
                <c:pt idx="124">
                  <c:v>17.556508829999999</c:v>
                </c:pt>
                <c:pt idx="125">
                  <c:v>17.778053239999998</c:v>
                </c:pt>
                <c:pt idx="126">
                  <c:v>17.928791700000001</c:v>
                </c:pt>
                <c:pt idx="127">
                  <c:v>18.142880569999999</c:v>
                </c:pt>
                <c:pt idx="128">
                  <c:v>18.213152770000001</c:v>
                </c:pt>
                <c:pt idx="129">
                  <c:v>18.168004620000001</c:v>
                </c:pt>
                <c:pt idx="130">
                  <c:v>18.176608470000001</c:v>
                </c:pt>
                <c:pt idx="131">
                  <c:v>18.16149197</c:v>
                </c:pt>
                <c:pt idx="132">
                  <c:v>18.161156869999999</c:v>
                </c:pt>
                <c:pt idx="133">
                  <c:v>18.189702019999999</c:v>
                </c:pt>
                <c:pt idx="134">
                  <c:v>18.19015739</c:v>
                </c:pt>
                <c:pt idx="135">
                  <c:v>18.18640087</c:v>
                </c:pt>
                <c:pt idx="136">
                  <c:v>18.186939760000001</c:v>
                </c:pt>
                <c:pt idx="137">
                  <c:v>18.185306789999999</c:v>
                </c:pt>
                <c:pt idx="138">
                  <c:v>18.181850239999999</c:v>
                </c:pt>
                <c:pt idx="139">
                  <c:v>18.187689599999999</c:v>
                </c:pt>
                <c:pt idx="140">
                  <c:v>18.140324870000001</c:v>
                </c:pt>
                <c:pt idx="141">
                  <c:v>18.143061280000001</c:v>
                </c:pt>
                <c:pt idx="142">
                  <c:v>18.142388619999998</c:v>
                </c:pt>
                <c:pt idx="143">
                  <c:v>18.142171680000001</c:v>
                </c:pt>
                <c:pt idx="144">
                  <c:v>18.14264666</c:v>
                </c:pt>
                <c:pt idx="145">
                  <c:v>18.118862570000001</c:v>
                </c:pt>
                <c:pt idx="146">
                  <c:v>18.105769819999999</c:v>
                </c:pt>
                <c:pt idx="147">
                  <c:v>18.092804220000001</c:v>
                </c:pt>
                <c:pt idx="148">
                  <c:v>18.099040729999999</c:v>
                </c:pt>
                <c:pt idx="149">
                  <c:v>18.065422460000001</c:v>
                </c:pt>
                <c:pt idx="150">
                  <c:v>17.923037560000001</c:v>
                </c:pt>
                <c:pt idx="151">
                  <c:v>17.832197690000001</c:v>
                </c:pt>
                <c:pt idx="152">
                  <c:v>17.720239790000001</c:v>
                </c:pt>
                <c:pt idx="153">
                  <c:v>17.344764789999999</c:v>
                </c:pt>
                <c:pt idx="154">
                  <c:v>16.73586602</c:v>
                </c:pt>
                <c:pt idx="155">
                  <c:v>15.822028550000001</c:v>
                </c:pt>
                <c:pt idx="156">
                  <c:v>14.88618162</c:v>
                </c:pt>
                <c:pt idx="157">
                  <c:v>13.870241160000001</c:v>
                </c:pt>
                <c:pt idx="158">
                  <c:v>12.861819179999999</c:v>
                </c:pt>
                <c:pt idx="159">
                  <c:v>11.79227644</c:v>
                </c:pt>
                <c:pt idx="160">
                  <c:v>10.95037866</c:v>
                </c:pt>
                <c:pt idx="161">
                  <c:v>9.9650228730000006</c:v>
                </c:pt>
                <c:pt idx="162">
                  <c:v>8.9593726040000004</c:v>
                </c:pt>
                <c:pt idx="163">
                  <c:v>7.928369011</c:v>
                </c:pt>
                <c:pt idx="164">
                  <c:v>6.9752784869999997</c:v>
                </c:pt>
                <c:pt idx="165">
                  <c:v>5.9937851200000001</c:v>
                </c:pt>
                <c:pt idx="166">
                  <c:v>5.2882355380000003</c:v>
                </c:pt>
                <c:pt idx="167">
                  <c:v>4.7333152590000003</c:v>
                </c:pt>
                <c:pt idx="168">
                  <c:v>4.3846749520000001</c:v>
                </c:pt>
                <c:pt idx="169">
                  <c:v>4.029283242</c:v>
                </c:pt>
                <c:pt idx="170">
                  <c:v>3.7102580729999999</c:v>
                </c:pt>
                <c:pt idx="171">
                  <c:v>3.4901111340000002</c:v>
                </c:pt>
                <c:pt idx="172">
                  <c:v>3.2927199900000002</c:v>
                </c:pt>
                <c:pt idx="173">
                  <c:v>3.1272716919999999</c:v>
                </c:pt>
                <c:pt idx="174">
                  <c:v>2.93979525</c:v>
                </c:pt>
                <c:pt idx="175">
                  <c:v>2.754107995</c:v>
                </c:pt>
                <c:pt idx="176">
                  <c:v>2.588848627</c:v>
                </c:pt>
                <c:pt idx="177">
                  <c:v>2.5328424439999999</c:v>
                </c:pt>
                <c:pt idx="178">
                  <c:v>2.520012666</c:v>
                </c:pt>
                <c:pt idx="179">
                  <c:v>2.5162430229999999</c:v>
                </c:pt>
                <c:pt idx="180">
                  <c:v>2.508139645</c:v>
                </c:pt>
                <c:pt idx="181">
                  <c:v>2.5039149260000002</c:v>
                </c:pt>
                <c:pt idx="182">
                  <c:v>2.4855928409999999</c:v>
                </c:pt>
                <c:pt idx="183">
                  <c:v>2.4818174069999999</c:v>
                </c:pt>
                <c:pt idx="184">
                  <c:v>2.489214252</c:v>
                </c:pt>
                <c:pt idx="185">
                  <c:v>2.5168404039999999</c:v>
                </c:pt>
                <c:pt idx="186">
                  <c:v>2.4580237309999999</c:v>
                </c:pt>
                <c:pt idx="187">
                  <c:v>2.4170853509999999</c:v>
                </c:pt>
                <c:pt idx="188">
                  <c:v>2.4083034319999999</c:v>
                </c:pt>
                <c:pt idx="189">
                  <c:v>2.3991347680000001</c:v>
                </c:pt>
                <c:pt idx="190">
                  <c:v>2.3916683349999999</c:v>
                </c:pt>
                <c:pt idx="191">
                  <c:v>2.3891028259999998</c:v>
                </c:pt>
                <c:pt idx="192">
                  <c:v>2.3864736679999998</c:v>
                </c:pt>
                <c:pt idx="193">
                  <c:v>2.3845531009999998</c:v>
                </c:pt>
                <c:pt idx="194">
                  <c:v>2.3834920130000001</c:v>
                </c:pt>
                <c:pt idx="195">
                  <c:v>2.4008198809999999</c:v>
                </c:pt>
                <c:pt idx="196">
                  <c:v>2.3995844530000001</c:v>
                </c:pt>
                <c:pt idx="197">
                  <c:v>2.5255749220000001</c:v>
                </c:pt>
                <c:pt idx="198">
                  <c:v>2.5703727289999998</c:v>
                </c:pt>
                <c:pt idx="199">
                  <c:v>2.6082624989999998</c:v>
                </c:pt>
                <c:pt idx="200">
                  <c:v>2.7821577479999999</c:v>
                </c:pt>
                <c:pt idx="201">
                  <c:v>3.091801577</c:v>
                </c:pt>
                <c:pt idx="202">
                  <c:v>3.3242671389999998</c:v>
                </c:pt>
                <c:pt idx="203">
                  <c:v>3.6410433100000001</c:v>
                </c:pt>
                <c:pt idx="204">
                  <c:v>4.0514270689999998</c:v>
                </c:pt>
                <c:pt idx="205">
                  <c:v>4.0512623200000002</c:v>
                </c:pt>
                <c:pt idx="206">
                  <c:v>4.4557264679999999</c:v>
                </c:pt>
                <c:pt idx="207">
                  <c:v>5.0086150229999999</c:v>
                </c:pt>
                <c:pt idx="208">
                  <c:v>5.7384767590000001</c:v>
                </c:pt>
                <c:pt idx="209">
                  <c:v>6.6126123210000003</c:v>
                </c:pt>
                <c:pt idx="210">
                  <c:v>7.6415637700000003</c:v>
                </c:pt>
                <c:pt idx="211">
                  <c:v>8.6764245829999993</c:v>
                </c:pt>
                <c:pt idx="212">
                  <c:v>9.7358169710000002</c:v>
                </c:pt>
                <c:pt idx="213">
                  <c:v>10.91945638</c:v>
                </c:pt>
                <c:pt idx="214">
                  <c:v>12.15573614</c:v>
                </c:pt>
                <c:pt idx="215">
                  <c:v>13.44548932</c:v>
                </c:pt>
                <c:pt idx="216">
                  <c:v>14.62189118</c:v>
                </c:pt>
                <c:pt idx="217">
                  <c:v>15.717040430000001</c:v>
                </c:pt>
                <c:pt idx="218">
                  <c:v>16.554768379999999</c:v>
                </c:pt>
                <c:pt idx="219">
                  <c:v>17.258648900000001</c:v>
                </c:pt>
                <c:pt idx="220">
                  <c:v>17.70097213</c:v>
                </c:pt>
                <c:pt idx="221">
                  <c:v>17.963538310000001</c:v>
                </c:pt>
                <c:pt idx="222">
                  <c:v>18.052800430000001</c:v>
                </c:pt>
                <c:pt idx="223">
                  <c:v>18.186691889999999</c:v>
                </c:pt>
                <c:pt idx="224">
                  <c:v>18.296834960000002</c:v>
                </c:pt>
                <c:pt idx="225">
                  <c:v>18.314801469999999</c:v>
                </c:pt>
                <c:pt idx="226">
                  <c:v>18.296361430000001</c:v>
                </c:pt>
                <c:pt idx="227">
                  <c:v>18.278976449999998</c:v>
                </c:pt>
                <c:pt idx="228">
                  <c:v>18.268747579999999</c:v>
                </c:pt>
                <c:pt idx="229">
                  <c:v>18.294943839999998</c:v>
                </c:pt>
                <c:pt idx="230">
                  <c:v>18.319461520000001</c:v>
                </c:pt>
                <c:pt idx="231">
                  <c:v>18.315929369999999</c:v>
                </c:pt>
                <c:pt idx="232">
                  <c:v>18.31290109</c:v>
                </c:pt>
                <c:pt idx="233">
                  <c:v>18.30873429</c:v>
                </c:pt>
                <c:pt idx="234">
                  <c:v>18.305520009999999</c:v>
                </c:pt>
                <c:pt idx="235">
                  <c:v>18.26880268</c:v>
                </c:pt>
                <c:pt idx="236">
                  <c:v>18.234483180000002</c:v>
                </c:pt>
                <c:pt idx="237">
                  <c:v>18.246361950000001</c:v>
                </c:pt>
                <c:pt idx="238">
                  <c:v>18.252123709999999</c:v>
                </c:pt>
                <c:pt idx="239">
                  <c:v>18.167767789999999</c:v>
                </c:pt>
                <c:pt idx="240">
                  <c:v>18.138435749999999</c:v>
                </c:pt>
                <c:pt idx="241">
                  <c:v>18.141840479999999</c:v>
                </c:pt>
                <c:pt idx="242">
                  <c:v>18.12455679</c:v>
                </c:pt>
                <c:pt idx="243">
                  <c:v>18.140512210000001</c:v>
                </c:pt>
                <c:pt idx="244">
                  <c:v>18.158022840000001</c:v>
                </c:pt>
                <c:pt idx="245">
                  <c:v>18.15783605</c:v>
                </c:pt>
                <c:pt idx="246">
                  <c:v>18.10350274</c:v>
                </c:pt>
                <c:pt idx="247">
                  <c:v>18.132109119999999</c:v>
                </c:pt>
                <c:pt idx="248">
                  <c:v>18.150148340000001</c:v>
                </c:pt>
                <c:pt idx="249">
                  <c:v>18.111929570000001</c:v>
                </c:pt>
                <c:pt idx="250">
                  <c:v>18.096727479999998</c:v>
                </c:pt>
                <c:pt idx="251">
                  <c:v>17.943900419999999</c:v>
                </c:pt>
                <c:pt idx="252">
                  <c:v>17.65841107</c:v>
                </c:pt>
                <c:pt idx="253">
                  <c:v>17.243250639999999</c:v>
                </c:pt>
                <c:pt idx="254">
                  <c:v>16.563253660000001</c:v>
                </c:pt>
                <c:pt idx="255">
                  <c:v>15.78192497</c:v>
                </c:pt>
                <c:pt idx="256">
                  <c:v>14.9332545</c:v>
                </c:pt>
                <c:pt idx="257">
                  <c:v>13.88262832</c:v>
                </c:pt>
                <c:pt idx="258">
                  <c:v>12.98276113</c:v>
                </c:pt>
                <c:pt idx="259">
                  <c:v>11.81731199</c:v>
                </c:pt>
                <c:pt idx="260">
                  <c:v>10.80794309</c:v>
                </c:pt>
                <c:pt idx="261">
                  <c:v>9.5958111699999993</c:v>
                </c:pt>
                <c:pt idx="262">
                  <c:v>8.0929441050000008</c:v>
                </c:pt>
                <c:pt idx="263">
                  <c:v>6.3608428180000001</c:v>
                </c:pt>
                <c:pt idx="264">
                  <c:v>5.0236545980000002</c:v>
                </c:pt>
                <c:pt idx="265">
                  <c:v>4.31299601</c:v>
                </c:pt>
                <c:pt idx="266">
                  <c:v>4.1478995330000004</c:v>
                </c:pt>
                <c:pt idx="267">
                  <c:v>4.1312052159999997</c:v>
                </c:pt>
                <c:pt idx="268">
                  <c:v>3.971444295</c:v>
                </c:pt>
                <c:pt idx="269">
                  <c:v>3.7813549439999998</c:v>
                </c:pt>
                <c:pt idx="270">
                  <c:v>3.58346974</c:v>
                </c:pt>
                <c:pt idx="271">
                  <c:v>3.38767605</c:v>
                </c:pt>
                <c:pt idx="272">
                  <c:v>3.350079069</c:v>
                </c:pt>
                <c:pt idx="273">
                  <c:v>3.207907987</c:v>
                </c:pt>
                <c:pt idx="274">
                  <c:v>3.0342691479999999</c:v>
                </c:pt>
                <c:pt idx="275">
                  <c:v>3.0012910110000002</c:v>
                </c:pt>
                <c:pt idx="276">
                  <c:v>2.9702110770000001</c:v>
                </c:pt>
                <c:pt idx="277">
                  <c:v>2.8659408000000002</c:v>
                </c:pt>
                <c:pt idx="278">
                  <c:v>2.8461009239999999</c:v>
                </c:pt>
                <c:pt idx="279">
                  <c:v>2.8368385310000002</c:v>
                </c:pt>
                <c:pt idx="280">
                  <c:v>2.8344700710000001</c:v>
                </c:pt>
                <c:pt idx="281">
                  <c:v>2.786037361</c:v>
                </c:pt>
                <c:pt idx="282">
                  <c:v>2.6799844350000002</c:v>
                </c:pt>
                <c:pt idx="283">
                  <c:v>2.675809428</c:v>
                </c:pt>
                <c:pt idx="284">
                  <c:v>2.6710989060000001</c:v>
                </c:pt>
                <c:pt idx="285">
                  <c:v>2.6656102700000002</c:v>
                </c:pt>
                <c:pt idx="286">
                  <c:v>2.6673603350000001</c:v>
                </c:pt>
                <c:pt idx="287">
                  <c:v>2.6641364749999998</c:v>
                </c:pt>
                <c:pt idx="288">
                  <c:v>2.6631733610000001</c:v>
                </c:pt>
                <c:pt idx="289">
                  <c:v>2.647540115</c:v>
                </c:pt>
                <c:pt idx="290">
                  <c:v>2.630035924</c:v>
                </c:pt>
                <c:pt idx="291">
                  <c:v>2.629630632</c:v>
                </c:pt>
                <c:pt idx="292">
                  <c:v>2.626657281</c:v>
                </c:pt>
                <c:pt idx="293">
                  <c:v>2.628025354</c:v>
                </c:pt>
                <c:pt idx="294">
                  <c:v>2.6251337810000002</c:v>
                </c:pt>
                <c:pt idx="295">
                  <c:v>2.6161428519999999</c:v>
                </c:pt>
                <c:pt idx="296">
                  <c:v>2.6101897080000001</c:v>
                </c:pt>
                <c:pt idx="297">
                  <c:v>2.812881875</c:v>
                </c:pt>
                <c:pt idx="298">
                  <c:v>2.9777878979999999</c:v>
                </c:pt>
                <c:pt idx="299">
                  <c:v>3.1644867379999999</c:v>
                </c:pt>
                <c:pt idx="300">
                  <c:v>3.3539013130000002</c:v>
                </c:pt>
                <c:pt idx="301">
                  <c:v>3.6799860070000001</c:v>
                </c:pt>
                <c:pt idx="302">
                  <c:v>4.2540675639999996</c:v>
                </c:pt>
                <c:pt idx="303">
                  <c:v>4.9750221300000002</c:v>
                </c:pt>
                <c:pt idx="304">
                  <c:v>5.7892191220000004</c:v>
                </c:pt>
                <c:pt idx="305">
                  <c:v>6.8086343559999998</c:v>
                </c:pt>
                <c:pt idx="306">
                  <c:v>8.0421000029999998</c:v>
                </c:pt>
                <c:pt idx="307">
                  <c:v>9.4628518150000005</c:v>
                </c:pt>
                <c:pt idx="308">
                  <c:v>10.780229289999999</c:v>
                </c:pt>
                <c:pt idx="309">
                  <c:v>12.03178975</c:v>
                </c:pt>
                <c:pt idx="310">
                  <c:v>13.217709210000001</c:v>
                </c:pt>
                <c:pt idx="311">
                  <c:v>14.287844789999999</c:v>
                </c:pt>
                <c:pt idx="312">
                  <c:v>15.18610602</c:v>
                </c:pt>
                <c:pt idx="313">
                  <c:v>15.83778525</c:v>
                </c:pt>
                <c:pt idx="314">
                  <c:v>16.212576540000001</c:v>
                </c:pt>
                <c:pt idx="315">
                  <c:v>16.565153330000001</c:v>
                </c:pt>
                <c:pt idx="316">
                  <c:v>16.844093959999999</c:v>
                </c:pt>
                <c:pt idx="317">
                  <c:v>17.156095759999999</c:v>
                </c:pt>
                <c:pt idx="318">
                  <c:v>17.464390460000001</c:v>
                </c:pt>
                <c:pt idx="319">
                  <c:v>17.825787259999998</c:v>
                </c:pt>
                <c:pt idx="320">
                  <c:v>18.185727920000001</c:v>
                </c:pt>
                <c:pt idx="321">
                  <c:v>18.319709960000001</c:v>
                </c:pt>
                <c:pt idx="322">
                  <c:v>18.315724809999999</c:v>
                </c:pt>
                <c:pt idx="323">
                  <c:v>18.339553890000001</c:v>
                </c:pt>
                <c:pt idx="324">
                  <c:v>18.594525560000001</c:v>
                </c:pt>
                <c:pt idx="325">
                  <c:v>18.64039979</c:v>
                </c:pt>
                <c:pt idx="326">
                  <c:v>18.796350270000001</c:v>
                </c:pt>
                <c:pt idx="327">
                  <c:v>18.852124450000002</c:v>
                </c:pt>
                <c:pt idx="328">
                  <c:v>18.90288812</c:v>
                </c:pt>
                <c:pt idx="329">
                  <c:v>18.95270451</c:v>
                </c:pt>
                <c:pt idx="330">
                  <c:v>18.985361860000001</c:v>
                </c:pt>
                <c:pt idx="331">
                  <c:v>19.035974599999999</c:v>
                </c:pt>
                <c:pt idx="332">
                  <c:v>19.02974335</c:v>
                </c:pt>
                <c:pt idx="333">
                  <c:v>19.02317416</c:v>
                </c:pt>
                <c:pt idx="334">
                  <c:v>19.018351429999999</c:v>
                </c:pt>
                <c:pt idx="335">
                  <c:v>19.016497300000001</c:v>
                </c:pt>
                <c:pt idx="336">
                  <c:v>19.014583099999999</c:v>
                </c:pt>
                <c:pt idx="337">
                  <c:v>19.002403999999999</c:v>
                </c:pt>
                <c:pt idx="338">
                  <c:v>18.983969890000001</c:v>
                </c:pt>
                <c:pt idx="339">
                  <c:v>18.989038319999999</c:v>
                </c:pt>
                <c:pt idx="340">
                  <c:v>18.953479439999999</c:v>
                </c:pt>
                <c:pt idx="341">
                  <c:v>18.863600049999999</c:v>
                </c:pt>
                <c:pt idx="342">
                  <c:v>18.747108069999999</c:v>
                </c:pt>
                <c:pt idx="343">
                  <c:v>18.552673729999999</c:v>
                </c:pt>
                <c:pt idx="344">
                  <c:v>18.017345079999998</c:v>
                </c:pt>
                <c:pt idx="345">
                  <c:v>17.419771440000002</c:v>
                </c:pt>
                <c:pt idx="346">
                  <c:v>16.839942480000001</c:v>
                </c:pt>
                <c:pt idx="347">
                  <c:v>16.25487012</c:v>
                </c:pt>
                <c:pt idx="348">
                  <c:v>15.767122090000001</c:v>
                </c:pt>
                <c:pt idx="349">
                  <c:v>15.050182380000001</c:v>
                </c:pt>
                <c:pt idx="350">
                  <c:v>14.20539069</c:v>
                </c:pt>
                <c:pt idx="351">
                  <c:v>13.41423516</c:v>
                </c:pt>
                <c:pt idx="352">
                  <c:v>12.533116870000001</c:v>
                </c:pt>
                <c:pt idx="353">
                  <c:v>11.463448550000001</c:v>
                </c:pt>
                <c:pt idx="354">
                  <c:v>10.29993936</c:v>
                </c:pt>
                <c:pt idx="355">
                  <c:v>9.1490713140000004</c:v>
                </c:pt>
                <c:pt idx="356">
                  <c:v>8.0939476769999992</c:v>
                </c:pt>
                <c:pt idx="357">
                  <c:v>7.3011066309999997</c:v>
                </c:pt>
                <c:pt idx="358">
                  <c:v>6.4767514100000003</c:v>
                </c:pt>
                <c:pt idx="359">
                  <c:v>5.8424517509999996</c:v>
                </c:pt>
                <c:pt idx="360">
                  <c:v>5.3754729320000001</c:v>
                </c:pt>
                <c:pt idx="361">
                  <c:v>5.1231922020000003</c:v>
                </c:pt>
                <c:pt idx="362">
                  <c:v>4.8211976830000003</c:v>
                </c:pt>
                <c:pt idx="363">
                  <c:v>4.592874686</c:v>
                </c:pt>
                <c:pt idx="364">
                  <c:v>4.2352375609999999</c:v>
                </c:pt>
                <c:pt idx="365">
                  <c:v>3.88559432</c:v>
                </c:pt>
                <c:pt idx="366">
                  <c:v>3.7105550859999998</c:v>
                </c:pt>
                <c:pt idx="367">
                  <c:v>3.6551476190000001</c:v>
                </c:pt>
                <c:pt idx="368">
                  <c:v>3.5155873799999999</c:v>
                </c:pt>
                <c:pt idx="369">
                  <c:v>3.4634256049999999</c:v>
                </c:pt>
                <c:pt idx="370">
                  <c:v>3.336564649</c:v>
                </c:pt>
                <c:pt idx="371">
                  <c:v>3.2870425399999998</c:v>
                </c:pt>
                <c:pt idx="372">
                  <c:v>3.1603780210000001</c:v>
                </c:pt>
                <c:pt idx="373">
                  <c:v>3.1309380060000001</c:v>
                </c:pt>
                <c:pt idx="374">
                  <c:v>3.1057164789999998</c:v>
                </c:pt>
                <c:pt idx="375">
                  <c:v>2.9785306390000001</c:v>
                </c:pt>
                <c:pt idx="376">
                  <c:v>2.937537351</c:v>
                </c:pt>
                <c:pt idx="377">
                  <c:v>2.9475488759999999</c:v>
                </c:pt>
                <c:pt idx="378">
                  <c:v>2.9025246760000001</c:v>
                </c:pt>
                <c:pt idx="379">
                  <c:v>2.93012389</c:v>
                </c:pt>
                <c:pt idx="380">
                  <c:v>2.7971907979999999</c:v>
                </c:pt>
                <c:pt idx="381">
                  <c:v>2.7902816220000002</c:v>
                </c:pt>
                <c:pt idx="382">
                  <c:v>2.785926431</c:v>
                </c:pt>
                <c:pt idx="383">
                  <c:v>2.7808642950000002</c:v>
                </c:pt>
                <c:pt idx="384">
                  <c:v>2.77517046</c:v>
                </c:pt>
                <c:pt idx="385">
                  <c:v>2.7782526669999998</c:v>
                </c:pt>
                <c:pt idx="386">
                  <c:v>2.78013888</c:v>
                </c:pt>
                <c:pt idx="387">
                  <c:v>2.9293680590000002</c:v>
                </c:pt>
                <c:pt idx="388">
                  <c:v>2.9755800830000001</c:v>
                </c:pt>
                <c:pt idx="389">
                  <c:v>3.3106099790000001</c:v>
                </c:pt>
                <c:pt idx="390">
                  <c:v>3.5547888360000002</c:v>
                </c:pt>
                <c:pt idx="391">
                  <c:v>3.913528296</c:v>
                </c:pt>
                <c:pt idx="392">
                  <c:v>4.3283747769999996</c:v>
                </c:pt>
                <c:pt idx="393">
                  <c:v>4.8960678250000003</c:v>
                </c:pt>
                <c:pt idx="394">
                  <c:v>5.9430804210000003</c:v>
                </c:pt>
                <c:pt idx="395">
                  <c:v>7.063363528</c:v>
                </c:pt>
                <c:pt idx="396">
                  <c:v>8.3526421119999998</c:v>
                </c:pt>
                <c:pt idx="397">
                  <c:v>9.7660906569999995</c:v>
                </c:pt>
                <c:pt idx="398">
                  <c:v>11.19894865</c:v>
                </c:pt>
                <c:pt idx="399">
                  <c:v>12.72008465</c:v>
                </c:pt>
                <c:pt idx="400">
                  <c:v>14.1469252</c:v>
                </c:pt>
                <c:pt idx="401">
                  <c:v>15.28799886</c:v>
                </c:pt>
                <c:pt idx="402">
                  <c:v>16.140937619999999</c:v>
                </c:pt>
                <c:pt idx="403">
                  <c:v>16.709524330000001</c:v>
                </c:pt>
                <c:pt idx="404">
                  <c:v>17.269630100000001</c:v>
                </c:pt>
                <c:pt idx="405">
                  <c:v>17.62184882</c:v>
                </c:pt>
                <c:pt idx="406">
                  <c:v>18.10766168</c:v>
                </c:pt>
                <c:pt idx="407">
                  <c:v>18.484970409999999</c:v>
                </c:pt>
                <c:pt idx="408">
                  <c:v>18.872753790000001</c:v>
                </c:pt>
                <c:pt idx="409">
                  <c:v>18.96958059</c:v>
                </c:pt>
                <c:pt idx="410">
                  <c:v>18.99792034</c:v>
                </c:pt>
                <c:pt idx="411">
                  <c:v>19.117340009999999</c:v>
                </c:pt>
                <c:pt idx="412">
                  <c:v>19.273470469999999</c:v>
                </c:pt>
                <c:pt idx="413">
                  <c:v>19.34117376</c:v>
                </c:pt>
                <c:pt idx="414">
                  <c:v>19.37085458</c:v>
                </c:pt>
                <c:pt idx="415">
                  <c:v>19.461823020000001</c:v>
                </c:pt>
                <c:pt idx="416">
                  <c:v>19.493439339999998</c:v>
                </c:pt>
                <c:pt idx="417">
                  <c:v>19.501652579999998</c:v>
                </c:pt>
                <c:pt idx="418">
                  <c:v>19.495711350000001</c:v>
                </c:pt>
                <c:pt idx="419">
                  <c:v>19.50218761</c:v>
                </c:pt>
                <c:pt idx="420">
                  <c:v>19.497694840000001</c:v>
                </c:pt>
                <c:pt idx="421">
                  <c:v>19.551897069999999</c:v>
                </c:pt>
                <c:pt idx="422">
                  <c:v>19.661789299999999</c:v>
                </c:pt>
                <c:pt idx="423">
                  <c:v>19.61047726</c:v>
                </c:pt>
                <c:pt idx="424">
                  <c:v>19.57558405</c:v>
                </c:pt>
                <c:pt idx="425">
                  <c:v>19.568831719999999</c:v>
                </c:pt>
                <c:pt idx="426">
                  <c:v>19.402695649999998</c:v>
                </c:pt>
                <c:pt idx="427">
                  <c:v>19.230065310000001</c:v>
                </c:pt>
                <c:pt idx="428">
                  <c:v>18.995849719999999</c:v>
                </c:pt>
                <c:pt idx="429">
                  <c:v>18.59932972</c:v>
                </c:pt>
                <c:pt idx="430">
                  <c:v>17.902427469999999</c:v>
                </c:pt>
                <c:pt idx="431">
                  <c:v>17.056628199999999</c:v>
                </c:pt>
                <c:pt idx="432">
                  <c:v>16.293632949999999</c:v>
                </c:pt>
                <c:pt idx="433">
                  <c:v>15.52307126</c:v>
                </c:pt>
                <c:pt idx="434">
                  <c:v>14.76494941</c:v>
                </c:pt>
                <c:pt idx="435">
                  <c:v>14.097631740000001</c:v>
                </c:pt>
                <c:pt idx="436">
                  <c:v>13.40720125</c:v>
                </c:pt>
                <c:pt idx="437">
                  <c:v>12.647830669999999</c:v>
                </c:pt>
                <c:pt idx="438">
                  <c:v>11.743954390000001</c:v>
                </c:pt>
                <c:pt idx="439">
                  <c:v>10.60365328</c:v>
                </c:pt>
                <c:pt idx="440">
                  <c:v>9.4090531120000005</c:v>
                </c:pt>
                <c:pt idx="441">
                  <c:v>8.0786795690000002</c:v>
                </c:pt>
                <c:pt idx="442">
                  <c:v>7.0963247349999996</c:v>
                </c:pt>
                <c:pt idx="443">
                  <c:v>6.2975769220000002</c:v>
                </c:pt>
                <c:pt idx="444">
                  <c:v>5.5561379559999997</c:v>
                </c:pt>
                <c:pt idx="445">
                  <c:v>5.0818516489999999</c:v>
                </c:pt>
                <c:pt idx="446">
                  <c:v>4.885532306</c:v>
                </c:pt>
                <c:pt idx="447">
                  <c:v>4.6560374639999997</c:v>
                </c:pt>
                <c:pt idx="448">
                  <c:v>4.3466993990000002</c:v>
                </c:pt>
                <c:pt idx="449">
                  <c:v>4.1532566859999998</c:v>
                </c:pt>
                <c:pt idx="450">
                  <c:v>3.95989681</c:v>
                </c:pt>
                <c:pt idx="451">
                  <c:v>3.81298782</c:v>
                </c:pt>
                <c:pt idx="452">
                  <c:v>3.7630292870000002</c:v>
                </c:pt>
                <c:pt idx="453">
                  <c:v>3.6280419699999999</c:v>
                </c:pt>
                <c:pt idx="454">
                  <c:v>3.5602328939999999</c:v>
                </c:pt>
                <c:pt idx="455">
                  <c:v>3.4183982550000001</c:v>
                </c:pt>
                <c:pt idx="456">
                  <c:v>3.3669872320000001</c:v>
                </c:pt>
                <c:pt idx="457">
                  <c:v>3.2467116819999999</c:v>
                </c:pt>
                <c:pt idx="458">
                  <c:v>3.242470811</c:v>
                </c:pt>
                <c:pt idx="459">
                  <c:v>3.2266293140000002</c:v>
                </c:pt>
                <c:pt idx="460">
                  <c:v>3.2158902600000001</c:v>
                </c:pt>
              </c:numCache>
            </c:numRef>
          </c:xVal>
          <c:yVal>
            <c:numRef>
              <c:f>[1]Sheet1!$U$2:$U$1293</c:f>
              <c:numCache>
                <c:formatCode>General</c:formatCode>
                <c:ptCount val="1292"/>
                <c:pt idx="1">
                  <c:v>110.5265</c:v>
                </c:pt>
                <c:pt idx="2">
                  <c:v>110.5569</c:v>
                </c:pt>
                <c:pt idx="3">
                  <c:v>110.53710000000001</c:v>
                </c:pt>
                <c:pt idx="4">
                  <c:v>110.66560000000001</c:v>
                </c:pt>
                <c:pt idx="5">
                  <c:v>110.7099</c:v>
                </c:pt>
                <c:pt idx="6">
                  <c:v>110.9312</c:v>
                </c:pt>
                <c:pt idx="7">
                  <c:v>111.134</c:v>
                </c:pt>
                <c:pt idx="8">
                  <c:v>111.40370000000001</c:v>
                </c:pt>
                <c:pt idx="9">
                  <c:v>111.66759999999999</c:v>
                </c:pt>
                <c:pt idx="10">
                  <c:v>112.1579</c:v>
                </c:pt>
                <c:pt idx="11">
                  <c:v>112.4691</c:v>
                </c:pt>
                <c:pt idx="12">
                  <c:v>112.6671</c:v>
                </c:pt>
                <c:pt idx="13">
                  <c:v>112.6249</c:v>
                </c:pt>
                <c:pt idx="14">
                  <c:v>112.95450000000001</c:v>
                </c:pt>
                <c:pt idx="15">
                  <c:v>112.8544</c:v>
                </c:pt>
                <c:pt idx="16">
                  <c:v>112.81399999999999</c:v>
                </c:pt>
                <c:pt idx="17">
                  <c:v>112.90309999999999</c:v>
                </c:pt>
                <c:pt idx="18">
                  <c:v>113.15759999999999</c:v>
                </c:pt>
                <c:pt idx="19">
                  <c:v>113.28739999999999</c:v>
                </c:pt>
                <c:pt idx="20">
                  <c:v>113.4486</c:v>
                </c:pt>
                <c:pt idx="21">
                  <c:v>113.3182</c:v>
                </c:pt>
                <c:pt idx="22">
                  <c:v>113.273</c:v>
                </c:pt>
                <c:pt idx="23">
                  <c:v>113.20949999999999</c:v>
                </c:pt>
                <c:pt idx="24">
                  <c:v>113.49940000000001</c:v>
                </c:pt>
                <c:pt idx="25">
                  <c:v>113.33460000000001</c:v>
                </c:pt>
                <c:pt idx="26">
                  <c:v>113.4903</c:v>
                </c:pt>
                <c:pt idx="27">
                  <c:v>113.54730000000001</c:v>
                </c:pt>
                <c:pt idx="28">
                  <c:v>113.5675</c:v>
                </c:pt>
                <c:pt idx="29">
                  <c:v>113.5668</c:v>
                </c:pt>
                <c:pt idx="30">
                  <c:v>113.41499999999999</c:v>
                </c:pt>
                <c:pt idx="31">
                  <c:v>113.4178</c:v>
                </c:pt>
                <c:pt idx="32">
                  <c:v>113.3964</c:v>
                </c:pt>
                <c:pt idx="33">
                  <c:v>113.3775</c:v>
                </c:pt>
                <c:pt idx="34">
                  <c:v>113.3313</c:v>
                </c:pt>
                <c:pt idx="35">
                  <c:v>113.31</c:v>
                </c:pt>
                <c:pt idx="36">
                  <c:v>113.288</c:v>
                </c:pt>
                <c:pt idx="37">
                  <c:v>113.21440000000001</c:v>
                </c:pt>
                <c:pt idx="38">
                  <c:v>113.25900000000001</c:v>
                </c:pt>
                <c:pt idx="39">
                  <c:v>113.2621</c:v>
                </c:pt>
                <c:pt idx="40">
                  <c:v>113.2638</c:v>
                </c:pt>
                <c:pt idx="41">
                  <c:v>113.24619999999999</c:v>
                </c:pt>
                <c:pt idx="42">
                  <c:v>113.19559999999998</c:v>
                </c:pt>
                <c:pt idx="43">
                  <c:v>113.1678</c:v>
                </c:pt>
                <c:pt idx="44">
                  <c:v>113.19050000000001</c:v>
                </c:pt>
                <c:pt idx="45">
                  <c:v>113.2071</c:v>
                </c:pt>
                <c:pt idx="46">
                  <c:v>113.2222</c:v>
                </c:pt>
                <c:pt idx="47">
                  <c:v>113.0518</c:v>
                </c:pt>
                <c:pt idx="48">
                  <c:v>113.09690000000001</c:v>
                </c:pt>
                <c:pt idx="49">
                  <c:v>113.15780000000001</c:v>
                </c:pt>
                <c:pt idx="50">
                  <c:v>113.26430000000001</c:v>
                </c:pt>
                <c:pt idx="51">
                  <c:v>113.3319</c:v>
                </c:pt>
                <c:pt idx="52">
                  <c:v>113.2324</c:v>
                </c:pt>
                <c:pt idx="53">
                  <c:v>113.28099999999999</c:v>
                </c:pt>
                <c:pt idx="54">
                  <c:v>113.05440000000002</c:v>
                </c:pt>
                <c:pt idx="55">
                  <c:v>113.1833</c:v>
                </c:pt>
                <c:pt idx="56">
                  <c:v>113.14120000000001</c:v>
                </c:pt>
                <c:pt idx="57">
                  <c:v>112.96080000000001</c:v>
                </c:pt>
                <c:pt idx="58">
                  <c:v>112.84350000000001</c:v>
                </c:pt>
                <c:pt idx="59">
                  <c:v>112.51860000000001</c:v>
                </c:pt>
                <c:pt idx="60">
                  <c:v>112.6872</c:v>
                </c:pt>
                <c:pt idx="61">
                  <c:v>112.44479999999999</c:v>
                </c:pt>
                <c:pt idx="62">
                  <c:v>112.3399</c:v>
                </c:pt>
                <c:pt idx="63">
                  <c:v>112.2179</c:v>
                </c:pt>
                <c:pt idx="64">
                  <c:v>112.13929999999999</c:v>
                </c:pt>
                <c:pt idx="65">
                  <c:v>112.09400000000001</c:v>
                </c:pt>
                <c:pt idx="66">
                  <c:v>112.08349999999999</c:v>
                </c:pt>
                <c:pt idx="67">
                  <c:v>111.77809999999999</c:v>
                </c:pt>
                <c:pt idx="68">
                  <c:v>111.67149999999999</c:v>
                </c:pt>
                <c:pt idx="69">
                  <c:v>111.47819999999999</c:v>
                </c:pt>
                <c:pt idx="70">
                  <c:v>111.4344</c:v>
                </c:pt>
                <c:pt idx="71">
                  <c:v>111.3028</c:v>
                </c:pt>
                <c:pt idx="72">
                  <c:v>111.5068</c:v>
                </c:pt>
                <c:pt idx="73">
                  <c:v>111.29810000000001</c:v>
                </c:pt>
                <c:pt idx="74">
                  <c:v>111.27890000000001</c:v>
                </c:pt>
                <c:pt idx="75">
                  <c:v>111.1866</c:v>
                </c:pt>
                <c:pt idx="76">
                  <c:v>111.2052</c:v>
                </c:pt>
                <c:pt idx="77">
                  <c:v>110.9854</c:v>
                </c:pt>
                <c:pt idx="78">
                  <c:v>111.13329999999999</c:v>
                </c:pt>
                <c:pt idx="79">
                  <c:v>111.2256</c:v>
                </c:pt>
                <c:pt idx="80">
                  <c:v>111.0891</c:v>
                </c:pt>
                <c:pt idx="81">
                  <c:v>111.07640000000001</c:v>
                </c:pt>
                <c:pt idx="82">
                  <c:v>111.07989999999999</c:v>
                </c:pt>
                <c:pt idx="83">
                  <c:v>110.89259999999999</c:v>
                </c:pt>
                <c:pt idx="84">
                  <c:v>110.83959999999999</c:v>
                </c:pt>
                <c:pt idx="85">
                  <c:v>110.89460000000001</c:v>
                </c:pt>
                <c:pt idx="86">
                  <c:v>110.81519999999999</c:v>
                </c:pt>
                <c:pt idx="87">
                  <c:v>110.736</c:v>
                </c:pt>
                <c:pt idx="88">
                  <c:v>110.7394</c:v>
                </c:pt>
                <c:pt idx="89">
                  <c:v>110.7398</c:v>
                </c:pt>
                <c:pt idx="90">
                  <c:v>110.7546</c:v>
                </c:pt>
                <c:pt idx="91">
                  <c:v>110.73320000000001</c:v>
                </c:pt>
                <c:pt idx="92">
                  <c:v>110.7094</c:v>
                </c:pt>
                <c:pt idx="93">
                  <c:v>110.6845</c:v>
                </c:pt>
                <c:pt idx="94">
                  <c:v>110.65690000000001</c:v>
                </c:pt>
                <c:pt idx="95">
                  <c:v>110.7915</c:v>
                </c:pt>
                <c:pt idx="96">
                  <c:v>110.76679999999999</c:v>
                </c:pt>
                <c:pt idx="97">
                  <c:v>110.72620000000001</c:v>
                </c:pt>
                <c:pt idx="98">
                  <c:v>110.7154</c:v>
                </c:pt>
                <c:pt idx="99">
                  <c:v>110.69119999999999</c:v>
                </c:pt>
                <c:pt idx="100">
                  <c:v>110.74289999999999</c:v>
                </c:pt>
                <c:pt idx="101">
                  <c:v>110.74769999999999</c:v>
                </c:pt>
                <c:pt idx="102">
                  <c:v>110.74870000000001</c:v>
                </c:pt>
                <c:pt idx="103">
                  <c:v>111.09629999999999</c:v>
                </c:pt>
                <c:pt idx="104">
                  <c:v>111.4081</c:v>
                </c:pt>
                <c:pt idx="105">
                  <c:v>111.8049</c:v>
                </c:pt>
                <c:pt idx="106">
                  <c:v>111.9473</c:v>
                </c:pt>
                <c:pt idx="107">
                  <c:v>112.27499999999999</c:v>
                </c:pt>
                <c:pt idx="108">
                  <c:v>112.3831</c:v>
                </c:pt>
                <c:pt idx="109">
                  <c:v>112.7501</c:v>
                </c:pt>
                <c:pt idx="110">
                  <c:v>112.6694</c:v>
                </c:pt>
                <c:pt idx="111">
                  <c:v>112.7867</c:v>
                </c:pt>
                <c:pt idx="112">
                  <c:v>113.10900000000001</c:v>
                </c:pt>
                <c:pt idx="113">
                  <c:v>112.70350000000001</c:v>
                </c:pt>
                <c:pt idx="114">
                  <c:v>112.94739999999999</c:v>
                </c:pt>
                <c:pt idx="115">
                  <c:v>113.13560000000001</c:v>
                </c:pt>
                <c:pt idx="116">
                  <c:v>112.699</c:v>
                </c:pt>
                <c:pt idx="117">
                  <c:v>113.1627</c:v>
                </c:pt>
                <c:pt idx="118">
                  <c:v>113.0129</c:v>
                </c:pt>
                <c:pt idx="119">
                  <c:v>112.92789999999999</c:v>
                </c:pt>
                <c:pt idx="120">
                  <c:v>112.91249999999999</c:v>
                </c:pt>
                <c:pt idx="121">
                  <c:v>112.9988</c:v>
                </c:pt>
                <c:pt idx="122">
                  <c:v>112.8811</c:v>
                </c:pt>
                <c:pt idx="123">
                  <c:v>112.9007</c:v>
                </c:pt>
                <c:pt idx="124">
                  <c:v>112.8083</c:v>
                </c:pt>
                <c:pt idx="125">
                  <c:v>112.83540000000001</c:v>
                </c:pt>
                <c:pt idx="126">
                  <c:v>112.87390000000001</c:v>
                </c:pt>
                <c:pt idx="127">
                  <c:v>113.041</c:v>
                </c:pt>
                <c:pt idx="128">
                  <c:v>112.8717</c:v>
                </c:pt>
                <c:pt idx="129">
                  <c:v>112.947</c:v>
                </c:pt>
                <c:pt idx="130">
                  <c:v>112.9562</c:v>
                </c:pt>
                <c:pt idx="131">
                  <c:v>112.9598</c:v>
                </c:pt>
                <c:pt idx="132">
                  <c:v>113.0985</c:v>
                </c:pt>
                <c:pt idx="133">
                  <c:v>112.89410000000001</c:v>
                </c:pt>
                <c:pt idx="134">
                  <c:v>112.9384</c:v>
                </c:pt>
                <c:pt idx="135">
                  <c:v>112.9434</c:v>
                </c:pt>
                <c:pt idx="136">
                  <c:v>112.93770000000001</c:v>
                </c:pt>
                <c:pt idx="137">
                  <c:v>112.9376</c:v>
                </c:pt>
                <c:pt idx="138">
                  <c:v>113.0063</c:v>
                </c:pt>
                <c:pt idx="139">
                  <c:v>112.8886</c:v>
                </c:pt>
                <c:pt idx="140">
                  <c:v>112.9101</c:v>
                </c:pt>
                <c:pt idx="141">
                  <c:v>112.926</c:v>
                </c:pt>
                <c:pt idx="142">
                  <c:v>112.9354</c:v>
                </c:pt>
                <c:pt idx="143">
                  <c:v>112.94119999999999</c:v>
                </c:pt>
                <c:pt idx="144">
                  <c:v>112.9649</c:v>
                </c:pt>
                <c:pt idx="145">
                  <c:v>112.98740000000001</c:v>
                </c:pt>
                <c:pt idx="146">
                  <c:v>113.0103</c:v>
                </c:pt>
                <c:pt idx="147">
                  <c:v>113.0335</c:v>
                </c:pt>
                <c:pt idx="148">
                  <c:v>112.8511</c:v>
                </c:pt>
                <c:pt idx="149">
                  <c:v>112.76949999999999</c:v>
                </c:pt>
                <c:pt idx="150">
                  <c:v>112.6784</c:v>
                </c:pt>
                <c:pt idx="151">
                  <c:v>112.86860000000001</c:v>
                </c:pt>
                <c:pt idx="152">
                  <c:v>112.899</c:v>
                </c:pt>
                <c:pt idx="153">
                  <c:v>112.7581</c:v>
                </c:pt>
                <c:pt idx="154">
                  <c:v>112.6157</c:v>
                </c:pt>
                <c:pt idx="155">
                  <c:v>112.4738</c:v>
                </c:pt>
                <c:pt idx="156">
                  <c:v>112.5155</c:v>
                </c:pt>
                <c:pt idx="157">
                  <c:v>112.14689999999999</c:v>
                </c:pt>
                <c:pt idx="158">
                  <c:v>112.0331</c:v>
                </c:pt>
                <c:pt idx="159">
                  <c:v>111.8733</c:v>
                </c:pt>
                <c:pt idx="160">
                  <c:v>111.81530000000001</c:v>
                </c:pt>
                <c:pt idx="161">
                  <c:v>111.63639999999999</c:v>
                </c:pt>
                <c:pt idx="162">
                  <c:v>111.4676</c:v>
                </c:pt>
                <c:pt idx="163">
                  <c:v>111.31610000000001</c:v>
                </c:pt>
                <c:pt idx="164">
                  <c:v>111.3695</c:v>
                </c:pt>
                <c:pt idx="165">
                  <c:v>111.2032</c:v>
                </c:pt>
                <c:pt idx="166">
                  <c:v>111.0235</c:v>
                </c:pt>
                <c:pt idx="167">
                  <c:v>110.8605</c:v>
                </c:pt>
                <c:pt idx="168">
                  <c:v>110.9209</c:v>
                </c:pt>
                <c:pt idx="169">
                  <c:v>110.69000000000001</c:v>
                </c:pt>
                <c:pt idx="170">
                  <c:v>110.5531</c:v>
                </c:pt>
                <c:pt idx="171">
                  <c:v>110.595</c:v>
                </c:pt>
                <c:pt idx="172">
                  <c:v>110.3712</c:v>
                </c:pt>
                <c:pt idx="173">
                  <c:v>110.39859999999999</c:v>
                </c:pt>
                <c:pt idx="174">
                  <c:v>110.3768</c:v>
                </c:pt>
                <c:pt idx="175">
                  <c:v>110.12909999999999</c:v>
                </c:pt>
                <c:pt idx="176">
                  <c:v>110.18299999999999</c:v>
                </c:pt>
                <c:pt idx="177">
                  <c:v>110.1027</c:v>
                </c:pt>
                <c:pt idx="178">
                  <c:v>109.9234</c:v>
                </c:pt>
                <c:pt idx="179">
                  <c:v>110.00280000000001</c:v>
                </c:pt>
                <c:pt idx="180">
                  <c:v>110.00970000000001</c:v>
                </c:pt>
                <c:pt idx="181">
                  <c:v>110.105</c:v>
                </c:pt>
                <c:pt idx="182">
                  <c:v>110.0378</c:v>
                </c:pt>
                <c:pt idx="183">
                  <c:v>109.9877</c:v>
                </c:pt>
                <c:pt idx="184">
                  <c:v>109.959</c:v>
                </c:pt>
                <c:pt idx="185">
                  <c:v>110.00640000000001</c:v>
                </c:pt>
                <c:pt idx="186">
                  <c:v>109.88720000000001</c:v>
                </c:pt>
                <c:pt idx="187">
                  <c:v>109.98699999999999</c:v>
                </c:pt>
                <c:pt idx="188">
                  <c:v>109.95189999999999</c:v>
                </c:pt>
                <c:pt idx="189">
                  <c:v>109.9492</c:v>
                </c:pt>
                <c:pt idx="190">
                  <c:v>109.9413</c:v>
                </c:pt>
                <c:pt idx="191">
                  <c:v>109.9238</c:v>
                </c:pt>
                <c:pt idx="192">
                  <c:v>109.92179999999999</c:v>
                </c:pt>
                <c:pt idx="193">
                  <c:v>109.8977</c:v>
                </c:pt>
                <c:pt idx="194">
                  <c:v>109.89760000000001</c:v>
                </c:pt>
                <c:pt idx="195">
                  <c:v>109.89150000000001</c:v>
                </c:pt>
                <c:pt idx="196">
                  <c:v>109.9699</c:v>
                </c:pt>
                <c:pt idx="197">
                  <c:v>110.0248</c:v>
                </c:pt>
                <c:pt idx="198">
                  <c:v>110.10809999999999</c:v>
                </c:pt>
                <c:pt idx="199">
                  <c:v>110.25109999999999</c:v>
                </c:pt>
                <c:pt idx="200">
                  <c:v>110.48159999999999</c:v>
                </c:pt>
                <c:pt idx="201">
                  <c:v>110.77260000000001</c:v>
                </c:pt>
                <c:pt idx="202">
                  <c:v>110.8466</c:v>
                </c:pt>
                <c:pt idx="203">
                  <c:v>111.2816</c:v>
                </c:pt>
                <c:pt idx="204">
                  <c:v>111.3245</c:v>
                </c:pt>
                <c:pt idx="205">
                  <c:v>111.5035</c:v>
                </c:pt>
                <c:pt idx="206">
                  <c:v>111.7115</c:v>
                </c:pt>
                <c:pt idx="207">
                  <c:v>111.9538</c:v>
                </c:pt>
                <c:pt idx="208">
                  <c:v>111.8886</c:v>
                </c:pt>
                <c:pt idx="209">
                  <c:v>112.1324</c:v>
                </c:pt>
                <c:pt idx="210">
                  <c:v>112.4765</c:v>
                </c:pt>
                <c:pt idx="211">
                  <c:v>112.63199999999999</c:v>
                </c:pt>
                <c:pt idx="212">
                  <c:v>112.5857</c:v>
                </c:pt>
                <c:pt idx="213">
                  <c:v>113.0147</c:v>
                </c:pt>
                <c:pt idx="214">
                  <c:v>112.99170000000001</c:v>
                </c:pt>
                <c:pt idx="215">
                  <c:v>112.74340000000001</c:v>
                </c:pt>
                <c:pt idx="216">
                  <c:v>113.0745</c:v>
                </c:pt>
                <c:pt idx="217">
                  <c:v>113.08369999999999</c:v>
                </c:pt>
                <c:pt idx="218">
                  <c:v>112.93340000000001</c:v>
                </c:pt>
                <c:pt idx="219">
                  <c:v>112.83429999999998</c:v>
                </c:pt>
                <c:pt idx="220">
                  <c:v>112.8785</c:v>
                </c:pt>
                <c:pt idx="221">
                  <c:v>112.76740000000001</c:v>
                </c:pt>
                <c:pt idx="222">
                  <c:v>112.8933</c:v>
                </c:pt>
                <c:pt idx="223">
                  <c:v>112.60040000000001</c:v>
                </c:pt>
                <c:pt idx="224">
                  <c:v>112.7148</c:v>
                </c:pt>
                <c:pt idx="225">
                  <c:v>112.91740000000001</c:v>
                </c:pt>
                <c:pt idx="226">
                  <c:v>112.92</c:v>
                </c:pt>
                <c:pt idx="227">
                  <c:v>112.9273</c:v>
                </c:pt>
                <c:pt idx="228">
                  <c:v>112.99799999999999</c:v>
                </c:pt>
                <c:pt idx="229">
                  <c:v>112.9256</c:v>
                </c:pt>
                <c:pt idx="230">
                  <c:v>112.9791</c:v>
                </c:pt>
                <c:pt idx="231">
                  <c:v>112.85</c:v>
                </c:pt>
                <c:pt idx="232">
                  <c:v>112.9462</c:v>
                </c:pt>
                <c:pt idx="233">
                  <c:v>112.80879999999999</c:v>
                </c:pt>
                <c:pt idx="234">
                  <c:v>112.89960000000001</c:v>
                </c:pt>
                <c:pt idx="235">
                  <c:v>112.9666</c:v>
                </c:pt>
                <c:pt idx="236">
                  <c:v>113.03039999999999</c:v>
                </c:pt>
                <c:pt idx="237">
                  <c:v>112.8839</c:v>
                </c:pt>
                <c:pt idx="238">
                  <c:v>112.88470000000001</c:v>
                </c:pt>
                <c:pt idx="239">
                  <c:v>112.93279999999999</c:v>
                </c:pt>
                <c:pt idx="240">
                  <c:v>112.86659999999999</c:v>
                </c:pt>
                <c:pt idx="241">
                  <c:v>112.8339</c:v>
                </c:pt>
                <c:pt idx="242">
                  <c:v>112.7838</c:v>
                </c:pt>
                <c:pt idx="243">
                  <c:v>112.75130000000001</c:v>
                </c:pt>
                <c:pt idx="244">
                  <c:v>112.77329999999999</c:v>
                </c:pt>
                <c:pt idx="245">
                  <c:v>112.66590000000001</c:v>
                </c:pt>
                <c:pt idx="246">
                  <c:v>112.76139999999999</c:v>
                </c:pt>
                <c:pt idx="247">
                  <c:v>112.8108</c:v>
                </c:pt>
                <c:pt idx="248">
                  <c:v>112.84549999999999</c:v>
                </c:pt>
                <c:pt idx="249">
                  <c:v>112.63629999999999</c:v>
                </c:pt>
                <c:pt idx="250">
                  <c:v>112.71100000000001</c:v>
                </c:pt>
                <c:pt idx="251">
                  <c:v>112.58290000000001</c:v>
                </c:pt>
                <c:pt idx="252">
                  <c:v>112.7557</c:v>
                </c:pt>
                <c:pt idx="253">
                  <c:v>112.45570000000001</c:v>
                </c:pt>
                <c:pt idx="254">
                  <c:v>112.42800000000001</c:v>
                </c:pt>
                <c:pt idx="255">
                  <c:v>112.14349999999999</c:v>
                </c:pt>
                <c:pt idx="256">
                  <c:v>112.04129999999999</c:v>
                </c:pt>
                <c:pt idx="257">
                  <c:v>111.8553</c:v>
                </c:pt>
                <c:pt idx="258">
                  <c:v>111.69560000000001</c:v>
                </c:pt>
                <c:pt idx="259">
                  <c:v>111.5531</c:v>
                </c:pt>
                <c:pt idx="260">
                  <c:v>111.37729999999999</c:v>
                </c:pt>
                <c:pt idx="261">
                  <c:v>111.02359999999999</c:v>
                </c:pt>
                <c:pt idx="262">
                  <c:v>111.0059</c:v>
                </c:pt>
                <c:pt idx="263">
                  <c:v>110.71770000000001</c:v>
                </c:pt>
                <c:pt idx="264">
                  <c:v>110.4106</c:v>
                </c:pt>
                <c:pt idx="265">
                  <c:v>110.47750000000001</c:v>
                </c:pt>
                <c:pt idx="266">
                  <c:v>110.5639</c:v>
                </c:pt>
                <c:pt idx="267">
                  <c:v>110.54470000000001</c:v>
                </c:pt>
                <c:pt idx="268">
                  <c:v>110.42960000000001</c:v>
                </c:pt>
                <c:pt idx="269">
                  <c:v>110.32849999999999</c:v>
                </c:pt>
                <c:pt idx="270">
                  <c:v>110.3349</c:v>
                </c:pt>
                <c:pt idx="271">
                  <c:v>110.3057</c:v>
                </c:pt>
                <c:pt idx="272">
                  <c:v>110.3682</c:v>
                </c:pt>
                <c:pt idx="273">
                  <c:v>110.1957</c:v>
                </c:pt>
                <c:pt idx="274">
                  <c:v>110.081</c:v>
                </c:pt>
                <c:pt idx="275">
                  <c:v>110.17179999999999</c:v>
                </c:pt>
                <c:pt idx="276">
                  <c:v>109.99589999999999</c:v>
                </c:pt>
                <c:pt idx="277">
                  <c:v>110.0333</c:v>
                </c:pt>
                <c:pt idx="278">
                  <c:v>109.9478</c:v>
                </c:pt>
                <c:pt idx="279">
                  <c:v>109.93299999999999</c:v>
                </c:pt>
                <c:pt idx="280">
                  <c:v>109.8947</c:v>
                </c:pt>
                <c:pt idx="281">
                  <c:v>109.87899999999999</c:v>
                </c:pt>
                <c:pt idx="282">
                  <c:v>109.86660000000001</c:v>
                </c:pt>
                <c:pt idx="283">
                  <c:v>109.85820000000001</c:v>
                </c:pt>
                <c:pt idx="284">
                  <c:v>109.78009999999999</c:v>
                </c:pt>
                <c:pt idx="285">
                  <c:v>109.71120000000001</c:v>
                </c:pt>
                <c:pt idx="286">
                  <c:v>109.7025</c:v>
                </c:pt>
                <c:pt idx="287">
                  <c:v>109.60050000000001</c:v>
                </c:pt>
                <c:pt idx="288">
                  <c:v>109.63380000000001</c:v>
                </c:pt>
                <c:pt idx="289">
                  <c:v>109.65170000000001</c:v>
                </c:pt>
                <c:pt idx="290">
                  <c:v>109.6974</c:v>
                </c:pt>
                <c:pt idx="291">
                  <c:v>109.7256</c:v>
                </c:pt>
                <c:pt idx="292">
                  <c:v>109.74679999999999</c:v>
                </c:pt>
                <c:pt idx="293">
                  <c:v>109.75960000000001</c:v>
                </c:pt>
                <c:pt idx="294">
                  <c:v>109.74600000000001</c:v>
                </c:pt>
                <c:pt idx="295">
                  <c:v>109.6773</c:v>
                </c:pt>
                <c:pt idx="296">
                  <c:v>109.9161</c:v>
                </c:pt>
                <c:pt idx="297">
                  <c:v>110.08920000000001</c:v>
                </c:pt>
                <c:pt idx="298">
                  <c:v>110.255</c:v>
                </c:pt>
                <c:pt idx="299">
                  <c:v>110.32849999999999</c:v>
                </c:pt>
                <c:pt idx="300">
                  <c:v>110.7526</c:v>
                </c:pt>
                <c:pt idx="301">
                  <c:v>110.96249999999999</c:v>
                </c:pt>
                <c:pt idx="302">
                  <c:v>111.1626</c:v>
                </c:pt>
                <c:pt idx="303">
                  <c:v>111.4945</c:v>
                </c:pt>
                <c:pt idx="304">
                  <c:v>111.95840000000001</c:v>
                </c:pt>
                <c:pt idx="305">
                  <c:v>112.1758</c:v>
                </c:pt>
                <c:pt idx="306">
                  <c:v>112.1319</c:v>
                </c:pt>
                <c:pt idx="307">
                  <c:v>112.34</c:v>
                </c:pt>
                <c:pt idx="308">
                  <c:v>112.53439999999999</c:v>
                </c:pt>
                <c:pt idx="309">
                  <c:v>112.75019999999999</c:v>
                </c:pt>
                <c:pt idx="310">
                  <c:v>112.69710000000001</c:v>
                </c:pt>
                <c:pt idx="311">
                  <c:v>112.66379999999999</c:v>
                </c:pt>
                <c:pt idx="312">
                  <c:v>112.85539999999999</c:v>
                </c:pt>
                <c:pt idx="313">
                  <c:v>112.82830000000001</c:v>
                </c:pt>
                <c:pt idx="314">
                  <c:v>112.90860000000001</c:v>
                </c:pt>
                <c:pt idx="315">
                  <c:v>113.0039</c:v>
                </c:pt>
                <c:pt idx="316">
                  <c:v>112.86149999999999</c:v>
                </c:pt>
                <c:pt idx="317">
                  <c:v>112.8664</c:v>
                </c:pt>
                <c:pt idx="318">
                  <c:v>113.0137</c:v>
                </c:pt>
                <c:pt idx="319">
                  <c:v>113.0284</c:v>
                </c:pt>
                <c:pt idx="320">
                  <c:v>112.8296</c:v>
                </c:pt>
                <c:pt idx="321">
                  <c:v>112.86250000000001</c:v>
                </c:pt>
                <c:pt idx="322">
                  <c:v>112.91290000000001</c:v>
                </c:pt>
                <c:pt idx="323">
                  <c:v>112.8984</c:v>
                </c:pt>
                <c:pt idx="324">
                  <c:v>112.85780000000001</c:v>
                </c:pt>
                <c:pt idx="325">
                  <c:v>112.97750000000001</c:v>
                </c:pt>
                <c:pt idx="326">
                  <c:v>112.9067</c:v>
                </c:pt>
                <c:pt idx="327">
                  <c:v>112.9477</c:v>
                </c:pt>
                <c:pt idx="328">
                  <c:v>112.9376</c:v>
                </c:pt>
                <c:pt idx="329">
                  <c:v>112.93170000000001</c:v>
                </c:pt>
                <c:pt idx="330">
                  <c:v>112.88159999999999</c:v>
                </c:pt>
                <c:pt idx="331">
                  <c:v>112.94110000000001</c:v>
                </c:pt>
                <c:pt idx="332">
                  <c:v>112.79179999999999</c:v>
                </c:pt>
                <c:pt idx="333">
                  <c:v>112.87050000000001</c:v>
                </c:pt>
                <c:pt idx="334">
                  <c:v>112.9375</c:v>
                </c:pt>
                <c:pt idx="335">
                  <c:v>112.99210000000001</c:v>
                </c:pt>
                <c:pt idx="336">
                  <c:v>112.90800000000002</c:v>
                </c:pt>
                <c:pt idx="337">
                  <c:v>112.8408</c:v>
                </c:pt>
                <c:pt idx="338">
                  <c:v>112.89230000000001</c:v>
                </c:pt>
                <c:pt idx="339">
                  <c:v>112.67139999999999</c:v>
                </c:pt>
                <c:pt idx="340">
                  <c:v>112.6721</c:v>
                </c:pt>
                <c:pt idx="341">
                  <c:v>112.56619999999999</c:v>
                </c:pt>
                <c:pt idx="342">
                  <c:v>112.67830000000001</c:v>
                </c:pt>
                <c:pt idx="343">
                  <c:v>112.67449999999999</c:v>
                </c:pt>
                <c:pt idx="344">
                  <c:v>112.6699</c:v>
                </c:pt>
                <c:pt idx="345">
                  <c:v>112.57300000000001</c:v>
                </c:pt>
                <c:pt idx="346">
                  <c:v>112.4199</c:v>
                </c:pt>
                <c:pt idx="347">
                  <c:v>112.3344</c:v>
                </c:pt>
                <c:pt idx="348">
                  <c:v>112.34120000000001</c:v>
                </c:pt>
                <c:pt idx="349">
                  <c:v>112.108</c:v>
                </c:pt>
                <c:pt idx="350">
                  <c:v>111.9316</c:v>
                </c:pt>
                <c:pt idx="351">
                  <c:v>111.756</c:v>
                </c:pt>
                <c:pt idx="352">
                  <c:v>111.68300000000001</c:v>
                </c:pt>
                <c:pt idx="353">
                  <c:v>111.4932</c:v>
                </c:pt>
                <c:pt idx="354">
                  <c:v>111.40280000000001</c:v>
                </c:pt>
                <c:pt idx="355">
                  <c:v>111.3075</c:v>
                </c:pt>
                <c:pt idx="356">
                  <c:v>111.2594</c:v>
                </c:pt>
                <c:pt idx="357">
                  <c:v>111.12650000000001</c:v>
                </c:pt>
                <c:pt idx="358">
                  <c:v>111.0566</c:v>
                </c:pt>
                <c:pt idx="359">
                  <c:v>111.0831</c:v>
                </c:pt>
                <c:pt idx="360">
                  <c:v>110.8948</c:v>
                </c:pt>
                <c:pt idx="361">
                  <c:v>110.85549999999999</c:v>
                </c:pt>
                <c:pt idx="362">
                  <c:v>110.7201</c:v>
                </c:pt>
                <c:pt idx="363">
                  <c:v>110.68020000000001</c:v>
                </c:pt>
                <c:pt idx="364">
                  <c:v>110.49720000000001</c:v>
                </c:pt>
                <c:pt idx="365">
                  <c:v>110.5363</c:v>
                </c:pt>
                <c:pt idx="366">
                  <c:v>110.52189999999999</c:v>
                </c:pt>
                <c:pt idx="367">
                  <c:v>110.41130000000001</c:v>
                </c:pt>
                <c:pt idx="368">
                  <c:v>110.4806</c:v>
                </c:pt>
                <c:pt idx="369">
                  <c:v>110.3252</c:v>
                </c:pt>
                <c:pt idx="370">
                  <c:v>110.21810000000001</c:v>
                </c:pt>
                <c:pt idx="371">
                  <c:v>110.2406</c:v>
                </c:pt>
                <c:pt idx="372">
                  <c:v>110.20659999999999</c:v>
                </c:pt>
                <c:pt idx="373">
                  <c:v>110.20089999999999</c:v>
                </c:pt>
                <c:pt idx="374">
                  <c:v>110.11229999999999</c:v>
                </c:pt>
                <c:pt idx="375">
                  <c:v>110.0338</c:v>
                </c:pt>
                <c:pt idx="376">
                  <c:v>109.9325</c:v>
                </c:pt>
                <c:pt idx="377">
                  <c:v>109.96679999999999</c:v>
                </c:pt>
                <c:pt idx="378">
                  <c:v>109.9092</c:v>
                </c:pt>
                <c:pt idx="379">
                  <c:v>109.9794</c:v>
                </c:pt>
                <c:pt idx="380">
                  <c:v>109.93560000000001</c:v>
                </c:pt>
                <c:pt idx="381">
                  <c:v>109.97439999999999</c:v>
                </c:pt>
                <c:pt idx="382">
                  <c:v>109.84690000000001</c:v>
                </c:pt>
                <c:pt idx="383">
                  <c:v>109.7243</c:v>
                </c:pt>
                <c:pt idx="384">
                  <c:v>109.81</c:v>
                </c:pt>
                <c:pt idx="385">
                  <c:v>109.84880000000001</c:v>
                </c:pt>
                <c:pt idx="386">
                  <c:v>110.0137</c:v>
                </c:pt>
                <c:pt idx="387">
                  <c:v>110.12269999999999</c:v>
                </c:pt>
                <c:pt idx="388">
                  <c:v>110.09259999999999</c:v>
                </c:pt>
                <c:pt idx="389">
                  <c:v>110.6264</c:v>
                </c:pt>
                <c:pt idx="390">
                  <c:v>110.74550000000001</c:v>
                </c:pt>
                <c:pt idx="391">
                  <c:v>111.0579</c:v>
                </c:pt>
                <c:pt idx="392">
                  <c:v>111.4909</c:v>
                </c:pt>
                <c:pt idx="393">
                  <c:v>111.70099999999999</c:v>
                </c:pt>
                <c:pt idx="394">
                  <c:v>111.9111</c:v>
                </c:pt>
                <c:pt idx="395">
                  <c:v>111.87440000000001</c:v>
                </c:pt>
                <c:pt idx="396">
                  <c:v>112.2869</c:v>
                </c:pt>
                <c:pt idx="397">
                  <c:v>112.3344</c:v>
                </c:pt>
                <c:pt idx="398">
                  <c:v>112.2544</c:v>
                </c:pt>
                <c:pt idx="399">
                  <c:v>112.462</c:v>
                </c:pt>
                <c:pt idx="400">
                  <c:v>112.5322</c:v>
                </c:pt>
                <c:pt idx="401">
                  <c:v>112.6336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6B7B-46ED-9EBF-BD67F413B6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58829376"/>
        <c:axId val="658831040"/>
      </c:scatterChart>
      <c:valAx>
        <c:axId val="658829376"/>
        <c:scaling>
          <c:orientation val="minMax"/>
          <c:max val="2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 altLang="ko-KR"/>
                  <a:t>Ankle dorsiflexion angle</a:t>
                </a:r>
                <a:r>
                  <a:rPr lang="en-US" altLang="ko-KR" baseline="0"/>
                  <a:t> (Deg)</a:t>
                </a:r>
                <a:endParaRPr lang="ko-KR" altLang="en-U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58831040"/>
        <c:crosses val="autoZero"/>
        <c:crossBetween val="midCat"/>
      </c:valAx>
      <c:valAx>
        <c:axId val="658831040"/>
        <c:scaling>
          <c:orientation val="minMax"/>
          <c:max val="120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 altLang="ko-KR"/>
                  <a:t>Ankle</a:t>
                </a:r>
                <a:r>
                  <a:rPr lang="en-US" altLang="ko-KR" baseline="0"/>
                  <a:t> moment arm (mm)</a:t>
                </a:r>
                <a:endParaRPr lang="ko-KR" altLang="en-U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58829376"/>
        <c:crosses val="autoZero"/>
        <c:crossBetween val="midCat"/>
        <c:majorUnit val="10"/>
      </c:valAx>
    </c:plotArea>
    <c:legend>
      <c:legendPos val="r"/>
      <c:layout>
        <c:manualLayout>
          <c:xMode val="edge"/>
          <c:yMode val="edge"/>
          <c:x val="0.72287403412994411"/>
          <c:y val="0.61004422392406432"/>
          <c:w val="0.18692982630772542"/>
          <c:h val="0.21004853845324128"/>
        </c:manualLayout>
      </c:layout>
      <c:overlay val="0"/>
      <c:spPr>
        <a:solidFill>
          <a:schemeClr val="bg1"/>
        </a:solidFill>
        <a:ln>
          <a:solidFill>
            <a:schemeClr val="tx1"/>
          </a:solidFill>
        </a:ln>
      </c:spPr>
      <c:txPr>
        <a:bodyPr/>
        <a:lstStyle/>
        <a:p>
          <a:pPr>
            <a:defRPr sz="800" b="1"/>
          </a:pPr>
          <a:endParaRPr lang="ko-KR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 dirty="0"/>
              <a:t>Ankle dorsiflexion angle - Ankle</a:t>
            </a:r>
            <a:r>
              <a:rPr lang="en-US" altLang="ko-KR" sz="1200" b="1" baseline="0" dirty="0"/>
              <a:t> moment arm </a:t>
            </a:r>
            <a:endParaRPr lang="en-US" altLang="ko-KR" sz="1200" b="1" dirty="0"/>
          </a:p>
        </c:rich>
      </c:tx>
      <c:layout>
        <c:manualLayout>
          <c:xMode val="edge"/>
          <c:yMode val="edge"/>
          <c:x val="0.20320786616668612"/>
          <c:y val="3.4799266530039917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0764972560248151"/>
          <c:y val="0.15512280701754386"/>
          <c:w val="0.84627859017622797"/>
          <c:h val="0.68907611548556436"/>
        </c:manualLayout>
      </c:layout>
      <c:scatterChart>
        <c:scatterStyle val="lineMarker"/>
        <c:varyColors val="0"/>
        <c:ser>
          <c:idx val="1"/>
          <c:order val="0"/>
          <c:tx>
            <c:strRef>
              <c:f>'C:\Users\admin\Desktop\[통합.xlsx]Sheet1'!$S$1</c:f>
              <c:strCache>
                <c:ptCount val="1"/>
                <c:pt idx="0">
                  <c:v>A: 70mm</c:v>
                </c:pt>
              </c:strCache>
            </c:strRef>
          </c:tx>
          <c:spPr>
            <a:ln w="25400">
              <a:noFill/>
            </a:ln>
          </c:spPr>
          <c:marker>
            <c:symbol val="circle"/>
            <c:size val="4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xVal>
            <c:numRef>
              <c:f>[1]Sheet1!$F$2:$F$1293</c:f>
              <c:numCache>
                <c:formatCode>General</c:formatCode>
                <c:ptCount val="1292"/>
                <c:pt idx="1">
                  <c:v>1.1390464140000001</c:v>
                </c:pt>
                <c:pt idx="2">
                  <c:v>1.1492503709999999</c:v>
                </c:pt>
                <c:pt idx="3">
                  <c:v>1.1602306529999999</c:v>
                </c:pt>
                <c:pt idx="4">
                  <c:v>1.1868164889999999</c:v>
                </c:pt>
                <c:pt idx="5">
                  <c:v>1.290886559</c:v>
                </c:pt>
                <c:pt idx="6">
                  <c:v>1.418231596</c:v>
                </c:pt>
                <c:pt idx="7">
                  <c:v>1.617154516</c:v>
                </c:pt>
                <c:pt idx="8">
                  <c:v>1.839119972</c:v>
                </c:pt>
                <c:pt idx="9">
                  <c:v>1.905301785</c:v>
                </c:pt>
                <c:pt idx="10">
                  <c:v>2.184701445</c:v>
                </c:pt>
                <c:pt idx="11">
                  <c:v>2.4184607009999999</c:v>
                </c:pt>
                <c:pt idx="12">
                  <c:v>2.7759299390000001</c:v>
                </c:pt>
                <c:pt idx="13">
                  <c:v>3.1778257999999999</c:v>
                </c:pt>
                <c:pt idx="14">
                  <c:v>3.6702719670000001</c:v>
                </c:pt>
                <c:pt idx="15">
                  <c:v>4.105213429</c:v>
                </c:pt>
                <c:pt idx="16">
                  <c:v>4.6003187829999996</c:v>
                </c:pt>
                <c:pt idx="17">
                  <c:v>5.0489744859999997</c:v>
                </c:pt>
                <c:pt idx="18">
                  <c:v>5.646583476</c:v>
                </c:pt>
                <c:pt idx="19">
                  <c:v>6.233823085</c:v>
                </c:pt>
                <c:pt idx="20">
                  <c:v>6.7313402990000002</c:v>
                </c:pt>
                <c:pt idx="21">
                  <c:v>7.2056817029999998</c:v>
                </c:pt>
                <c:pt idx="22">
                  <c:v>7.7101885479999996</c:v>
                </c:pt>
                <c:pt idx="23">
                  <c:v>8.136383232</c:v>
                </c:pt>
                <c:pt idx="24">
                  <c:v>8.4722443409999997</c:v>
                </c:pt>
                <c:pt idx="25">
                  <c:v>8.8416440890000008</c:v>
                </c:pt>
                <c:pt idx="26">
                  <c:v>9.0243012230000001</c:v>
                </c:pt>
                <c:pt idx="27">
                  <c:v>9.2167934480000007</c:v>
                </c:pt>
                <c:pt idx="28">
                  <c:v>9.2617150979999998</c:v>
                </c:pt>
                <c:pt idx="29">
                  <c:v>9.2453330890000007</c:v>
                </c:pt>
                <c:pt idx="30">
                  <c:v>9.2359788980000008</c:v>
                </c:pt>
                <c:pt idx="31">
                  <c:v>9.2546948499999999</c:v>
                </c:pt>
                <c:pt idx="32">
                  <c:v>9.3614420799999998</c:v>
                </c:pt>
                <c:pt idx="33">
                  <c:v>9.430834999</c:v>
                </c:pt>
                <c:pt idx="34">
                  <c:v>9.4500573960000001</c:v>
                </c:pt>
                <c:pt idx="35">
                  <c:v>9.4084317720000001</c:v>
                </c:pt>
                <c:pt idx="36">
                  <c:v>9.4087259010000004</c:v>
                </c:pt>
                <c:pt idx="37">
                  <c:v>9.4133904889999993</c:v>
                </c:pt>
                <c:pt idx="38">
                  <c:v>9.4188106059999992</c:v>
                </c:pt>
                <c:pt idx="39">
                  <c:v>9.4160567610000001</c:v>
                </c:pt>
                <c:pt idx="40">
                  <c:v>9.3644725770000008</c:v>
                </c:pt>
                <c:pt idx="41">
                  <c:v>9.3431856750000009</c:v>
                </c:pt>
                <c:pt idx="42">
                  <c:v>9.2769740800000005</c:v>
                </c:pt>
                <c:pt idx="43">
                  <c:v>9.2384680709999998</c:v>
                </c:pt>
                <c:pt idx="44">
                  <c:v>9.1889148410000008</c:v>
                </c:pt>
                <c:pt idx="45">
                  <c:v>9.1641938510000003</c:v>
                </c:pt>
                <c:pt idx="46">
                  <c:v>9.0667912400000006</c:v>
                </c:pt>
                <c:pt idx="47">
                  <c:v>8.9232078040000005</c:v>
                </c:pt>
                <c:pt idx="48">
                  <c:v>8.7541996100000006</c:v>
                </c:pt>
                <c:pt idx="49">
                  <c:v>8.6814484019999991</c:v>
                </c:pt>
                <c:pt idx="50">
                  <c:v>8.4823904310000007</c:v>
                </c:pt>
                <c:pt idx="51">
                  <c:v>8.0849620009999992</c:v>
                </c:pt>
                <c:pt idx="52">
                  <c:v>7.6417629009999999</c:v>
                </c:pt>
                <c:pt idx="53">
                  <c:v>7.0999719079999997</c:v>
                </c:pt>
                <c:pt idx="54">
                  <c:v>6.3857535050000003</c:v>
                </c:pt>
                <c:pt idx="55">
                  <c:v>5.6667217179999998</c:v>
                </c:pt>
                <c:pt idx="56">
                  <c:v>4.990559062</c:v>
                </c:pt>
                <c:pt idx="57">
                  <c:v>4.3378585239999996</c:v>
                </c:pt>
                <c:pt idx="58">
                  <c:v>3.7619820000000002</c:v>
                </c:pt>
                <c:pt idx="59">
                  <c:v>3.2887795469999999</c:v>
                </c:pt>
                <c:pt idx="60">
                  <c:v>2.9447902410000002</c:v>
                </c:pt>
                <c:pt idx="61">
                  <c:v>2.7866525979999999</c:v>
                </c:pt>
                <c:pt idx="62">
                  <c:v>2.5494440470000002</c:v>
                </c:pt>
                <c:pt idx="63">
                  <c:v>2.2651341110000001</c:v>
                </c:pt>
                <c:pt idx="64">
                  <c:v>2.1706043589999999</c:v>
                </c:pt>
                <c:pt idx="65">
                  <c:v>2.1225735769999998</c:v>
                </c:pt>
                <c:pt idx="66">
                  <c:v>2.015417008</c:v>
                </c:pt>
                <c:pt idx="67">
                  <c:v>1.945096886</c:v>
                </c:pt>
                <c:pt idx="68">
                  <c:v>1.9813446990000001</c:v>
                </c:pt>
                <c:pt idx="69">
                  <c:v>1.8738852420000001</c:v>
                </c:pt>
                <c:pt idx="70">
                  <c:v>1.86062992</c:v>
                </c:pt>
                <c:pt idx="71">
                  <c:v>1.8501060970000001</c:v>
                </c:pt>
                <c:pt idx="72">
                  <c:v>1.802565937</c:v>
                </c:pt>
                <c:pt idx="73">
                  <c:v>1.8090133239999999</c:v>
                </c:pt>
                <c:pt idx="74">
                  <c:v>1.815991753</c:v>
                </c:pt>
                <c:pt idx="75">
                  <c:v>1.7755370049999999</c:v>
                </c:pt>
                <c:pt idx="76">
                  <c:v>1.829082936</c:v>
                </c:pt>
                <c:pt idx="77">
                  <c:v>1.782933549</c:v>
                </c:pt>
                <c:pt idx="78">
                  <c:v>1.7893687680000001</c:v>
                </c:pt>
                <c:pt idx="79">
                  <c:v>1.79016474</c:v>
                </c:pt>
                <c:pt idx="80">
                  <c:v>1.789244542</c:v>
                </c:pt>
                <c:pt idx="81">
                  <c:v>1.791022305</c:v>
                </c:pt>
                <c:pt idx="82">
                  <c:v>1.798129761</c:v>
                </c:pt>
                <c:pt idx="83">
                  <c:v>1.798253498</c:v>
                </c:pt>
                <c:pt idx="84">
                  <c:v>1.8007453689999999</c:v>
                </c:pt>
                <c:pt idx="85">
                  <c:v>1.8222282590000001</c:v>
                </c:pt>
                <c:pt idx="86">
                  <c:v>1.859146298</c:v>
                </c:pt>
                <c:pt idx="87">
                  <c:v>1.881125868</c:v>
                </c:pt>
                <c:pt idx="88">
                  <c:v>1.8871010720000001</c:v>
                </c:pt>
                <c:pt idx="89">
                  <c:v>2.139593487</c:v>
                </c:pt>
                <c:pt idx="90">
                  <c:v>2.48916432</c:v>
                </c:pt>
                <c:pt idx="91">
                  <c:v>2.7921130949999999</c:v>
                </c:pt>
                <c:pt idx="92">
                  <c:v>2.959142071</c:v>
                </c:pt>
                <c:pt idx="93">
                  <c:v>3.2529984289999998</c:v>
                </c:pt>
                <c:pt idx="94">
                  <c:v>3.5178275010000002</c:v>
                </c:pt>
                <c:pt idx="95">
                  <c:v>3.8195884019999999</c:v>
                </c:pt>
                <c:pt idx="96">
                  <c:v>4.077614015</c:v>
                </c:pt>
                <c:pt idx="97">
                  <c:v>4.4390233090000004</c:v>
                </c:pt>
                <c:pt idx="98">
                  <c:v>4.9675919960000003</c:v>
                </c:pt>
                <c:pt idx="99">
                  <c:v>5.4913221449999998</c:v>
                </c:pt>
                <c:pt idx="100">
                  <c:v>6.0351897909999996</c:v>
                </c:pt>
                <c:pt idx="101">
                  <c:v>6.5576212060000003</c:v>
                </c:pt>
                <c:pt idx="102">
                  <c:v>7.056684143</c:v>
                </c:pt>
                <c:pt idx="103">
                  <c:v>7.4530340339999999</c:v>
                </c:pt>
                <c:pt idx="104">
                  <c:v>7.906814572</c:v>
                </c:pt>
                <c:pt idx="105">
                  <c:v>8.2971327440000007</c:v>
                </c:pt>
                <c:pt idx="106">
                  <c:v>8.5511306129999998</c:v>
                </c:pt>
                <c:pt idx="107">
                  <c:v>8.8483416140000006</c:v>
                </c:pt>
                <c:pt idx="108">
                  <c:v>9.0234195689999996</c:v>
                </c:pt>
                <c:pt idx="109">
                  <c:v>9.0703282200000004</c:v>
                </c:pt>
                <c:pt idx="110">
                  <c:v>9.2257984719999993</c:v>
                </c:pt>
                <c:pt idx="111">
                  <c:v>9.3757283549999997</c:v>
                </c:pt>
                <c:pt idx="112">
                  <c:v>9.389101921</c:v>
                </c:pt>
                <c:pt idx="113">
                  <c:v>9.3554064169999993</c:v>
                </c:pt>
                <c:pt idx="114">
                  <c:v>9.3968287939999993</c:v>
                </c:pt>
                <c:pt idx="115">
                  <c:v>9.4479994250000008</c:v>
                </c:pt>
                <c:pt idx="116">
                  <c:v>9.5391790059999995</c:v>
                </c:pt>
                <c:pt idx="117">
                  <c:v>9.5728954739999992</c:v>
                </c:pt>
                <c:pt idx="118">
                  <c:v>9.5496253039999992</c:v>
                </c:pt>
                <c:pt idx="119">
                  <c:v>9.5560867609999995</c:v>
                </c:pt>
                <c:pt idx="120">
                  <c:v>9.5720601569999992</c:v>
                </c:pt>
                <c:pt idx="121">
                  <c:v>9.5375367450000006</c:v>
                </c:pt>
                <c:pt idx="122">
                  <c:v>9.5314206250000009</c:v>
                </c:pt>
                <c:pt idx="123">
                  <c:v>9.5223729559999999</c:v>
                </c:pt>
                <c:pt idx="124">
                  <c:v>9.3659058710000007</c:v>
                </c:pt>
                <c:pt idx="125">
                  <c:v>9.3226022719999992</c:v>
                </c:pt>
                <c:pt idx="126">
                  <c:v>9.3173461199999998</c:v>
                </c:pt>
                <c:pt idx="127">
                  <c:v>9.2476143789999998</c:v>
                </c:pt>
                <c:pt idx="128">
                  <c:v>9.1479441010000002</c:v>
                </c:pt>
                <c:pt idx="129">
                  <c:v>8.8468688919999998</c:v>
                </c:pt>
                <c:pt idx="130">
                  <c:v>8.3168105079999997</c:v>
                </c:pt>
                <c:pt idx="131">
                  <c:v>7.6905986799999999</c:v>
                </c:pt>
                <c:pt idx="132">
                  <c:v>7.1962125859999997</c:v>
                </c:pt>
                <c:pt idx="133">
                  <c:v>6.6117514579999996</c:v>
                </c:pt>
                <c:pt idx="134">
                  <c:v>5.7858934719999997</c:v>
                </c:pt>
                <c:pt idx="135">
                  <c:v>4.6888199129999997</c:v>
                </c:pt>
                <c:pt idx="136">
                  <c:v>3.3873939310000001</c:v>
                </c:pt>
                <c:pt idx="137">
                  <c:v>2.6571514789999999</c:v>
                </c:pt>
                <c:pt idx="138">
                  <c:v>2.465298137</c:v>
                </c:pt>
                <c:pt idx="139">
                  <c:v>2.2243852770000001</c:v>
                </c:pt>
                <c:pt idx="140">
                  <c:v>1.869879852</c:v>
                </c:pt>
                <c:pt idx="141">
                  <c:v>1.58899049</c:v>
                </c:pt>
                <c:pt idx="142">
                  <c:v>1.463533486</c:v>
                </c:pt>
                <c:pt idx="143">
                  <c:v>1.3261750640000001</c:v>
                </c:pt>
                <c:pt idx="144">
                  <c:v>1.310115889</c:v>
                </c:pt>
                <c:pt idx="145">
                  <c:v>1.154351449</c:v>
                </c:pt>
                <c:pt idx="146">
                  <c:v>1.1536870589999999</c:v>
                </c:pt>
                <c:pt idx="147">
                  <c:v>1.159912002</c:v>
                </c:pt>
                <c:pt idx="148">
                  <c:v>1.163623831</c:v>
                </c:pt>
                <c:pt idx="149">
                  <c:v>1.1652567920000001</c:v>
                </c:pt>
                <c:pt idx="150">
                  <c:v>1.1684588890000001</c:v>
                </c:pt>
                <c:pt idx="151">
                  <c:v>1.175101996</c:v>
                </c:pt>
                <c:pt idx="152">
                  <c:v>1.144957958</c:v>
                </c:pt>
                <c:pt idx="153">
                  <c:v>1.1473626960000001</c:v>
                </c:pt>
                <c:pt idx="154">
                  <c:v>1.1684041000000001</c:v>
                </c:pt>
                <c:pt idx="155">
                  <c:v>1.1415676299999999</c:v>
                </c:pt>
                <c:pt idx="156">
                  <c:v>1.1461618549999999</c:v>
                </c:pt>
                <c:pt idx="157">
                  <c:v>1.169861102</c:v>
                </c:pt>
                <c:pt idx="158">
                  <c:v>1.1536254130000001</c:v>
                </c:pt>
                <c:pt idx="159">
                  <c:v>1.1558664110000001</c:v>
                </c:pt>
                <c:pt idx="160">
                  <c:v>1.1591314370000001</c:v>
                </c:pt>
                <c:pt idx="161">
                  <c:v>1.1433244090000001</c:v>
                </c:pt>
                <c:pt idx="162">
                  <c:v>1.142196736</c:v>
                </c:pt>
                <c:pt idx="163">
                  <c:v>1.1772380950000001</c:v>
                </c:pt>
                <c:pt idx="164">
                  <c:v>1.1716123979999999</c:v>
                </c:pt>
                <c:pt idx="165">
                  <c:v>1.26739647</c:v>
                </c:pt>
                <c:pt idx="166">
                  <c:v>1.3276474009999999</c:v>
                </c:pt>
                <c:pt idx="167">
                  <c:v>1.353596826</c:v>
                </c:pt>
                <c:pt idx="168">
                  <c:v>1.505740861</c:v>
                </c:pt>
                <c:pt idx="169">
                  <c:v>1.651864016</c:v>
                </c:pt>
                <c:pt idx="170">
                  <c:v>1.6915693000000001</c:v>
                </c:pt>
                <c:pt idx="171">
                  <c:v>1.8704287589999999</c:v>
                </c:pt>
                <c:pt idx="172">
                  <c:v>2.1364521459999999</c:v>
                </c:pt>
                <c:pt idx="173">
                  <c:v>2.4124748669999998</c:v>
                </c:pt>
                <c:pt idx="174">
                  <c:v>2.60668218</c:v>
                </c:pt>
                <c:pt idx="175">
                  <c:v>2.9844914180000002</c:v>
                </c:pt>
                <c:pt idx="176">
                  <c:v>3.3203181719999999</c:v>
                </c:pt>
                <c:pt idx="177">
                  <c:v>3.5084826869999999</c:v>
                </c:pt>
                <c:pt idx="178">
                  <c:v>3.844336094</c:v>
                </c:pt>
                <c:pt idx="179">
                  <c:v>4.2061058820000001</c:v>
                </c:pt>
                <c:pt idx="180">
                  <c:v>4.6921197570000004</c:v>
                </c:pt>
                <c:pt idx="181">
                  <c:v>5.1193477520000004</c:v>
                </c:pt>
                <c:pt idx="182">
                  <c:v>5.7561961310000003</c:v>
                </c:pt>
                <c:pt idx="183">
                  <c:v>6.3418761339999996</c:v>
                </c:pt>
                <c:pt idx="184">
                  <c:v>6.7991156640000003</c:v>
                </c:pt>
                <c:pt idx="185">
                  <c:v>7.2310941389999996</c:v>
                </c:pt>
                <c:pt idx="186">
                  <c:v>7.5494887290000001</c:v>
                </c:pt>
                <c:pt idx="187">
                  <c:v>7.7580255060000001</c:v>
                </c:pt>
                <c:pt idx="188">
                  <c:v>7.9476359099999998</c:v>
                </c:pt>
                <c:pt idx="189">
                  <c:v>8.1414877899999993</c:v>
                </c:pt>
                <c:pt idx="190">
                  <c:v>8.2810143499999995</c:v>
                </c:pt>
                <c:pt idx="191">
                  <c:v>8.4065368249999999</c:v>
                </c:pt>
                <c:pt idx="192">
                  <c:v>8.5984688469999995</c:v>
                </c:pt>
                <c:pt idx="193">
                  <c:v>8.6674089569999992</c:v>
                </c:pt>
                <c:pt idx="194">
                  <c:v>8.7009424519999996</c:v>
                </c:pt>
                <c:pt idx="195">
                  <c:v>8.7888693339999993</c:v>
                </c:pt>
                <c:pt idx="196">
                  <c:v>8.8091510369999995</c:v>
                </c:pt>
                <c:pt idx="197">
                  <c:v>8.8474789820000002</c:v>
                </c:pt>
                <c:pt idx="198">
                  <c:v>8.8616387559999996</c:v>
                </c:pt>
                <c:pt idx="199">
                  <c:v>8.8748507589999992</c:v>
                </c:pt>
                <c:pt idx="200">
                  <c:v>8.8544905669999991</c:v>
                </c:pt>
                <c:pt idx="201">
                  <c:v>8.8512769119999994</c:v>
                </c:pt>
                <c:pt idx="202">
                  <c:v>8.8203205390000008</c:v>
                </c:pt>
                <c:pt idx="203">
                  <c:v>8.8154712820000007</c:v>
                </c:pt>
                <c:pt idx="204">
                  <c:v>8.795681858</c:v>
                </c:pt>
                <c:pt idx="205">
                  <c:v>8.8134301599999993</c:v>
                </c:pt>
                <c:pt idx="206">
                  <c:v>8.8137384379999997</c:v>
                </c:pt>
                <c:pt idx="207">
                  <c:v>8.7939658779999998</c:v>
                </c:pt>
                <c:pt idx="208">
                  <c:v>8.7647319659999994</c:v>
                </c:pt>
                <c:pt idx="209">
                  <c:v>8.7548951099999996</c:v>
                </c:pt>
                <c:pt idx="210">
                  <c:v>8.7590782059999999</c:v>
                </c:pt>
                <c:pt idx="211">
                  <c:v>8.6665033279999992</c:v>
                </c:pt>
                <c:pt idx="212">
                  <c:v>8.5199834209999992</c:v>
                </c:pt>
                <c:pt idx="213">
                  <c:v>8.4235294879999998</c:v>
                </c:pt>
                <c:pt idx="214">
                  <c:v>8.1390500130000003</c:v>
                </c:pt>
                <c:pt idx="215">
                  <c:v>7.7702137269999998</c:v>
                </c:pt>
                <c:pt idx="216">
                  <c:v>7.2753168490000002</c:v>
                </c:pt>
                <c:pt idx="217">
                  <c:v>6.7366128639999996</c:v>
                </c:pt>
                <c:pt idx="218">
                  <c:v>6.2022583490000001</c:v>
                </c:pt>
                <c:pt idx="219">
                  <c:v>5.6673267740000002</c:v>
                </c:pt>
                <c:pt idx="220">
                  <c:v>5.0452309230000001</c:v>
                </c:pt>
                <c:pt idx="221">
                  <c:v>4.4417739459999996</c:v>
                </c:pt>
                <c:pt idx="222">
                  <c:v>4.0040589329999996</c:v>
                </c:pt>
                <c:pt idx="223">
                  <c:v>3.5480732540000002</c:v>
                </c:pt>
                <c:pt idx="224">
                  <c:v>3.2315582209999998</c:v>
                </c:pt>
                <c:pt idx="225">
                  <c:v>3.006974896</c:v>
                </c:pt>
                <c:pt idx="226">
                  <c:v>2.618082969</c:v>
                </c:pt>
                <c:pt idx="227">
                  <c:v>2.2372078580000001</c:v>
                </c:pt>
                <c:pt idx="228">
                  <c:v>2.051092369</c:v>
                </c:pt>
                <c:pt idx="229">
                  <c:v>1.907090948</c:v>
                </c:pt>
                <c:pt idx="230">
                  <c:v>1.8171379910000001</c:v>
                </c:pt>
                <c:pt idx="231">
                  <c:v>1.868583428</c:v>
                </c:pt>
                <c:pt idx="232">
                  <c:v>1.8143199290000001</c:v>
                </c:pt>
                <c:pt idx="233">
                  <c:v>1.803985645</c:v>
                </c:pt>
                <c:pt idx="234">
                  <c:v>1.7962625480000001</c:v>
                </c:pt>
                <c:pt idx="235">
                  <c:v>1.807339064</c:v>
                </c:pt>
                <c:pt idx="236">
                  <c:v>1.7566861</c:v>
                </c:pt>
                <c:pt idx="237">
                  <c:v>1.7721513710000001</c:v>
                </c:pt>
                <c:pt idx="238">
                  <c:v>1.766429853</c:v>
                </c:pt>
                <c:pt idx="239">
                  <c:v>1.7659874419999999</c:v>
                </c:pt>
                <c:pt idx="240">
                  <c:v>1.77289743</c:v>
                </c:pt>
                <c:pt idx="241">
                  <c:v>1.776412643</c:v>
                </c:pt>
                <c:pt idx="242">
                  <c:v>1.775109193</c:v>
                </c:pt>
                <c:pt idx="243">
                  <c:v>1.7759701560000001</c:v>
                </c:pt>
                <c:pt idx="244">
                  <c:v>1.770756293</c:v>
                </c:pt>
                <c:pt idx="245">
                  <c:v>1.7674182890000001</c:v>
                </c:pt>
                <c:pt idx="246">
                  <c:v>1.769726898</c:v>
                </c:pt>
                <c:pt idx="247">
                  <c:v>1.774850729</c:v>
                </c:pt>
                <c:pt idx="248">
                  <c:v>1.845571911</c:v>
                </c:pt>
                <c:pt idx="249">
                  <c:v>1.844301456</c:v>
                </c:pt>
                <c:pt idx="250">
                  <c:v>1.870710603</c:v>
                </c:pt>
                <c:pt idx="251">
                  <c:v>1.892767949</c:v>
                </c:pt>
                <c:pt idx="252">
                  <c:v>1.8955522709999999</c:v>
                </c:pt>
                <c:pt idx="253">
                  <c:v>1.951920221</c:v>
                </c:pt>
                <c:pt idx="254">
                  <c:v>2.0170475990000001</c:v>
                </c:pt>
                <c:pt idx="255">
                  <c:v>2.2483176239999998</c:v>
                </c:pt>
                <c:pt idx="256">
                  <c:v>2.582607528</c:v>
                </c:pt>
                <c:pt idx="257">
                  <c:v>2.9130566619999998</c:v>
                </c:pt>
                <c:pt idx="258">
                  <c:v>3.1814741710000001</c:v>
                </c:pt>
                <c:pt idx="259">
                  <c:v>3.5346535640000001</c:v>
                </c:pt>
                <c:pt idx="260">
                  <c:v>4.0032719830000003</c:v>
                </c:pt>
                <c:pt idx="261">
                  <c:v>4.4010481260000001</c:v>
                </c:pt>
                <c:pt idx="262">
                  <c:v>4.7828955210000004</c:v>
                </c:pt>
                <c:pt idx="263">
                  <c:v>5.1585736689999999</c:v>
                </c:pt>
                <c:pt idx="264">
                  <c:v>5.7581953520000004</c:v>
                </c:pt>
                <c:pt idx="265">
                  <c:v>6.3483253800000004</c:v>
                </c:pt>
                <c:pt idx="266">
                  <c:v>6.8650954300000002</c:v>
                </c:pt>
                <c:pt idx="267">
                  <c:v>7.2762211990000001</c:v>
                </c:pt>
                <c:pt idx="268">
                  <c:v>7.7324134119999997</c:v>
                </c:pt>
                <c:pt idx="269">
                  <c:v>8.1082694649999993</c:v>
                </c:pt>
                <c:pt idx="270">
                  <c:v>8.471282875</c:v>
                </c:pt>
                <c:pt idx="271">
                  <c:v>8.6825717820000001</c:v>
                </c:pt>
                <c:pt idx="272">
                  <c:v>8.7932093699999996</c:v>
                </c:pt>
                <c:pt idx="273">
                  <c:v>8.9448727419999994</c:v>
                </c:pt>
                <c:pt idx="274">
                  <c:v>9.1216590239999995</c:v>
                </c:pt>
                <c:pt idx="275">
                  <c:v>9.2955174580000008</c:v>
                </c:pt>
                <c:pt idx="276">
                  <c:v>9.3547958070000004</c:v>
                </c:pt>
                <c:pt idx="277">
                  <c:v>9.4392478390000001</c:v>
                </c:pt>
                <c:pt idx="278">
                  <c:v>9.4642802350000004</c:v>
                </c:pt>
                <c:pt idx="279">
                  <c:v>9.4717283460000008</c:v>
                </c:pt>
                <c:pt idx="280">
                  <c:v>9.5022192679999993</c:v>
                </c:pt>
                <c:pt idx="281">
                  <c:v>9.4864295589999994</c:v>
                </c:pt>
                <c:pt idx="282">
                  <c:v>9.5122029979999994</c:v>
                </c:pt>
                <c:pt idx="283">
                  <c:v>9.5076730069999993</c:v>
                </c:pt>
                <c:pt idx="284">
                  <c:v>9.5339078570000009</c:v>
                </c:pt>
                <c:pt idx="285">
                  <c:v>9.5887678859999994</c:v>
                </c:pt>
                <c:pt idx="286">
                  <c:v>9.6209876170000008</c:v>
                </c:pt>
                <c:pt idx="287">
                  <c:v>9.6281517060000006</c:v>
                </c:pt>
                <c:pt idx="288">
                  <c:v>9.6086945490000009</c:v>
                </c:pt>
                <c:pt idx="289">
                  <c:v>9.6140979649999991</c:v>
                </c:pt>
                <c:pt idx="290">
                  <c:v>9.6157517519999995</c:v>
                </c:pt>
                <c:pt idx="291">
                  <c:v>9.613043631</c:v>
                </c:pt>
                <c:pt idx="292">
                  <c:v>9.4991557360000005</c:v>
                </c:pt>
                <c:pt idx="293">
                  <c:v>9.4317764539999995</c:v>
                </c:pt>
                <c:pt idx="294">
                  <c:v>9.4384368760000008</c:v>
                </c:pt>
                <c:pt idx="295">
                  <c:v>9.2969536910000006</c:v>
                </c:pt>
                <c:pt idx="296">
                  <c:v>9.1007712539999996</c:v>
                </c:pt>
                <c:pt idx="297">
                  <c:v>8.8354759779999998</c:v>
                </c:pt>
                <c:pt idx="298">
                  <c:v>8.4949983840000005</c:v>
                </c:pt>
                <c:pt idx="299">
                  <c:v>7.9735905579999997</c:v>
                </c:pt>
                <c:pt idx="300">
                  <c:v>7.448564578</c:v>
                </c:pt>
                <c:pt idx="301">
                  <c:v>7.002963254</c:v>
                </c:pt>
                <c:pt idx="302">
                  <c:v>6.4111232569999999</c:v>
                </c:pt>
                <c:pt idx="303">
                  <c:v>5.8497472540000004</c:v>
                </c:pt>
                <c:pt idx="304">
                  <c:v>5.1433517929999999</c:v>
                </c:pt>
                <c:pt idx="305">
                  <c:v>4.415455165</c:v>
                </c:pt>
                <c:pt idx="306">
                  <c:v>3.8869358580000002</c:v>
                </c:pt>
                <c:pt idx="307">
                  <c:v>3.4887540060000002</c:v>
                </c:pt>
                <c:pt idx="308">
                  <c:v>3.163678445</c:v>
                </c:pt>
                <c:pt idx="309">
                  <c:v>2.7977487600000002</c:v>
                </c:pt>
                <c:pt idx="310">
                  <c:v>2.611160253</c:v>
                </c:pt>
                <c:pt idx="311">
                  <c:v>2.4170155929999999</c:v>
                </c:pt>
                <c:pt idx="312">
                  <c:v>2.2619162190000002</c:v>
                </c:pt>
                <c:pt idx="313">
                  <c:v>2.142644411</c:v>
                </c:pt>
                <c:pt idx="314">
                  <c:v>2.0679134160000001</c:v>
                </c:pt>
                <c:pt idx="315">
                  <c:v>2.0330330669999999</c:v>
                </c:pt>
                <c:pt idx="316">
                  <c:v>1.961153688</c:v>
                </c:pt>
                <c:pt idx="317">
                  <c:v>2.0266554440000002</c:v>
                </c:pt>
                <c:pt idx="318">
                  <c:v>1.9401633540000001</c:v>
                </c:pt>
                <c:pt idx="319">
                  <c:v>1.963702015</c:v>
                </c:pt>
                <c:pt idx="320">
                  <c:v>2.019364822</c:v>
                </c:pt>
                <c:pt idx="321">
                  <c:v>1.9652721900000001</c:v>
                </c:pt>
                <c:pt idx="322">
                  <c:v>1.9796204719999999</c:v>
                </c:pt>
                <c:pt idx="323">
                  <c:v>1.9879047000000001</c:v>
                </c:pt>
                <c:pt idx="324">
                  <c:v>1.953669214</c:v>
                </c:pt>
                <c:pt idx="325">
                  <c:v>1.9502713439999999</c:v>
                </c:pt>
                <c:pt idx="326">
                  <c:v>1.9851214800000001</c:v>
                </c:pt>
                <c:pt idx="327">
                  <c:v>1.9629633879999999</c:v>
                </c:pt>
                <c:pt idx="328">
                  <c:v>1.9738790610000001</c:v>
                </c:pt>
                <c:pt idx="329">
                  <c:v>2.0119289849999999</c:v>
                </c:pt>
                <c:pt idx="330">
                  <c:v>2.0257539429999998</c:v>
                </c:pt>
                <c:pt idx="331">
                  <c:v>2.0594277719999998</c:v>
                </c:pt>
                <c:pt idx="332">
                  <c:v>2.088314676</c:v>
                </c:pt>
                <c:pt idx="333">
                  <c:v>2.089617455</c:v>
                </c:pt>
                <c:pt idx="334">
                  <c:v>2.1467568959999999</c:v>
                </c:pt>
                <c:pt idx="335">
                  <c:v>2.2827530880000002</c:v>
                </c:pt>
                <c:pt idx="336">
                  <c:v>2.440466222</c:v>
                </c:pt>
                <c:pt idx="337">
                  <c:v>2.5897043769999999</c:v>
                </c:pt>
                <c:pt idx="338">
                  <c:v>2.7493351179999999</c:v>
                </c:pt>
                <c:pt idx="339">
                  <c:v>2.9910782679999999</c:v>
                </c:pt>
                <c:pt idx="340">
                  <c:v>3.3119144920000001</c:v>
                </c:pt>
                <c:pt idx="341">
                  <c:v>3.6392198979999999</c:v>
                </c:pt>
                <c:pt idx="342">
                  <c:v>4.0663534339999998</c:v>
                </c:pt>
                <c:pt idx="343">
                  <c:v>4.5328162049999996</c:v>
                </c:pt>
                <c:pt idx="344">
                  <c:v>5.1037361690000003</c:v>
                </c:pt>
                <c:pt idx="345">
                  <c:v>5.6616612850000001</c:v>
                </c:pt>
                <c:pt idx="346">
                  <c:v>6.3104628329999999</c:v>
                </c:pt>
                <c:pt idx="347">
                  <c:v>6.9046675359999998</c:v>
                </c:pt>
                <c:pt idx="348">
                  <c:v>7.5682469499999998</c:v>
                </c:pt>
                <c:pt idx="349">
                  <c:v>8.0770154349999999</c:v>
                </c:pt>
                <c:pt idx="350">
                  <c:v>8.6715676800000008</c:v>
                </c:pt>
                <c:pt idx="351">
                  <c:v>9.2606269779999995</c:v>
                </c:pt>
                <c:pt idx="352">
                  <c:v>9.8319677639999998</c:v>
                </c:pt>
                <c:pt idx="353">
                  <c:v>10.266571730000001</c:v>
                </c:pt>
                <c:pt idx="354">
                  <c:v>10.3931288</c:v>
                </c:pt>
                <c:pt idx="355">
                  <c:v>10.44893886</c:v>
                </c:pt>
                <c:pt idx="356">
                  <c:v>10.62835055</c:v>
                </c:pt>
                <c:pt idx="357">
                  <c:v>10.74758372</c:v>
                </c:pt>
                <c:pt idx="358">
                  <c:v>10.80687831</c:v>
                </c:pt>
                <c:pt idx="359">
                  <c:v>10.792956759999999</c:v>
                </c:pt>
                <c:pt idx="360">
                  <c:v>10.725288259999999</c:v>
                </c:pt>
                <c:pt idx="361">
                  <c:v>10.637111239999999</c:v>
                </c:pt>
                <c:pt idx="362">
                  <c:v>10.57861834</c:v>
                </c:pt>
                <c:pt idx="363">
                  <c:v>10.54625907</c:v>
                </c:pt>
                <c:pt idx="364">
                  <c:v>10.48510031</c:v>
                </c:pt>
                <c:pt idx="365">
                  <c:v>10.44639407</c:v>
                </c:pt>
                <c:pt idx="366">
                  <c:v>10.43876659</c:v>
                </c:pt>
                <c:pt idx="367">
                  <c:v>10.434879860000001</c:v>
                </c:pt>
                <c:pt idx="368">
                  <c:v>10.382588610000001</c:v>
                </c:pt>
                <c:pt idx="369">
                  <c:v>10.39112995</c:v>
                </c:pt>
                <c:pt idx="370">
                  <c:v>10.37460976</c:v>
                </c:pt>
                <c:pt idx="371">
                  <c:v>10.35016443</c:v>
                </c:pt>
                <c:pt idx="372">
                  <c:v>10.351119150000001</c:v>
                </c:pt>
                <c:pt idx="373">
                  <c:v>10.27644233</c:v>
                </c:pt>
                <c:pt idx="374">
                  <c:v>10.12526149</c:v>
                </c:pt>
                <c:pt idx="375">
                  <c:v>9.9062220599999993</c:v>
                </c:pt>
                <c:pt idx="376">
                  <c:v>9.5347924939999995</c:v>
                </c:pt>
                <c:pt idx="377">
                  <c:v>9.0624617829999998</c:v>
                </c:pt>
                <c:pt idx="378">
                  <c:v>8.6071087750000004</c:v>
                </c:pt>
                <c:pt idx="379">
                  <c:v>8.1778478910000008</c:v>
                </c:pt>
                <c:pt idx="380">
                  <c:v>7.5960757059999997</c:v>
                </c:pt>
                <c:pt idx="381">
                  <c:v>6.9276786670000003</c:v>
                </c:pt>
                <c:pt idx="382">
                  <c:v>6.2412512400000004</c:v>
                </c:pt>
                <c:pt idx="383">
                  <c:v>5.518785931</c:v>
                </c:pt>
                <c:pt idx="384">
                  <c:v>5.0289030820000002</c:v>
                </c:pt>
                <c:pt idx="385">
                  <c:v>4.5102228310000001</c:v>
                </c:pt>
                <c:pt idx="386">
                  <c:v>4.2275332380000004</c:v>
                </c:pt>
                <c:pt idx="387">
                  <c:v>3.969424713</c:v>
                </c:pt>
                <c:pt idx="388">
                  <c:v>3.7751127690000001</c:v>
                </c:pt>
                <c:pt idx="389">
                  <c:v>3.594822137</c:v>
                </c:pt>
                <c:pt idx="390">
                  <c:v>3.4373698730000002</c:v>
                </c:pt>
                <c:pt idx="391">
                  <c:v>3.2681374170000002</c:v>
                </c:pt>
                <c:pt idx="392">
                  <c:v>3.085693682</c:v>
                </c:pt>
                <c:pt idx="393">
                  <c:v>2.9073234929999998</c:v>
                </c:pt>
                <c:pt idx="394">
                  <c:v>2.8687306499999998</c:v>
                </c:pt>
                <c:pt idx="395">
                  <c:v>2.7817082260000001</c:v>
                </c:pt>
                <c:pt idx="396">
                  <c:v>2.7265970209999999</c:v>
                </c:pt>
                <c:pt idx="397">
                  <c:v>2.704474899</c:v>
                </c:pt>
                <c:pt idx="398">
                  <c:v>2.6915093809999999</c:v>
                </c:pt>
                <c:pt idx="399">
                  <c:v>2.6804901490000002</c:v>
                </c:pt>
                <c:pt idx="400">
                  <c:v>2.677796394</c:v>
                </c:pt>
                <c:pt idx="401">
                  <c:v>2.6653970409999999</c:v>
                </c:pt>
                <c:pt idx="402">
                  <c:v>2.6833681459999998</c:v>
                </c:pt>
                <c:pt idx="403">
                  <c:v>2.6683561710000001</c:v>
                </c:pt>
                <c:pt idx="404">
                  <c:v>2.6683331090000002</c:v>
                </c:pt>
                <c:pt idx="405">
                  <c:v>2.6685137609999998</c:v>
                </c:pt>
                <c:pt idx="406">
                  <c:v>2.6770770310000001</c:v>
                </c:pt>
                <c:pt idx="407">
                  <c:v>2.6842161920000001</c:v>
                </c:pt>
                <c:pt idx="408">
                  <c:v>2.6875751800000001</c:v>
                </c:pt>
              </c:numCache>
            </c:numRef>
          </c:xVal>
          <c:yVal>
            <c:numRef>
              <c:f>[1]Sheet1!$S$2:$S$1293</c:f>
              <c:numCache>
                <c:formatCode>General</c:formatCode>
                <c:ptCount val="1292"/>
                <c:pt idx="1">
                  <c:v>71.3</c:v>
                </c:pt>
                <c:pt idx="2">
                  <c:v>71.3</c:v>
                </c:pt>
                <c:pt idx="3">
                  <c:v>71.3</c:v>
                </c:pt>
                <c:pt idx="4">
                  <c:v>71.3</c:v>
                </c:pt>
                <c:pt idx="5">
                  <c:v>71.3</c:v>
                </c:pt>
                <c:pt idx="6">
                  <c:v>71.3</c:v>
                </c:pt>
                <c:pt idx="7">
                  <c:v>71.5</c:v>
                </c:pt>
                <c:pt idx="8">
                  <c:v>71.599999999999994</c:v>
                </c:pt>
                <c:pt idx="9">
                  <c:v>71.8</c:v>
                </c:pt>
                <c:pt idx="10">
                  <c:v>71.900000000000006</c:v>
                </c:pt>
                <c:pt idx="11">
                  <c:v>72.5</c:v>
                </c:pt>
                <c:pt idx="12">
                  <c:v>72.900000000000006</c:v>
                </c:pt>
                <c:pt idx="13">
                  <c:v>73.099999999999994</c:v>
                </c:pt>
                <c:pt idx="14">
                  <c:v>73</c:v>
                </c:pt>
                <c:pt idx="15">
                  <c:v>73.2</c:v>
                </c:pt>
                <c:pt idx="16">
                  <c:v>73.3</c:v>
                </c:pt>
                <c:pt idx="17">
                  <c:v>73.400000000000006</c:v>
                </c:pt>
                <c:pt idx="18">
                  <c:v>73.5</c:v>
                </c:pt>
                <c:pt idx="19">
                  <c:v>73.400000000000006</c:v>
                </c:pt>
                <c:pt idx="20">
                  <c:v>73.400000000000006</c:v>
                </c:pt>
                <c:pt idx="21">
                  <c:v>73.5</c:v>
                </c:pt>
                <c:pt idx="22">
                  <c:v>73.600000000000009</c:v>
                </c:pt>
                <c:pt idx="23">
                  <c:v>73.7</c:v>
                </c:pt>
                <c:pt idx="24">
                  <c:v>73.7</c:v>
                </c:pt>
                <c:pt idx="25">
                  <c:v>73.7</c:v>
                </c:pt>
                <c:pt idx="26">
                  <c:v>73.7</c:v>
                </c:pt>
                <c:pt idx="27">
                  <c:v>73.7</c:v>
                </c:pt>
                <c:pt idx="28">
                  <c:v>73.7</c:v>
                </c:pt>
                <c:pt idx="29">
                  <c:v>73.8</c:v>
                </c:pt>
                <c:pt idx="30">
                  <c:v>73.7</c:v>
                </c:pt>
                <c:pt idx="31">
                  <c:v>73.7</c:v>
                </c:pt>
                <c:pt idx="32">
                  <c:v>73.8</c:v>
                </c:pt>
                <c:pt idx="33">
                  <c:v>73.8</c:v>
                </c:pt>
                <c:pt idx="34">
                  <c:v>73.8</c:v>
                </c:pt>
                <c:pt idx="35">
                  <c:v>73.8</c:v>
                </c:pt>
                <c:pt idx="36">
                  <c:v>73.8</c:v>
                </c:pt>
                <c:pt idx="37">
                  <c:v>73.7</c:v>
                </c:pt>
                <c:pt idx="38">
                  <c:v>73.8</c:v>
                </c:pt>
                <c:pt idx="39">
                  <c:v>73.899999999999991</c:v>
                </c:pt>
                <c:pt idx="40">
                  <c:v>73.899999999999991</c:v>
                </c:pt>
                <c:pt idx="41">
                  <c:v>74</c:v>
                </c:pt>
                <c:pt idx="42">
                  <c:v>74</c:v>
                </c:pt>
                <c:pt idx="43">
                  <c:v>74</c:v>
                </c:pt>
                <c:pt idx="44">
                  <c:v>74</c:v>
                </c:pt>
                <c:pt idx="45">
                  <c:v>74</c:v>
                </c:pt>
                <c:pt idx="46">
                  <c:v>74</c:v>
                </c:pt>
                <c:pt idx="47">
                  <c:v>73.8</c:v>
                </c:pt>
                <c:pt idx="48">
                  <c:v>73.8</c:v>
                </c:pt>
                <c:pt idx="49">
                  <c:v>73.8</c:v>
                </c:pt>
                <c:pt idx="50">
                  <c:v>73.8</c:v>
                </c:pt>
                <c:pt idx="51">
                  <c:v>73.7</c:v>
                </c:pt>
                <c:pt idx="52">
                  <c:v>73.8</c:v>
                </c:pt>
                <c:pt idx="53">
                  <c:v>73.7</c:v>
                </c:pt>
                <c:pt idx="54">
                  <c:v>73.7</c:v>
                </c:pt>
                <c:pt idx="55">
                  <c:v>73.600000000000009</c:v>
                </c:pt>
                <c:pt idx="56">
                  <c:v>73.600000000000009</c:v>
                </c:pt>
                <c:pt idx="57">
                  <c:v>73.400000000000006</c:v>
                </c:pt>
                <c:pt idx="58">
                  <c:v>73.400000000000006</c:v>
                </c:pt>
                <c:pt idx="59">
                  <c:v>73.3</c:v>
                </c:pt>
                <c:pt idx="60">
                  <c:v>73.3</c:v>
                </c:pt>
                <c:pt idx="61">
                  <c:v>73.2</c:v>
                </c:pt>
                <c:pt idx="62">
                  <c:v>73</c:v>
                </c:pt>
                <c:pt idx="63">
                  <c:v>73.099999999999994</c:v>
                </c:pt>
                <c:pt idx="64">
                  <c:v>73.099999999999994</c:v>
                </c:pt>
                <c:pt idx="65">
                  <c:v>72.900000000000006</c:v>
                </c:pt>
                <c:pt idx="66">
                  <c:v>72.8</c:v>
                </c:pt>
                <c:pt idx="67">
                  <c:v>72.8</c:v>
                </c:pt>
                <c:pt idx="68">
                  <c:v>72.599999999999994</c:v>
                </c:pt>
                <c:pt idx="69">
                  <c:v>72.599999999999994</c:v>
                </c:pt>
                <c:pt idx="70">
                  <c:v>72.300000000000011</c:v>
                </c:pt>
                <c:pt idx="71">
                  <c:v>72.2</c:v>
                </c:pt>
                <c:pt idx="72">
                  <c:v>71.8</c:v>
                </c:pt>
                <c:pt idx="73">
                  <c:v>72</c:v>
                </c:pt>
                <c:pt idx="74">
                  <c:v>71.900000000000006</c:v>
                </c:pt>
                <c:pt idx="75">
                  <c:v>71.900000000000006</c:v>
                </c:pt>
                <c:pt idx="76">
                  <c:v>71.900000000000006</c:v>
                </c:pt>
                <c:pt idx="77">
                  <c:v>71.599999999999994</c:v>
                </c:pt>
                <c:pt idx="78">
                  <c:v>71.5</c:v>
                </c:pt>
                <c:pt idx="79">
                  <c:v>71.7</c:v>
                </c:pt>
                <c:pt idx="80">
                  <c:v>71.399999999999991</c:v>
                </c:pt>
                <c:pt idx="81">
                  <c:v>71.5</c:v>
                </c:pt>
                <c:pt idx="82">
                  <c:v>71.3</c:v>
                </c:pt>
                <c:pt idx="83">
                  <c:v>71.3</c:v>
                </c:pt>
                <c:pt idx="84">
                  <c:v>71.2</c:v>
                </c:pt>
                <c:pt idx="85">
                  <c:v>71.2</c:v>
                </c:pt>
                <c:pt idx="86">
                  <c:v>71.2</c:v>
                </c:pt>
                <c:pt idx="87">
                  <c:v>71.3</c:v>
                </c:pt>
                <c:pt idx="88">
                  <c:v>71.5</c:v>
                </c:pt>
                <c:pt idx="89">
                  <c:v>71.399999999999991</c:v>
                </c:pt>
                <c:pt idx="90">
                  <c:v>71.399999999999991</c:v>
                </c:pt>
                <c:pt idx="91">
                  <c:v>71.5</c:v>
                </c:pt>
                <c:pt idx="92">
                  <c:v>72</c:v>
                </c:pt>
                <c:pt idx="93">
                  <c:v>72.300000000000011</c:v>
                </c:pt>
                <c:pt idx="94">
                  <c:v>72.8</c:v>
                </c:pt>
                <c:pt idx="95">
                  <c:v>72.8</c:v>
                </c:pt>
                <c:pt idx="96">
                  <c:v>73</c:v>
                </c:pt>
                <c:pt idx="97">
                  <c:v>73.2</c:v>
                </c:pt>
                <c:pt idx="98">
                  <c:v>73.2</c:v>
                </c:pt>
                <c:pt idx="99">
                  <c:v>73.3</c:v>
                </c:pt>
                <c:pt idx="100">
                  <c:v>73.2</c:v>
                </c:pt>
                <c:pt idx="101">
                  <c:v>73.400000000000006</c:v>
                </c:pt>
                <c:pt idx="102">
                  <c:v>73.600000000000009</c:v>
                </c:pt>
                <c:pt idx="103">
                  <c:v>73.5</c:v>
                </c:pt>
                <c:pt idx="104">
                  <c:v>73.600000000000009</c:v>
                </c:pt>
                <c:pt idx="105">
                  <c:v>73.7</c:v>
                </c:pt>
                <c:pt idx="106">
                  <c:v>73.7</c:v>
                </c:pt>
                <c:pt idx="107">
                  <c:v>73.600000000000009</c:v>
                </c:pt>
                <c:pt idx="108">
                  <c:v>73.5</c:v>
                </c:pt>
                <c:pt idx="109">
                  <c:v>73.600000000000009</c:v>
                </c:pt>
                <c:pt idx="110">
                  <c:v>73.7</c:v>
                </c:pt>
                <c:pt idx="111">
                  <c:v>73.8</c:v>
                </c:pt>
                <c:pt idx="112">
                  <c:v>73.8</c:v>
                </c:pt>
                <c:pt idx="113">
                  <c:v>73.8</c:v>
                </c:pt>
                <c:pt idx="114">
                  <c:v>73.600000000000009</c:v>
                </c:pt>
                <c:pt idx="115">
                  <c:v>73.600000000000009</c:v>
                </c:pt>
                <c:pt idx="116">
                  <c:v>73.8</c:v>
                </c:pt>
                <c:pt idx="117">
                  <c:v>73.7</c:v>
                </c:pt>
                <c:pt idx="118">
                  <c:v>73.7</c:v>
                </c:pt>
                <c:pt idx="119">
                  <c:v>73.600000000000009</c:v>
                </c:pt>
                <c:pt idx="120">
                  <c:v>73.5</c:v>
                </c:pt>
                <c:pt idx="121">
                  <c:v>73.7</c:v>
                </c:pt>
                <c:pt idx="122">
                  <c:v>73.8</c:v>
                </c:pt>
                <c:pt idx="123">
                  <c:v>73.8</c:v>
                </c:pt>
                <c:pt idx="124">
                  <c:v>73.7</c:v>
                </c:pt>
                <c:pt idx="125">
                  <c:v>73.8</c:v>
                </c:pt>
                <c:pt idx="126">
                  <c:v>73.899999999999991</c:v>
                </c:pt>
                <c:pt idx="127">
                  <c:v>73.899999999999991</c:v>
                </c:pt>
                <c:pt idx="128">
                  <c:v>74</c:v>
                </c:pt>
                <c:pt idx="129">
                  <c:v>73.8</c:v>
                </c:pt>
                <c:pt idx="130">
                  <c:v>73.8</c:v>
                </c:pt>
                <c:pt idx="131">
                  <c:v>73.8</c:v>
                </c:pt>
                <c:pt idx="132">
                  <c:v>73.8</c:v>
                </c:pt>
                <c:pt idx="133">
                  <c:v>73.8</c:v>
                </c:pt>
                <c:pt idx="134">
                  <c:v>73.8</c:v>
                </c:pt>
                <c:pt idx="135">
                  <c:v>73.7</c:v>
                </c:pt>
                <c:pt idx="136">
                  <c:v>73.8</c:v>
                </c:pt>
                <c:pt idx="137">
                  <c:v>73.7</c:v>
                </c:pt>
                <c:pt idx="138">
                  <c:v>73.400000000000006</c:v>
                </c:pt>
                <c:pt idx="139">
                  <c:v>73.400000000000006</c:v>
                </c:pt>
                <c:pt idx="140">
                  <c:v>73.400000000000006</c:v>
                </c:pt>
                <c:pt idx="141">
                  <c:v>73.3</c:v>
                </c:pt>
                <c:pt idx="142">
                  <c:v>73.3</c:v>
                </c:pt>
                <c:pt idx="143">
                  <c:v>73.3</c:v>
                </c:pt>
                <c:pt idx="144">
                  <c:v>72.900000000000006</c:v>
                </c:pt>
                <c:pt idx="145">
                  <c:v>72.8</c:v>
                </c:pt>
                <c:pt idx="146">
                  <c:v>72.699999999999989</c:v>
                </c:pt>
                <c:pt idx="147">
                  <c:v>72.699999999999989</c:v>
                </c:pt>
                <c:pt idx="148">
                  <c:v>72.599999999999994</c:v>
                </c:pt>
                <c:pt idx="149">
                  <c:v>72.400000000000006</c:v>
                </c:pt>
                <c:pt idx="150">
                  <c:v>72.2</c:v>
                </c:pt>
                <c:pt idx="151">
                  <c:v>71.900000000000006</c:v>
                </c:pt>
                <c:pt idx="152">
                  <c:v>71.900000000000006</c:v>
                </c:pt>
                <c:pt idx="153">
                  <c:v>71.599999999999994</c:v>
                </c:pt>
                <c:pt idx="154">
                  <c:v>71.7</c:v>
                </c:pt>
                <c:pt idx="155">
                  <c:v>71.399999999999991</c:v>
                </c:pt>
                <c:pt idx="156">
                  <c:v>71.2</c:v>
                </c:pt>
                <c:pt idx="157">
                  <c:v>71</c:v>
                </c:pt>
                <c:pt idx="158">
                  <c:v>70.900000000000006</c:v>
                </c:pt>
                <c:pt idx="159">
                  <c:v>71</c:v>
                </c:pt>
                <c:pt idx="160">
                  <c:v>70.7</c:v>
                </c:pt>
                <c:pt idx="161">
                  <c:v>70.8</c:v>
                </c:pt>
                <c:pt idx="162">
                  <c:v>70.599999999999994</c:v>
                </c:pt>
                <c:pt idx="163">
                  <c:v>70.400000000000006</c:v>
                </c:pt>
                <c:pt idx="164">
                  <c:v>70.5</c:v>
                </c:pt>
                <c:pt idx="165">
                  <c:v>70.400000000000006</c:v>
                </c:pt>
                <c:pt idx="166">
                  <c:v>70.400000000000006</c:v>
                </c:pt>
                <c:pt idx="167">
                  <c:v>70.5</c:v>
                </c:pt>
                <c:pt idx="168">
                  <c:v>70.7</c:v>
                </c:pt>
                <c:pt idx="169">
                  <c:v>70.7</c:v>
                </c:pt>
                <c:pt idx="170">
                  <c:v>71</c:v>
                </c:pt>
                <c:pt idx="171">
                  <c:v>71.399999999999991</c:v>
                </c:pt>
                <c:pt idx="172">
                  <c:v>71.5</c:v>
                </c:pt>
                <c:pt idx="173">
                  <c:v>71.900000000000006</c:v>
                </c:pt>
                <c:pt idx="174">
                  <c:v>72.2</c:v>
                </c:pt>
                <c:pt idx="175">
                  <c:v>72.5</c:v>
                </c:pt>
                <c:pt idx="176">
                  <c:v>72.699999999999989</c:v>
                </c:pt>
                <c:pt idx="177">
                  <c:v>72.8</c:v>
                </c:pt>
                <c:pt idx="178">
                  <c:v>73</c:v>
                </c:pt>
                <c:pt idx="179">
                  <c:v>73.099999999999994</c:v>
                </c:pt>
                <c:pt idx="180">
                  <c:v>73.400000000000006</c:v>
                </c:pt>
                <c:pt idx="181">
                  <c:v>73.3</c:v>
                </c:pt>
                <c:pt idx="182">
                  <c:v>73.400000000000006</c:v>
                </c:pt>
                <c:pt idx="183">
                  <c:v>73.600000000000009</c:v>
                </c:pt>
                <c:pt idx="184">
                  <c:v>73.400000000000006</c:v>
                </c:pt>
                <c:pt idx="185">
                  <c:v>73.600000000000009</c:v>
                </c:pt>
                <c:pt idx="186">
                  <c:v>73.600000000000009</c:v>
                </c:pt>
                <c:pt idx="187">
                  <c:v>73.600000000000009</c:v>
                </c:pt>
                <c:pt idx="188">
                  <c:v>73.600000000000009</c:v>
                </c:pt>
                <c:pt idx="189">
                  <c:v>73.600000000000009</c:v>
                </c:pt>
                <c:pt idx="190">
                  <c:v>73.5</c:v>
                </c:pt>
                <c:pt idx="191">
                  <c:v>73.5</c:v>
                </c:pt>
                <c:pt idx="192">
                  <c:v>73.400000000000006</c:v>
                </c:pt>
                <c:pt idx="193">
                  <c:v>73.600000000000009</c:v>
                </c:pt>
                <c:pt idx="194">
                  <c:v>73.5</c:v>
                </c:pt>
                <c:pt idx="195">
                  <c:v>73.600000000000009</c:v>
                </c:pt>
                <c:pt idx="196">
                  <c:v>73.600000000000009</c:v>
                </c:pt>
                <c:pt idx="197">
                  <c:v>73.400000000000006</c:v>
                </c:pt>
                <c:pt idx="198">
                  <c:v>73.600000000000009</c:v>
                </c:pt>
                <c:pt idx="199">
                  <c:v>73.600000000000009</c:v>
                </c:pt>
                <c:pt idx="200">
                  <c:v>73.600000000000009</c:v>
                </c:pt>
                <c:pt idx="201">
                  <c:v>73.600000000000009</c:v>
                </c:pt>
                <c:pt idx="202">
                  <c:v>73.600000000000009</c:v>
                </c:pt>
                <c:pt idx="203">
                  <c:v>73.600000000000009</c:v>
                </c:pt>
                <c:pt idx="204">
                  <c:v>73.600000000000009</c:v>
                </c:pt>
                <c:pt idx="205">
                  <c:v>73.600000000000009</c:v>
                </c:pt>
                <c:pt idx="206">
                  <c:v>73.7</c:v>
                </c:pt>
                <c:pt idx="207">
                  <c:v>73.7</c:v>
                </c:pt>
                <c:pt idx="208">
                  <c:v>73.7</c:v>
                </c:pt>
                <c:pt idx="209">
                  <c:v>73.7</c:v>
                </c:pt>
                <c:pt idx="210">
                  <c:v>73.7</c:v>
                </c:pt>
                <c:pt idx="211">
                  <c:v>73.7</c:v>
                </c:pt>
                <c:pt idx="212">
                  <c:v>73.600000000000009</c:v>
                </c:pt>
                <c:pt idx="213">
                  <c:v>73.7</c:v>
                </c:pt>
                <c:pt idx="214">
                  <c:v>73.7</c:v>
                </c:pt>
                <c:pt idx="215">
                  <c:v>73.600000000000009</c:v>
                </c:pt>
                <c:pt idx="216">
                  <c:v>73.600000000000009</c:v>
                </c:pt>
                <c:pt idx="217">
                  <c:v>73.5</c:v>
                </c:pt>
                <c:pt idx="218">
                  <c:v>73.600000000000009</c:v>
                </c:pt>
                <c:pt idx="219">
                  <c:v>73.600000000000009</c:v>
                </c:pt>
                <c:pt idx="220">
                  <c:v>73.5</c:v>
                </c:pt>
                <c:pt idx="221">
                  <c:v>73.3</c:v>
                </c:pt>
                <c:pt idx="222">
                  <c:v>73.2</c:v>
                </c:pt>
                <c:pt idx="223">
                  <c:v>73.3</c:v>
                </c:pt>
                <c:pt idx="224">
                  <c:v>73.2</c:v>
                </c:pt>
                <c:pt idx="225">
                  <c:v>73.099999999999994</c:v>
                </c:pt>
                <c:pt idx="226">
                  <c:v>73.099999999999994</c:v>
                </c:pt>
                <c:pt idx="227">
                  <c:v>73.2</c:v>
                </c:pt>
                <c:pt idx="228">
                  <c:v>73.099999999999994</c:v>
                </c:pt>
                <c:pt idx="229">
                  <c:v>72.8</c:v>
                </c:pt>
                <c:pt idx="230">
                  <c:v>72.900000000000006</c:v>
                </c:pt>
                <c:pt idx="231">
                  <c:v>72.8</c:v>
                </c:pt>
                <c:pt idx="232">
                  <c:v>72.599999999999994</c:v>
                </c:pt>
                <c:pt idx="233">
                  <c:v>72.300000000000011</c:v>
                </c:pt>
                <c:pt idx="234">
                  <c:v>72.099999999999994</c:v>
                </c:pt>
                <c:pt idx="235">
                  <c:v>71.599999999999994</c:v>
                </c:pt>
                <c:pt idx="236">
                  <c:v>71.7</c:v>
                </c:pt>
                <c:pt idx="237">
                  <c:v>71.599999999999994</c:v>
                </c:pt>
                <c:pt idx="238">
                  <c:v>71.2</c:v>
                </c:pt>
                <c:pt idx="239">
                  <c:v>71.2</c:v>
                </c:pt>
                <c:pt idx="240">
                  <c:v>71.2</c:v>
                </c:pt>
                <c:pt idx="241">
                  <c:v>71.3</c:v>
                </c:pt>
                <c:pt idx="242">
                  <c:v>71.399999999999991</c:v>
                </c:pt>
                <c:pt idx="243">
                  <c:v>71.399999999999991</c:v>
                </c:pt>
                <c:pt idx="244">
                  <c:v>71.2</c:v>
                </c:pt>
                <c:pt idx="245">
                  <c:v>71.100000000000009</c:v>
                </c:pt>
                <c:pt idx="246">
                  <c:v>71.2</c:v>
                </c:pt>
                <c:pt idx="247">
                  <c:v>71.100000000000009</c:v>
                </c:pt>
                <c:pt idx="248">
                  <c:v>71</c:v>
                </c:pt>
                <c:pt idx="249">
                  <c:v>70.900000000000006</c:v>
                </c:pt>
                <c:pt idx="250">
                  <c:v>70.900000000000006</c:v>
                </c:pt>
                <c:pt idx="251">
                  <c:v>70.8</c:v>
                </c:pt>
                <c:pt idx="252">
                  <c:v>70.8</c:v>
                </c:pt>
                <c:pt idx="253">
                  <c:v>70.900000000000006</c:v>
                </c:pt>
                <c:pt idx="254">
                  <c:v>71.100000000000009</c:v>
                </c:pt>
                <c:pt idx="255">
                  <c:v>71.100000000000009</c:v>
                </c:pt>
                <c:pt idx="256">
                  <c:v>71.599999999999994</c:v>
                </c:pt>
                <c:pt idx="257">
                  <c:v>71.7</c:v>
                </c:pt>
                <c:pt idx="258">
                  <c:v>72</c:v>
                </c:pt>
                <c:pt idx="259">
                  <c:v>72.300000000000011</c:v>
                </c:pt>
                <c:pt idx="260">
                  <c:v>72.699999999999989</c:v>
                </c:pt>
                <c:pt idx="261">
                  <c:v>73</c:v>
                </c:pt>
                <c:pt idx="262">
                  <c:v>73.3</c:v>
                </c:pt>
                <c:pt idx="263">
                  <c:v>73.2</c:v>
                </c:pt>
                <c:pt idx="264">
                  <c:v>73.400000000000006</c:v>
                </c:pt>
                <c:pt idx="265">
                  <c:v>73.5</c:v>
                </c:pt>
                <c:pt idx="266">
                  <c:v>73.600000000000009</c:v>
                </c:pt>
                <c:pt idx="267">
                  <c:v>73.600000000000009</c:v>
                </c:pt>
                <c:pt idx="268">
                  <c:v>73.8</c:v>
                </c:pt>
                <c:pt idx="269">
                  <c:v>73.600000000000009</c:v>
                </c:pt>
                <c:pt idx="270">
                  <c:v>73.600000000000009</c:v>
                </c:pt>
                <c:pt idx="271">
                  <c:v>73.8</c:v>
                </c:pt>
                <c:pt idx="272">
                  <c:v>73.8</c:v>
                </c:pt>
                <c:pt idx="273">
                  <c:v>73.899999999999991</c:v>
                </c:pt>
                <c:pt idx="274">
                  <c:v>74</c:v>
                </c:pt>
                <c:pt idx="275">
                  <c:v>73.899999999999991</c:v>
                </c:pt>
                <c:pt idx="276">
                  <c:v>73.7</c:v>
                </c:pt>
                <c:pt idx="277">
                  <c:v>73.7</c:v>
                </c:pt>
                <c:pt idx="278">
                  <c:v>73.899999999999991</c:v>
                </c:pt>
                <c:pt idx="279">
                  <c:v>73.8</c:v>
                </c:pt>
                <c:pt idx="280">
                  <c:v>73.5</c:v>
                </c:pt>
                <c:pt idx="281">
                  <c:v>73.7</c:v>
                </c:pt>
                <c:pt idx="282">
                  <c:v>73.7</c:v>
                </c:pt>
                <c:pt idx="283">
                  <c:v>73.8</c:v>
                </c:pt>
                <c:pt idx="284">
                  <c:v>73.8</c:v>
                </c:pt>
                <c:pt idx="285">
                  <c:v>73.899999999999991</c:v>
                </c:pt>
                <c:pt idx="286">
                  <c:v>73.8</c:v>
                </c:pt>
                <c:pt idx="287">
                  <c:v>73.8</c:v>
                </c:pt>
                <c:pt idx="288">
                  <c:v>73.899999999999991</c:v>
                </c:pt>
                <c:pt idx="289">
                  <c:v>73.899999999999991</c:v>
                </c:pt>
                <c:pt idx="290">
                  <c:v>73.899999999999991</c:v>
                </c:pt>
                <c:pt idx="291">
                  <c:v>73.899999999999991</c:v>
                </c:pt>
                <c:pt idx="292">
                  <c:v>73.899999999999991</c:v>
                </c:pt>
                <c:pt idx="293">
                  <c:v>73.899999999999991</c:v>
                </c:pt>
                <c:pt idx="294">
                  <c:v>74</c:v>
                </c:pt>
                <c:pt idx="295">
                  <c:v>73.899999999999991</c:v>
                </c:pt>
                <c:pt idx="296">
                  <c:v>73.899999999999991</c:v>
                </c:pt>
                <c:pt idx="297">
                  <c:v>74</c:v>
                </c:pt>
                <c:pt idx="298">
                  <c:v>73.899999999999991</c:v>
                </c:pt>
                <c:pt idx="299">
                  <c:v>73.7</c:v>
                </c:pt>
                <c:pt idx="300">
                  <c:v>73.8</c:v>
                </c:pt>
                <c:pt idx="301">
                  <c:v>73.8</c:v>
                </c:pt>
                <c:pt idx="302">
                  <c:v>73.7</c:v>
                </c:pt>
                <c:pt idx="303">
                  <c:v>73.7</c:v>
                </c:pt>
                <c:pt idx="304">
                  <c:v>73.7</c:v>
                </c:pt>
                <c:pt idx="305">
                  <c:v>73.5</c:v>
                </c:pt>
                <c:pt idx="306">
                  <c:v>73.5</c:v>
                </c:pt>
                <c:pt idx="307">
                  <c:v>73.5</c:v>
                </c:pt>
                <c:pt idx="308">
                  <c:v>73.400000000000006</c:v>
                </c:pt>
                <c:pt idx="309">
                  <c:v>73.400000000000006</c:v>
                </c:pt>
                <c:pt idx="310">
                  <c:v>73.400000000000006</c:v>
                </c:pt>
                <c:pt idx="311">
                  <c:v>73.2</c:v>
                </c:pt>
                <c:pt idx="312">
                  <c:v>73.2</c:v>
                </c:pt>
                <c:pt idx="313">
                  <c:v>73</c:v>
                </c:pt>
                <c:pt idx="314">
                  <c:v>72.699999999999989</c:v>
                </c:pt>
                <c:pt idx="315">
                  <c:v>72.400000000000006</c:v>
                </c:pt>
                <c:pt idx="316">
                  <c:v>72.300000000000011</c:v>
                </c:pt>
                <c:pt idx="317">
                  <c:v>72.2</c:v>
                </c:pt>
                <c:pt idx="318">
                  <c:v>72.099999999999994</c:v>
                </c:pt>
                <c:pt idx="319">
                  <c:v>71.900000000000006</c:v>
                </c:pt>
                <c:pt idx="320">
                  <c:v>71.8</c:v>
                </c:pt>
                <c:pt idx="321">
                  <c:v>71.5</c:v>
                </c:pt>
                <c:pt idx="322">
                  <c:v>71.5</c:v>
                </c:pt>
                <c:pt idx="323">
                  <c:v>71.399999999999991</c:v>
                </c:pt>
                <c:pt idx="324">
                  <c:v>71.399999999999991</c:v>
                </c:pt>
                <c:pt idx="325">
                  <c:v>71.2</c:v>
                </c:pt>
                <c:pt idx="326">
                  <c:v>71.2</c:v>
                </c:pt>
                <c:pt idx="327">
                  <c:v>71.100000000000009</c:v>
                </c:pt>
                <c:pt idx="328">
                  <c:v>71</c:v>
                </c:pt>
                <c:pt idx="329">
                  <c:v>71</c:v>
                </c:pt>
                <c:pt idx="330">
                  <c:v>70.7</c:v>
                </c:pt>
                <c:pt idx="331">
                  <c:v>70.8</c:v>
                </c:pt>
                <c:pt idx="332">
                  <c:v>70.599999999999994</c:v>
                </c:pt>
                <c:pt idx="333">
                  <c:v>70.599999999999994</c:v>
                </c:pt>
                <c:pt idx="334">
                  <c:v>70.599999999999994</c:v>
                </c:pt>
                <c:pt idx="335">
                  <c:v>70.7</c:v>
                </c:pt>
                <c:pt idx="336">
                  <c:v>70.900000000000006</c:v>
                </c:pt>
                <c:pt idx="337">
                  <c:v>71.2</c:v>
                </c:pt>
                <c:pt idx="338">
                  <c:v>71.5</c:v>
                </c:pt>
                <c:pt idx="339">
                  <c:v>71.599999999999994</c:v>
                </c:pt>
                <c:pt idx="340">
                  <c:v>71.900000000000006</c:v>
                </c:pt>
                <c:pt idx="341">
                  <c:v>72.300000000000011</c:v>
                </c:pt>
                <c:pt idx="342">
                  <c:v>72.5</c:v>
                </c:pt>
                <c:pt idx="343">
                  <c:v>72.599999999999994</c:v>
                </c:pt>
                <c:pt idx="344">
                  <c:v>72.8</c:v>
                </c:pt>
                <c:pt idx="345">
                  <c:v>72.900000000000006</c:v>
                </c:pt>
                <c:pt idx="346">
                  <c:v>73.099999999999994</c:v>
                </c:pt>
                <c:pt idx="347">
                  <c:v>73</c:v>
                </c:pt>
                <c:pt idx="348">
                  <c:v>73.2</c:v>
                </c:pt>
                <c:pt idx="349">
                  <c:v>73.2</c:v>
                </c:pt>
                <c:pt idx="350">
                  <c:v>73.3</c:v>
                </c:pt>
                <c:pt idx="351">
                  <c:v>73.3</c:v>
                </c:pt>
                <c:pt idx="352">
                  <c:v>73.099999999999994</c:v>
                </c:pt>
                <c:pt idx="353">
                  <c:v>73.3</c:v>
                </c:pt>
                <c:pt idx="354">
                  <c:v>73.3</c:v>
                </c:pt>
                <c:pt idx="355">
                  <c:v>73.3</c:v>
                </c:pt>
                <c:pt idx="356">
                  <c:v>73.2</c:v>
                </c:pt>
                <c:pt idx="357">
                  <c:v>73.400000000000006</c:v>
                </c:pt>
                <c:pt idx="358">
                  <c:v>73.5</c:v>
                </c:pt>
                <c:pt idx="359">
                  <c:v>73.5</c:v>
                </c:pt>
                <c:pt idx="360">
                  <c:v>73.3</c:v>
                </c:pt>
                <c:pt idx="361">
                  <c:v>73.3</c:v>
                </c:pt>
                <c:pt idx="362">
                  <c:v>73.400000000000006</c:v>
                </c:pt>
                <c:pt idx="363">
                  <c:v>73.3</c:v>
                </c:pt>
                <c:pt idx="364">
                  <c:v>73.3</c:v>
                </c:pt>
                <c:pt idx="365">
                  <c:v>73.400000000000006</c:v>
                </c:pt>
                <c:pt idx="366">
                  <c:v>73.3</c:v>
                </c:pt>
                <c:pt idx="367">
                  <c:v>73.3</c:v>
                </c:pt>
                <c:pt idx="368">
                  <c:v>73.400000000000006</c:v>
                </c:pt>
                <c:pt idx="369">
                  <c:v>73.400000000000006</c:v>
                </c:pt>
                <c:pt idx="370">
                  <c:v>73.400000000000006</c:v>
                </c:pt>
                <c:pt idx="371">
                  <c:v>73.400000000000006</c:v>
                </c:pt>
                <c:pt idx="372">
                  <c:v>73.400000000000006</c:v>
                </c:pt>
                <c:pt idx="373">
                  <c:v>73.5</c:v>
                </c:pt>
                <c:pt idx="374">
                  <c:v>73.5</c:v>
                </c:pt>
                <c:pt idx="375">
                  <c:v>73.600000000000009</c:v>
                </c:pt>
                <c:pt idx="376">
                  <c:v>73.7</c:v>
                </c:pt>
                <c:pt idx="377">
                  <c:v>73.600000000000009</c:v>
                </c:pt>
                <c:pt idx="378">
                  <c:v>73.600000000000009</c:v>
                </c:pt>
                <c:pt idx="379">
                  <c:v>73.7</c:v>
                </c:pt>
                <c:pt idx="380">
                  <c:v>73.600000000000009</c:v>
                </c:pt>
                <c:pt idx="381">
                  <c:v>73.400000000000006</c:v>
                </c:pt>
                <c:pt idx="382">
                  <c:v>73.400000000000006</c:v>
                </c:pt>
                <c:pt idx="383">
                  <c:v>73.400000000000006</c:v>
                </c:pt>
                <c:pt idx="384">
                  <c:v>73.2</c:v>
                </c:pt>
                <c:pt idx="385">
                  <c:v>73.3</c:v>
                </c:pt>
                <c:pt idx="386">
                  <c:v>73.2</c:v>
                </c:pt>
                <c:pt idx="387">
                  <c:v>73.099999999999994</c:v>
                </c:pt>
                <c:pt idx="388">
                  <c:v>73.099999999999994</c:v>
                </c:pt>
                <c:pt idx="389">
                  <c:v>72.900000000000006</c:v>
                </c:pt>
                <c:pt idx="390">
                  <c:v>72.8</c:v>
                </c:pt>
                <c:pt idx="391">
                  <c:v>72.599999999999994</c:v>
                </c:pt>
                <c:pt idx="392">
                  <c:v>72.699999999999989</c:v>
                </c:pt>
                <c:pt idx="393">
                  <c:v>72.699999999999989</c:v>
                </c:pt>
                <c:pt idx="394">
                  <c:v>72.400000000000006</c:v>
                </c:pt>
                <c:pt idx="395">
                  <c:v>72.2</c:v>
                </c:pt>
                <c:pt idx="396">
                  <c:v>72.2</c:v>
                </c:pt>
                <c:pt idx="397">
                  <c:v>72</c:v>
                </c:pt>
                <c:pt idx="398">
                  <c:v>71.8</c:v>
                </c:pt>
                <c:pt idx="399">
                  <c:v>71.5</c:v>
                </c:pt>
                <c:pt idx="400">
                  <c:v>71.2</c:v>
                </c:pt>
                <c:pt idx="401">
                  <c:v>71.100000000000009</c:v>
                </c:pt>
                <c:pt idx="402">
                  <c:v>70.900000000000006</c:v>
                </c:pt>
                <c:pt idx="403">
                  <c:v>70.599999999999994</c:v>
                </c:pt>
                <c:pt idx="404">
                  <c:v>70.5</c:v>
                </c:pt>
                <c:pt idx="405">
                  <c:v>70.599999999999994</c:v>
                </c:pt>
                <c:pt idx="406">
                  <c:v>70.5</c:v>
                </c:pt>
                <c:pt idx="407">
                  <c:v>70.5</c:v>
                </c:pt>
                <c:pt idx="408">
                  <c:v>70.5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1D4-41CB-A3E8-9F40DA412B03}"/>
            </c:ext>
          </c:extLst>
        </c:ser>
        <c:ser>
          <c:idx val="2"/>
          <c:order val="1"/>
          <c:tx>
            <c:strRef>
              <c:f>'C:\Users\admin\Desktop\[통합.xlsx]Sheet1'!$T$1</c:f>
              <c:strCache>
                <c:ptCount val="1"/>
                <c:pt idx="0">
                  <c:v>B: 90mm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4"/>
            <c:spPr>
              <a:solidFill>
                <a:schemeClr val="accent6"/>
              </a:solidFill>
              <a:ln>
                <a:solidFill>
                  <a:schemeClr val="accent6"/>
                </a:solidFill>
              </a:ln>
            </c:spPr>
          </c:marker>
          <c:xVal>
            <c:numRef>
              <c:f>[1]Sheet1!$G$2:$G$1293</c:f>
              <c:numCache>
                <c:formatCode>General</c:formatCode>
                <c:ptCount val="1292"/>
                <c:pt idx="1">
                  <c:v>1.2407757370000001</c:v>
                </c:pt>
                <c:pt idx="2">
                  <c:v>1.2394563380000001</c:v>
                </c:pt>
                <c:pt idx="3">
                  <c:v>1.2833686200000001</c:v>
                </c:pt>
                <c:pt idx="4">
                  <c:v>1.4870311810000001</c:v>
                </c:pt>
                <c:pt idx="5">
                  <c:v>1.673737969</c:v>
                </c:pt>
                <c:pt idx="6">
                  <c:v>1.8952880459999999</c:v>
                </c:pt>
                <c:pt idx="7">
                  <c:v>2.25652629</c:v>
                </c:pt>
                <c:pt idx="8">
                  <c:v>2.5487179819999999</c:v>
                </c:pt>
                <c:pt idx="9">
                  <c:v>2.8721639849999998</c:v>
                </c:pt>
                <c:pt idx="10">
                  <c:v>3.3895488290000002</c:v>
                </c:pt>
                <c:pt idx="11">
                  <c:v>3.9160735240000002</c:v>
                </c:pt>
                <c:pt idx="12">
                  <c:v>4.4829759679999999</c:v>
                </c:pt>
                <c:pt idx="13">
                  <c:v>5.1648818639999998</c:v>
                </c:pt>
                <c:pt idx="14">
                  <c:v>5.8150753330000002</c:v>
                </c:pt>
                <c:pt idx="15">
                  <c:v>6.7346431869999996</c:v>
                </c:pt>
                <c:pt idx="16">
                  <c:v>7.7544984020000003</c:v>
                </c:pt>
                <c:pt idx="17">
                  <c:v>8.8400162780000002</c:v>
                </c:pt>
                <c:pt idx="18">
                  <c:v>9.9652650479999991</c:v>
                </c:pt>
                <c:pt idx="19">
                  <c:v>10.89174592</c:v>
                </c:pt>
                <c:pt idx="20">
                  <c:v>11.42942057</c:v>
                </c:pt>
                <c:pt idx="21">
                  <c:v>11.771791029999999</c:v>
                </c:pt>
                <c:pt idx="22">
                  <c:v>11.84197363</c:v>
                </c:pt>
                <c:pt idx="23">
                  <c:v>11.911178809999999</c:v>
                </c:pt>
                <c:pt idx="24">
                  <c:v>11.89136491</c:v>
                </c:pt>
                <c:pt idx="25">
                  <c:v>11.87187877</c:v>
                </c:pt>
                <c:pt idx="26">
                  <c:v>11.96943712</c:v>
                </c:pt>
                <c:pt idx="27">
                  <c:v>12.149111749999999</c:v>
                </c:pt>
                <c:pt idx="28">
                  <c:v>12.22468327</c:v>
                </c:pt>
                <c:pt idx="29">
                  <c:v>12.27534215</c:v>
                </c:pt>
                <c:pt idx="30">
                  <c:v>12.27437844</c:v>
                </c:pt>
                <c:pt idx="31">
                  <c:v>12.26929737</c:v>
                </c:pt>
                <c:pt idx="32">
                  <c:v>12.332671550000001</c:v>
                </c:pt>
                <c:pt idx="33">
                  <c:v>12.41780254</c:v>
                </c:pt>
                <c:pt idx="34">
                  <c:v>12.51432743</c:v>
                </c:pt>
                <c:pt idx="35">
                  <c:v>12.61425114</c:v>
                </c:pt>
                <c:pt idx="36">
                  <c:v>12.672022269999999</c:v>
                </c:pt>
                <c:pt idx="37">
                  <c:v>12.724059410000001</c:v>
                </c:pt>
                <c:pt idx="38">
                  <c:v>12.795570039999999</c:v>
                </c:pt>
                <c:pt idx="39">
                  <c:v>12.878405750000001</c:v>
                </c:pt>
                <c:pt idx="40">
                  <c:v>12.94921371</c:v>
                </c:pt>
                <c:pt idx="41">
                  <c:v>12.99699772</c:v>
                </c:pt>
                <c:pt idx="42">
                  <c:v>13.22570417</c:v>
                </c:pt>
                <c:pt idx="43">
                  <c:v>13.19872939</c:v>
                </c:pt>
                <c:pt idx="44">
                  <c:v>13.19481444</c:v>
                </c:pt>
                <c:pt idx="45">
                  <c:v>13.20018569</c:v>
                </c:pt>
                <c:pt idx="46">
                  <c:v>13.19944499</c:v>
                </c:pt>
                <c:pt idx="47">
                  <c:v>13.106470379999999</c:v>
                </c:pt>
                <c:pt idx="48">
                  <c:v>13.07541442</c:v>
                </c:pt>
                <c:pt idx="49">
                  <c:v>13.030322180000001</c:v>
                </c:pt>
                <c:pt idx="50">
                  <c:v>13.020417370000001</c:v>
                </c:pt>
                <c:pt idx="51">
                  <c:v>12.931401210000001</c:v>
                </c:pt>
                <c:pt idx="52">
                  <c:v>12.855329060000001</c:v>
                </c:pt>
                <c:pt idx="53">
                  <c:v>12.63700929</c:v>
                </c:pt>
                <c:pt idx="54">
                  <c:v>12.098573460000001</c:v>
                </c:pt>
                <c:pt idx="55">
                  <c:v>11.57132567</c:v>
                </c:pt>
                <c:pt idx="56">
                  <c:v>11.025771499999999</c:v>
                </c:pt>
                <c:pt idx="57">
                  <c:v>10.310184850000001</c:v>
                </c:pt>
                <c:pt idx="58">
                  <c:v>9.7144205469999996</c:v>
                </c:pt>
                <c:pt idx="59">
                  <c:v>9.0335606049999999</c:v>
                </c:pt>
                <c:pt idx="60">
                  <c:v>8.3048458039999993</c:v>
                </c:pt>
                <c:pt idx="61">
                  <c:v>7.6158714349999999</c:v>
                </c:pt>
                <c:pt idx="62">
                  <c:v>6.9045725569999998</c:v>
                </c:pt>
                <c:pt idx="63">
                  <c:v>6.0562089820000002</c:v>
                </c:pt>
                <c:pt idx="64">
                  <c:v>5.1283300399999998</c:v>
                </c:pt>
                <c:pt idx="65">
                  <c:v>4.2465674389999997</c:v>
                </c:pt>
                <c:pt idx="66">
                  <c:v>3.474515174</c:v>
                </c:pt>
                <c:pt idx="67">
                  <c:v>3.0649039980000001</c:v>
                </c:pt>
                <c:pt idx="68">
                  <c:v>2.7310752780000001</c:v>
                </c:pt>
                <c:pt idx="69">
                  <c:v>2.365404727</c:v>
                </c:pt>
                <c:pt idx="70">
                  <c:v>2.0208754839999998</c:v>
                </c:pt>
                <c:pt idx="71">
                  <c:v>1.808682058</c:v>
                </c:pt>
                <c:pt idx="72">
                  <c:v>1.665264812</c:v>
                </c:pt>
                <c:pt idx="73">
                  <c:v>1.511249748</c:v>
                </c:pt>
                <c:pt idx="74">
                  <c:v>1.4023404880000001</c:v>
                </c:pt>
                <c:pt idx="75">
                  <c:v>1.269208592</c:v>
                </c:pt>
                <c:pt idx="76">
                  <c:v>1.1135294600000001</c:v>
                </c:pt>
                <c:pt idx="77">
                  <c:v>0.98191358799999995</c:v>
                </c:pt>
                <c:pt idx="78">
                  <c:v>0.93178988200000001</c:v>
                </c:pt>
                <c:pt idx="79">
                  <c:v>0.87570451400000004</c:v>
                </c:pt>
                <c:pt idx="80">
                  <c:v>0.81070302699999996</c:v>
                </c:pt>
                <c:pt idx="81">
                  <c:v>0.77559260299999999</c:v>
                </c:pt>
                <c:pt idx="82">
                  <c:v>0.73740781499999997</c:v>
                </c:pt>
                <c:pt idx="83">
                  <c:v>0.76496715000000004</c:v>
                </c:pt>
                <c:pt idx="84">
                  <c:v>0.76174978699999996</c:v>
                </c:pt>
                <c:pt idx="85">
                  <c:v>0.74974681499999996</c:v>
                </c:pt>
                <c:pt idx="86">
                  <c:v>0.76144051400000001</c:v>
                </c:pt>
                <c:pt idx="87">
                  <c:v>0.77010787000000003</c:v>
                </c:pt>
                <c:pt idx="88">
                  <c:v>0.776170201</c:v>
                </c:pt>
                <c:pt idx="89">
                  <c:v>0.77673294800000003</c:v>
                </c:pt>
                <c:pt idx="90">
                  <c:v>0.83537481000000002</c:v>
                </c:pt>
                <c:pt idx="91">
                  <c:v>0.79275535699999999</c:v>
                </c:pt>
                <c:pt idx="92">
                  <c:v>0.80307337099999998</c:v>
                </c:pt>
                <c:pt idx="93">
                  <c:v>0.80937664600000003</c:v>
                </c:pt>
                <c:pt idx="94">
                  <c:v>0.81142372600000001</c:v>
                </c:pt>
                <c:pt idx="95">
                  <c:v>0.80769671200000004</c:v>
                </c:pt>
                <c:pt idx="96">
                  <c:v>0.858681264</c:v>
                </c:pt>
                <c:pt idx="97">
                  <c:v>0.83967175199999999</c:v>
                </c:pt>
                <c:pt idx="98">
                  <c:v>0.87206446900000001</c:v>
                </c:pt>
                <c:pt idx="99">
                  <c:v>0.91224271599999995</c:v>
                </c:pt>
                <c:pt idx="100">
                  <c:v>1.0735410080000001</c:v>
                </c:pt>
                <c:pt idx="101">
                  <c:v>1.277789751</c:v>
                </c:pt>
                <c:pt idx="102">
                  <c:v>1.622532766</c:v>
                </c:pt>
                <c:pt idx="103">
                  <c:v>2.0357624329999999</c:v>
                </c:pt>
                <c:pt idx="104">
                  <c:v>2.0282367190000001</c:v>
                </c:pt>
                <c:pt idx="105">
                  <c:v>2.6234047999999999</c:v>
                </c:pt>
                <c:pt idx="106">
                  <c:v>3.1243710610000002</c:v>
                </c:pt>
                <c:pt idx="107">
                  <c:v>3.6450941399999999</c:v>
                </c:pt>
                <c:pt idx="108">
                  <c:v>4.302970116</c:v>
                </c:pt>
                <c:pt idx="109">
                  <c:v>5.1270035649999999</c:v>
                </c:pt>
                <c:pt idx="110">
                  <c:v>5.9979978909999998</c:v>
                </c:pt>
                <c:pt idx="111">
                  <c:v>6.9698006650000002</c:v>
                </c:pt>
                <c:pt idx="112">
                  <c:v>7.9162517929999998</c:v>
                </c:pt>
                <c:pt idx="113">
                  <c:v>8.7914488740000003</c:v>
                </c:pt>
                <c:pt idx="114">
                  <c:v>9.5259555339999995</c:v>
                </c:pt>
                <c:pt idx="115">
                  <c:v>10.28048823</c:v>
                </c:pt>
                <c:pt idx="116">
                  <c:v>10.58229684</c:v>
                </c:pt>
                <c:pt idx="117">
                  <c:v>10.885129839999999</c:v>
                </c:pt>
                <c:pt idx="118">
                  <c:v>11.31673211</c:v>
                </c:pt>
                <c:pt idx="119">
                  <c:v>11.636625309999999</c:v>
                </c:pt>
                <c:pt idx="120">
                  <c:v>11.84095705</c:v>
                </c:pt>
                <c:pt idx="121">
                  <c:v>11.92266656</c:v>
                </c:pt>
                <c:pt idx="122">
                  <c:v>12.02807726</c:v>
                </c:pt>
                <c:pt idx="123">
                  <c:v>12.15127423</c:v>
                </c:pt>
                <c:pt idx="124">
                  <c:v>12.26373991</c:v>
                </c:pt>
                <c:pt idx="125">
                  <c:v>12.356119209999999</c:v>
                </c:pt>
                <c:pt idx="126">
                  <c:v>12.468560180000001</c:v>
                </c:pt>
                <c:pt idx="127">
                  <c:v>12.56276184</c:v>
                </c:pt>
                <c:pt idx="128">
                  <c:v>12.599131939999999</c:v>
                </c:pt>
                <c:pt idx="129">
                  <c:v>12.63914991</c:v>
                </c:pt>
                <c:pt idx="130">
                  <c:v>12.7237443</c:v>
                </c:pt>
                <c:pt idx="131">
                  <c:v>12.756671000000001</c:v>
                </c:pt>
                <c:pt idx="132">
                  <c:v>12.789311290000001</c:v>
                </c:pt>
                <c:pt idx="133">
                  <c:v>12.90331286</c:v>
                </c:pt>
                <c:pt idx="134">
                  <c:v>12.91339889</c:v>
                </c:pt>
                <c:pt idx="135">
                  <c:v>13.00302602</c:v>
                </c:pt>
                <c:pt idx="136">
                  <c:v>12.979013459999999</c:v>
                </c:pt>
                <c:pt idx="137">
                  <c:v>12.974931659999999</c:v>
                </c:pt>
                <c:pt idx="138">
                  <c:v>13.0319524</c:v>
                </c:pt>
                <c:pt idx="139">
                  <c:v>13.04445241</c:v>
                </c:pt>
                <c:pt idx="140">
                  <c:v>13.16777008</c:v>
                </c:pt>
                <c:pt idx="141">
                  <c:v>13.19875637</c:v>
                </c:pt>
                <c:pt idx="142">
                  <c:v>13.17934745</c:v>
                </c:pt>
                <c:pt idx="143">
                  <c:v>13.23070199</c:v>
                </c:pt>
                <c:pt idx="144">
                  <c:v>13.253943939999999</c:v>
                </c:pt>
                <c:pt idx="145">
                  <c:v>13.28774325</c:v>
                </c:pt>
                <c:pt idx="146">
                  <c:v>13.335465729999999</c:v>
                </c:pt>
                <c:pt idx="147">
                  <c:v>13.335083709999999</c:v>
                </c:pt>
                <c:pt idx="148">
                  <c:v>13.361022609999999</c:v>
                </c:pt>
                <c:pt idx="149">
                  <c:v>13.393817950000001</c:v>
                </c:pt>
                <c:pt idx="150">
                  <c:v>13.38435874</c:v>
                </c:pt>
                <c:pt idx="151">
                  <c:v>13.38257855</c:v>
                </c:pt>
                <c:pt idx="152">
                  <c:v>13.39236262</c:v>
                </c:pt>
                <c:pt idx="153">
                  <c:v>13.375948040000001</c:v>
                </c:pt>
                <c:pt idx="154">
                  <c:v>13.33150365</c:v>
                </c:pt>
                <c:pt idx="155">
                  <c:v>13.27481423</c:v>
                </c:pt>
                <c:pt idx="156">
                  <c:v>13.04639158</c:v>
                </c:pt>
                <c:pt idx="157">
                  <c:v>12.48253723</c:v>
                </c:pt>
                <c:pt idx="158">
                  <c:v>11.9661489</c:v>
                </c:pt>
                <c:pt idx="159">
                  <c:v>11.22301689</c:v>
                </c:pt>
                <c:pt idx="160">
                  <c:v>10.41503618</c:v>
                </c:pt>
                <c:pt idx="161">
                  <c:v>9.1873661529999993</c:v>
                </c:pt>
                <c:pt idx="162">
                  <c:v>7.612815061</c:v>
                </c:pt>
                <c:pt idx="163">
                  <c:v>6.0179095929999997</c:v>
                </c:pt>
                <c:pt idx="164">
                  <c:v>4.6288286129999996</c:v>
                </c:pt>
                <c:pt idx="165">
                  <c:v>3.6555207689999998</c:v>
                </c:pt>
                <c:pt idx="166">
                  <c:v>3.0966726449999999</c:v>
                </c:pt>
                <c:pt idx="167">
                  <c:v>2.909217253</c:v>
                </c:pt>
                <c:pt idx="168">
                  <c:v>2.6225392740000002</c:v>
                </c:pt>
                <c:pt idx="169">
                  <c:v>2.3507363429999999</c:v>
                </c:pt>
                <c:pt idx="170">
                  <c:v>2.1528827709999998</c:v>
                </c:pt>
                <c:pt idx="171">
                  <c:v>1.8438838930000001</c:v>
                </c:pt>
                <c:pt idx="172">
                  <c:v>1.5586304959999999</c:v>
                </c:pt>
                <c:pt idx="173">
                  <c:v>1.401081695</c:v>
                </c:pt>
                <c:pt idx="174">
                  <c:v>1.296312492</c:v>
                </c:pt>
                <c:pt idx="175">
                  <c:v>1.110490591</c:v>
                </c:pt>
                <c:pt idx="176">
                  <c:v>1.008826537</c:v>
                </c:pt>
                <c:pt idx="177">
                  <c:v>0.83112350999999995</c:v>
                </c:pt>
                <c:pt idx="178">
                  <c:v>0.78311246800000001</c:v>
                </c:pt>
                <c:pt idx="179">
                  <c:v>0.74076563399999995</c:v>
                </c:pt>
                <c:pt idx="180">
                  <c:v>0.76241434299999999</c:v>
                </c:pt>
                <c:pt idx="181">
                  <c:v>0.74526522299999998</c:v>
                </c:pt>
                <c:pt idx="182">
                  <c:v>0.76365881999999996</c:v>
                </c:pt>
                <c:pt idx="183">
                  <c:v>0.72665432299999999</c:v>
                </c:pt>
                <c:pt idx="184">
                  <c:v>0.69093246100000005</c:v>
                </c:pt>
                <c:pt idx="185">
                  <c:v>0.61802308399999994</c:v>
                </c:pt>
                <c:pt idx="186">
                  <c:v>0.61221701399999995</c:v>
                </c:pt>
                <c:pt idx="187">
                  <c:v>0.48538287899999999</c:v>
                </c:pt>
                <c:pt idx="188">
                  <c:v>0.46114054700000001</c:v>
                </c:pt>
                <c:pt idx="189">
                  <c:v>0.40599684800000002</c:v>
                </c:pt>
                <c:pt idx="190">
                  <c:v>0.31830581499999999</c:v>
                </c:pt>
                <c:pt idx="191">
                  <c:v>0.32835950200000003</c:v>
                </c:pt>
                <c:pt idx="192">
                  <c:v>0.422834288</c:v>
                </c:pt>
                <c:pt idx="193">
                  <c:v>0.54878538200000004</c:v>
                </c:pt>
                <c:pt idx="194">
                  <c:v>0.70651968499999995</c:v>
                </c:pt>
                <c:pt idx="195">
                  <c:v>0.90699434800000001</c:v>
                </c:pt>
                <c:pt idx="196">
                  <c:v>1.0819159739999999</c:v>
                </c:pt>
                <c:pt idx="197">
                  <c:v>1.3570624179999999</c:v>
                </c:pt>
                <c:pt idx="198">
                  <c:v>1.6529508340000001</c:v>
                </c:pt>
                <c:pt idx="199">
                  <c:v>2.1465476489999999</c:v>
                </c:pt>
                <c:pt idx="200">
                  <c:v>2.9926446250000001</c:v>
                </c:pt>
                <c:pt idx="201">
                  <c:v>3.774007568</c:v>
                </c:pt>
                <c:pt idx="202">
                  <c:v>4.4684214999999998</c:v>
                </c:pt>
                <c:pt idx="203">
                  <c:v>5.32183267</c:v>
                </c:pt>
                <c:pt idx="204">
                  <c:v>6.1455752009999998</c:v>
                </c:pt>
                <c:pt idx="205">
                  <c:v>6.7773503970000002</c:v>
                </c:pt>
                <c:pt idx="206">
                  <c:v>7.3297158910000002</c:v>
                </c:pt>
                <c:pt idx="207">
                  <c:v>7.8223023559999998</c:v>
                </c:pt>
                <c:pt idx="208">
                  <c:v>8.1248745049999993</c:v>
                </c:pt>
                <c:pt idx="209">
                  <c:v>8.6094249929999993</c:v>
                </c:pt>
                <c:pt idx="210">
                  <c:v>9.2745284290000001</c:v>
                </c:pt>
                <c:pt idx="211">
                  <c:v>9.8460277939999994</c:v>
                </c:pt>
                <c:pt idx="212">
                  <c:v>10.35196706</c:v>
                </c:pt>
                <c:pt idx="213">
                  <c:v>10.95409143</c:v>
                </c:pt>
                <c:pt idx="214">
                  <c:v>11.225012189999999</c:v>
                </c:pt>
                <c:pt idx="215">
                  <c:v>11.31671248</c:v>
                </c:pt>
                <c:pt idx="216">
                  <c:v>11.4487942</c:v>
                </c:pt>
                <c:pt idx="217">
                  <c:v>11.58500111</c:v>
                </c:pt>
                <c:pt idx="218">
                  <c:v>11.80069512</c:v>
                </c:pt>
                <c:pt idx="219">
                  <c:v>11.96533711</c:v>
                </c:pt>
                <c:pt idx="220">
                  <c:v>11.989346919999999</c:v>
                </c:pt>
                <c:pt idx="221">
                  <c:v>12.015907609999999</c:v>
                </c:pt>
                <c:pt idx="222">
                  <c:v>12.06461191</c:v>
                </c:pt>
                <c:pt idx="223">
                  <c:v>12.102581349999999</c:v>
                </c:pt>
                <c:pt idx="224">
                  <c:v>12.11482839</c:v>
                </c:pt>
                <c:pt idx="225">
                  <c:v>12.14277892</c:v>
                </c:pt>
                <c:pt idx="226">
                  <c:v>12.11548971</c:v>
                </c:pt>
                <c:pt idx="227">
                  <c:v>12.092513070000001</c:v>
                </c:pt>
                <c:pt idx="228">
                  <c:v>12.106377</c:v>
                </c:pt>
                <c:pt idx="229">
                  <c:v>12.086494800000001</c:v>
                </c:pt>
                <c:pt idx="230">
                  <c:v>12.174415290000001</c:v>
                </c:pt>
                <c:pt idx="231">
                  <c:v>12.15678874</c:v>
                </c:pt>
                <c:pt idx="232">
                  <c:v>12.19013505</c:v>
                </c:pt>
                <c:pt idx="233">
                  <c:v>12.21278916</c:v>
                </c:pt>
                <c:pt idx="234">
                  <c:v>12.23059039</c:v>
                </c:pt>
                <c:pt idx="235">
                  <c:v>12.23761367</c:v>
                </c:pt>
                <c:pt idx="236">
                  <c:v>12.251233300000001</c:v>
                </c:pt>
                <c:pt idx="237">
                  <c:v>12.266371899999999</c:v>
                </c:pt>
                <c:pt idx="238">
                  <c:v>12.195276379999999</c:v>
                </c:pt>
                <c:pt idx="239">
                  <c:v>12.213184679999999</c:v>
                </c:pt>
                <c:pt idx="240">
                  <c:v>12.20464203</c:v>
                </c:pt>
                <c:pt idx="241">
                  <c:v>12.18644025</c:v>
                </c:pt>
                <c:pt idx="242">
                  <c:v>12.15485281</c:v>
                </c:pt>
                <c:pt idx="243">
                  <c:v>11.950041519999999</c:v>
                </c:pt>
                <c:pt idx="244">
                  <c:v>11.68372181</c:v>
                </c:pt>
                <c:pt idx="245">
                  <c:v>11.33817176</c:v>
                </c:pt>
                <c:pt idx="246">
                  <c:v>10.879923420000001</c:v>
                </c:pt>
                <c:pt idx="247">
                  <c:v>10.242306839999999</c:v>
                </c:pt>
                <c:pt idx="248">
                  <c:v>9.1841120150000002</c:v>
                </c:pt>
                <c:pt idx="249">
                  <c:v>8.1230283449999998</c:v>
                </c:pt>
                <c:pt idx="250">
                  <c:v>7.0396021529999997</c:v>
                </c:pt>
                <c:pt idx="251">
                  <c:v>5.6670477679999998</c:v>
                </c:pt>
                <c:pt idx="252">
                  <c:v>4.394512185</c:v>
                </c:pt>
                <c:pt idx="253">
                  <c:v>3.610381968</c:v>
                </c:pt>
                <c:pt idx="254">
                  <c:v>3.1073801959999998</c:v>
                </c:pt>
                <c:pt idx="255">
                  <c:v>2.9096778969999999</c:v>
                </c:pt>
                <c:pt idx="256">
                  <c:v>2.772445018</c:v>
                </c:pt>
                <c:pt idx="257">
                  <c:v>2.5303072019999999</c:v>
                </c:pt>
                <c:pt idx="258">
                  <c:v>2.1659822910000002</c:v>
                </c:pt>
                <c:pt idx="259">
                  <c:v>1.844266148</c:v>
                </c:pt>
                <c:pt idx="260">
                  <c:v>1.5506628680000001</c:v>
                </c:pt>
                <c:pt idx="261">
                  <c:v>1.342261981</c:v>
                </c:pt>
                <c:pt idx="262">
                  <c:v>1.2730250599999999</c:v>
                </c:pt>
                <c:pt idx="263">
                  <c:v>1.1896369369999999</c:v>
                </c:pt>
                <c:pt idx="264">
                  <c:v>1.157263462</c:v>
                </c:pt>
                <c:pt idx="265">
                  <c:v>1.2161187870000001</c:v>
                </c:pt>
                <c:pt idx="266">
                  <c:v>1.1433128969999999</c:v>
                </c:pt>
                <c:pt idx="267">
                  <c:v>1.0843251899999999</c:v>
                </c:pt>
                <c:pt idx="268">
                  <c:v>0.97843007800000004</c:v>
                </c:pt>
                <c:pt idx="269">
                  <c:v>0.915390598</c:v>
                </c:pt>
                <c:pt idx="270">
                  <c:v>0.84969896</c:v>
                </c:pt>
                <c:pt idx="271">
                  <c:v>0.84231397100000005</c:v>
                </c:pt>
                <c:pt idx="272">
                  <c:v>0.81094761599999998</c:v>
                </c:pt>
                <c:pt idx="273">
                  <c:v>0.781938621</c:v>
                </c:pt>
                <c:pt idx="274">
                  <c:v>0.80928328599999999</c:v>
                </c:pt>
                <c:pt idx="275">
                  <c:v>0.83210021599999995</c:v>
                </c:pt>
                <c:pt idx="276">
                  <c:v>0.80807627900000001</c:v>
                </c:pt>
                <c:pt idx="277">
                  <c:v>0.77709912999999997</c:v>
                </c:pt>
                <c:pt idx="278">
                  <c:v>0.77604541699999996</c:v>
                </c:pt>
                <c:pt idx="279">
                  <c:v>0.77730112900000004</c:v>
                </c:pt>
                <c:pt idx="280">
                  <c:v>0.86722798800000001</c:v>
                </c:pt>
                <c:pt idx="281">
                  <c:v>0.86162091399999996</c:v>
                </c:pt>
                <c:pt idx="282">
                  <c:v>1.6125209490000001</c:v>
                </c:pt>
                <c:pt idx="283">
                  <c:v>2.3403462419999999</c:v>
                </c:pt>
                <c:pt idx="284">
                  <c:v>2.8678217730000002</c:v>
                </c:pt>
                <c:pt idx="285">
                  <c:v>3.2516295749999999</c:v>
                </c:pt>
                <c:pt idx="286">
                  <c:v>3.8697986499999999</c:v>
                </c:pt>
                <c:pt idx="287">
                  <c:v>4.4941563980000003</c:v>
                </c:pt>
                <c:pt idx="288">
                  <c:v>5.2795573080000002</c:v>
                </c:pt>
                <c:pt idx="289">
                  <c:v>6.0249379449999996</c:v>
                </c:pt>
                <c:pt idx="290">
                  <c:v>6.7716178779999998</c:v>
                </c:pt>
                <c:pt idx="291">
                  <c:v>7.365110724</c:v>
                </c:pt>
                <c:pt idx="292">
                  <c:v>7.9369756210000002</c:v>
                </c:pt>
                <c:pt idx="293">
                  <c:v>8.7904917749999996</c:v>
                </c:pt>
                <c:pt idx="294">
                  <c:v>9.3793897059999995</c:v>
                </c:pt>
                <c:pt idx="295">
                  <c:v>10.019528299999999</c:v>
                </c:pt>
                <c:pt idx="296">
                  <c:v>10.40495973</c:v>
                </c:pt>
                <c:pt idx="297">
                  <c:v>10.6933992</c:v>
                </c:pt>
                <c:pt idx="298">
                  <c:v>10.81092933</c:v>
                </c:pt>
                <c:pt idx="299">
                  <c:v>10.921516179999999</c:v>
                </c:pt>
                <c:pt idx="300">
                  <c:v>11.097808860000001</c:v>
                </c:pt>
                <c:pt idx="301">
                  <c:v>11.306940819999999</c:v>
                </c:pt>
                <c:pt idx="302">
                  <c:v>11.51781121</c:v>
                </c:pt>
                <c:pt idx="303">
                  <c:v>11.61041767</c:v>
                </c:pt>
                <c:pt idx="304">
                  <c:v>11.681701820000001</c:v>
                </c:pt>
                <c:pt idx="305">
                  <c:v>11.866133339999999</c:v>
                </c:pt>
                <c:pt idx="306">
                  <c:v>11.899787</c:v>
                </c:pt>
                <c:pt idx="307">
                  <c:v>11.9477624</c:v>
                </c:pt>
                <c:pt idx="308">
                  <c:v>11.97691397</c:v>
                </c:pt>
                <c:pt idx="309">
                  <c:v>12.05415254</c:v>
                </c:pt>
                <c:pt idx="310">
                  <c:v>12.15052455</c:v>
                </c:pt>
                <c:pt idx="311">
                  <c:v>12.21462</c:v>
                </c:pt>
                <c:pt idx="312">
                  <c:v>12.29149731</c:v>
                </c:pt>
                <c:pt idx="313">
                  <c:v>12.43475827</c:v>
                </c:pt>
                <c:pt idx="314">
                  <c:v>12.72736059</c:v>
                </c:pt>
                <c:pt idx="315">
                  <c:v>12.778429360000001</c:v>
                </c:pt>
                <c:pt idx="316">
                  <c:v>12.81554055</c:v>
                </c:pt>
                <c:pt idx="317">
                  <c:v>12.825679210000001</c:v>
                </c:pt>
                <c:pt idx="318">
                  <c:v>12.828094</c:v>
                </c:pt>
                <c:pt idx="319">
                  <c:v>12.885474</c:v>
                </c:pt>
                <c:pt idx="320">
                  <c:v>12.85825176</c:v>
                </c:pt>
                <c:pt idx="321">
                  <c:v>12.84437088</c:v>
                </c:pt>
                <c:pt idx="322">
                  <c:v>12.82490481</c:v>
                </c:pt>
                <c:pt idx="323">
                  <c:v>12.863388949999999</c:v>
                </c:pt>
                <c:pt idx="324">
                  <c:v>12.8247448</c:v>
                </c:pt>
                <c:pt idx="325">
                  <c:v>12.782113280000001</c:v>
                </c:pt>
                <c:pt idx="326">
                  <c:v>12.71622848</c:v>
                </c:pt>
                <c:pt idx="327">
                  <c:v>12.594235080000001</c:v>
                </c:pt>
                <c:pt idx="328">
                  <c:v>12.40336885</c:v>
                </c:pt>
                <c:pt idx="329">
                  <c:v>12.08563655</c:v>
                </c:pt>
                <c:pt idx="330">
                  <c:v>11.5030892</c:v>
                </c:pt>
                <c:pt idx="331">
                  <c:v>10.965921679999999</c:v>
                </c:pt>
                <c:pt idx="332">
                  <c:v>10.142716829999999</c:v>
                </c:pt>
                <c:pt idx="333">
                  <c:v>9.2353067529999997</c:v>
                </c:pt>
                <c:pt idx="334">
                  <c:v>8.4100306180000004</c:v>
                </c:pt>
                <c:pt idx="335">
                  <c:v>7.4983926299999997</c:v>
                </c:pt>
                <c:pt idx="336">
                  <c:v>6.6008997660000004</c:v>
                </c:pt>
                <c:pt idx="337">
                  <c:v>5.710419688</c:v>
                </c:pt>
                <c:pt idx="338">
                  <c:v>4.9076602969999996</c:v>
                </c:pt>
                <c:pt idx="339">
                  <c:v>4.2143433720000001</c:v>
                </c:pt>
                <c:pt idx="340">
                  <c:v>3.7147452460000001</c:v>
                </c:pt>
                <c:pt idx="341">
                  <c:v>3.4887191400000002</c:v>
                </c:pt>
                <c:pt idx="342">
                  <c:v>3.2448617290000001</c:v>
                </c:pt>
                <c:pt idx="343">
                  <c:v>3.0023552410000001</c:v>
                </c:pt>
                <c:pt idx="344">
                  <c:v>2.8088652440000001</c:v>
                </c:pt>
                <c:pt idx="345">
                  <c:v>2.5857947979999998</c:v>
                </c:pt>
                <c:pt idx="346">
                  <c:v>2.3506597409999999</c:v>
                </c:pt>
                <c:pt idx="347">
                  <c:v>2.1230437819999999</c:v>
                </c:pt>
                <c:pt idx="348">
                  <c:v>1.8738527979999999</c:v>
                </c:pt>
                <c:pt idx="349">
                  <c:v>1.716900238</c:v>
                </c:pt>
                <c:pt idx="350">
                  <c:v>1.55985051</c:v>
                </c:pt>
                <c:pt idx="351">
                  <c:v>1.358911124</c:v>
                </c:pt>
                <c:pt idx="352">
                  <c:v>1.1712262040000001</c:v>
                </c:pt>
                <c:pt idx="353">
                  <c:v>0.95899785299999996</c:v>
                </c:pt>
                <c:pt idx="354">
                  <c:v>0.89454199999999995</c:v>
                </c:pt>
                <c:pt idx="355">
                  <c:v>0.86545099999999997</c:v>
                </c:pt>
                <c:pt idx="356">
                  <c:v>0.85135400000000006</c:v>
                </c:pt>
                <c:pt idx="357">
                  <c:v>0.76543499999999998</c:v>
                </c:pt>
                <c:pt idx="358">
                  <c:v>0.71655400000000002</c:v>
                </c:pt>
                <c:pt idx="359">
                  <c:v>0.68754300000000002</c:v>
                </c:pt>
                <c:pt idx="360">
                  <c:v>0.64879699999999996</c:v>
                </c:pt>
                <c:pt idx="361">
                  <c:v>0.69487399999999999</c:v>
                </c:pt>
                <c:pt idx="362">
                  <c:v>0.79151300000000002</c:v>
                </c:pt>
                <c:pt idx="363">
                  <c:v>0.784354</c:v>
                </c:pt>
                <c:pt idx="364">
                  <c:v>0.81215400000000004</c:v>
                </c:pt>
                <c:pt idx="365">
                  <c:v>0.84654600000000002</c:v>
                </c:pt>
                <c:pt idx="366">
                  <c:v>0.86591177200000002</c:v>
                </c:pt>
                <c:pt idx="367">
                  <c:v>1.4042346290000001</c:v>
                </c:pt>
                <c:pt idx="368">
                  <c:v>1.6943367540000001</c:v>
                </c:pt>
                <c:pt idx="369">
                  <c:v>1.972744751</c:v>
                </c:pt>
                <c:pt idx="370">
                  <c:v>2.231440455</c:v>
                </c:pt>
                <c:pt idx="371">
                  <c:v>2.4715462010000002</c:v>
                </c:pt>
                <c:pt idx="372">
                  <c:v>2.906157071</c:v>
                </c:pt>
                <c:pt idx="373">
                  <c:v>3.5527052590000001</c:v>
                </c:pt>
                <c:pt idx="374">
                  <c:v>4.1814147549999996</c:v>
                </c:pt>
                <c:pt idx="375">
                  <c:v>4.959488458</c:v>
                </c:pt>
                <c:pt idx="376">
                  <c:v>5.7157042159999998</c:v>
                </c:pt>
                <c:pt idx="377">
                  <c:v>6.567693931</c:v>
                </c:pt>
                <c:pt idx="378">
                  <c:v>7.4513982609999996</c:v>
                </c:pt>
                <c:pt idx="379">
                  <c:v>8.410475387</c:v>
                </c:pt>
                <c:pt idx="380">
                  <c:v>9.0846538330000008</c:v>
                </c:pt>
                <c:pt idx="381">
                  <c:v>9.8155134159999999</c:v>
                </c:pt>
                <c:pt idx="382">
                  <c:v>10.30638126</c:v>
                </c:pt>
                <c:pt idx="383">
                  <c:v>10.795881039999999</c:v>
                </c:pt>
                <c:pt idx="384">
                  <c:v>11.14598391</c:v>
                </c:pt>
                <c:pt idx="385">
                  <c:v>11.49396211</c:v>
                </c:pt>
                <c:pt idx="386">
                  <c:v>11.677578710000001</c:v>
                </c:pt>
                <c:pt idx="387">
                  <c:v>11.87722638</c:v>
                </c:pt>
                <c:pt idx="388">
                  <c:v>12.04795803</c:v>
                </c:pt>
                <c:pt idx="389">
                  <c:v>12.334052549999999</c:v>
                </c:pt>
                <c:pt idx="390">
                  <c:v>12.437741620000001</c:v>
                </c:pt>
                <c:pt idx="391">
                  <c:v>12.602133050000001</c:v>
                </c:pt>
                <c:pt idx="392">
                  <c:v>12.63903833</c:v>
                </c:pt>
                <c:pt idx="393">
                  <c:v>12.74191708</c:v>
                </c:pt>
                <c:pt idx="394">
                  <c:v>13.011668520000001</c:v>
                </c:pt>
                <c:pt idx="395">
                  <c:v>13.001162730000001</c:v>
                </c:pt>
                <c:pt idx="396">
                  <c:v>12.994778309999999</c:v>
                </c:pt>
                <c:pt idx="397">
                  <c:v>12.988548590000001</c:v>
                </c:pt>
                <c:pt idx="398">
                  <c:v>12.98926604</c:v>
                </c:pt>
                <c:pt idx="399">
                  <c:v>12.98576471</c:v>
                </c:pt>
                <c:pt idx="400">
                  <c:v>12.985769660000001</c:v>
                </c:pt>
                <c:pt idx="401">
                  <c:v>12.986210489999999</c:v>
                </c:pt>
                <c:pt idx="402">
                  <c:v>12.984993940000001</c:v>
                </c:pt>
                <c:pt idx="403">
                  <c:v>12.978773929999999</c:v>
                </c:pt>
                <c:pt idx="404">
                  <c:v>12.98942295</c:v>
                </c:pt>
                <c:pt idx="405">
                  <c:v>12.90511515</c:v>
                </c:pt>
                <c:pt idx="406">
                  <c:v>12.87765929</c:v>
                </c:pt>
                <c:pt idx="407">
                  <c:v>12.87601362</c:v>
                </c:pt>
                <c:pt idx="408">
                  <c:v>12.81898133</c:v>
                </c:pt>
                <c:pt idx="409">
                  <c:v>12.784125680000001</c:v>
                </c:pt>
                <c:pt idx="410">
                  <c:v>12.745942019999999</c:v>
                </c:pt>
                <c:pt idx="411">
                  <c:v>12.664207190000001</c:v>
                </c:pt>
                <c:pt idx="412">
                  <c:v>12.29434573</c:v>
                </c:pt>
                <c:pt idx="413">
                  <c:v>12.11862955</c:v>
                </c:pt>
                <c:pt idx="414">
                  <c:v>11.51442387</c:v>
                </c:pt>
                <c:pt idx="415">
                  <c:v>11.05206729</c:v>
                </c:pt>
                <c:pt idx="416">
                  <c:v>10.43272857</c:v>
                </c:pt>
                <c:pt idx="417">
                  <c:v>9.9772749610000009</c:v>
                </c:pt>
                <c:pt idx="418">
                  <c:v>9.2809057900000003</c:v>
                </c:pt>
                <c:pt idx="419">
                  <c:v>8.7036823390000002</c:v>
                </c:pt>
                <c:pt idx="420">
                  <c:v>7.6576250239999997</c:v>
                </c:pt>
                <c:pt idx="421">
                  <c:v>6.6706714399999996</c:v>
                </c:pt>
                <c:pt idx="422">
                  <c:v>5.5434526210000001</c:v>
                </c:pt>
                <c:pt idx="423">
                  <c:v>4.6324302089999998</c:v>
                </c:pt>
                <c:pt idx="424">
                  <c:v>4.048675405</c:v>
                </c:pt>
                <c:pt idx="425">
                  <c:v>3.6811118199999999</c:v>
                </c:pt>
                <c:pt idx="426">
                  <c:v>3.3542321720000001</c:v>
                </c:pt>
                <c:pt idx="427">
                  <c:v>2.9980153550000002</c:v>
                </c:pt>
                <c:pt idx="428">
                  <c:v>2.6228556680000001</c:v>
                </c:pt>
                <c:pt idx="429">
                  <c:v>2.2459724620000001</c:v>
                </c:pt>
                <c:pt idx="430">
                  <c:v>2.0606898889999998</c:v>
                </c:pt>
                <c:pt idx="431">
                  <c:v>1.8715019879999999</c:v>
                </c:pt>
                <c:pt idx="432">
                  <c:v>1.655268494</c:v>
                </c:pt>
                <c:pt idx="433">
                  <c:v>1.436003924</c:v>
                </c:pt>
                <c:pt idx="434">
                  <c:v>1.199442492</c:v>
                </c:pt>
                <c:pt idx="435">
                  <c:v>0.88664024299999999</c:v>
                </c:pt>
                <c:pt idx="436">
                  <c:v>0.565345985</c:v>
                </c:pt>
              </c:numCache>
            </c:numRef>
          </c:xVal>
          <c:yVal>
            <c:numRef>
              <c:f>[1]Sheet1!$T$2:$T$1293</c:f>
              <c:numCache>
                <c:formatCode>General</c:formatCode>
                <c:ptCount val="1292"/>
                <c:pt idx="1">
                  <c:v>91.43822999999999</c:v>
                </c:pt>
                <c:pt idx="2">
                  <c:v>91.469450000000009</c:v>
                </c:pt>
                <c:pt idx="3">
                  <c:v>91.497870000000006</c:v>
                </c:pt>
                <c:pt idx="4">
                  <c:v>91.520089999999996</c:v>
                </c:pt>
                <c:pt idx="5">
                  <c:v>91.540769999999995</c:v>
                </c:pt>
                <c:pt idx="6">
                  <c:v>91.526700000000005</c:v>
                </c:pt>
                <c:pt idx="7">
                  <c:v>91.518810000000002</c:v>
                </c:pt>
                <c:pt idx="8">
                  <c:v>91.510499999999993</c:v>
                </c:pt>
                <c:pt idx="9">
                  <c:v>91.504279999999994</c:v>
                </c:pt>
                <c:pt idx="10">
                  <c:v>91.517219999999995</c:v>
                </c:pt>
                <c:pt idx="11">
                  <c:v>91.675470000000004</c:v>
                </c:pt>
                <c:pt idx="12">
                  <c:v>91.679359999999988</c:v>
                </c:pt>
                <c:pt idx="13">
                  <c:v>91.767959999999988</c:v>
                </c:pt>
                <c:pt idx="14">
                  <c:v>91.854320000000001</c:v>
                </c:pt>
                <c:pt idx="15">
                  <c:v>92.07208</c:v>
                </c:pt>
                <c:pt idx="16">
                  <c:v>92.391070000000013</c:v>
                </c:pt>
                <c:pt idx="17">
                  <c:v>92.610620000000011</c:v>
                </c:pt>
                <c:pt idx="18">
                  <c:v>92.647429999999986</c:v>
                </c:pt>
                <c:pt idx="19">
                  <c:v>92.514929999999993</c:v>
                </c:pt>
                <c:pt idx="20">
                  <c:v>92.792010000000005</c:v>
                </c:pt>
                <c:pt idx="21">
                  <c:v>92.727140000000006</c:v>
                </c:pt>
                <c:pt idx="22">
                  <c:v>92.717810000000014</c:v>
                </c:pt>
                <c:pt idx="23">
                  <c:v>92.986829999999998</c:v>
                </c:pt>
                <c:pt idx="24">
                  <c:v>92.916910000000001</c:v>
                </c:pt>
                <c:pt idx="25">
                  <c:v>93.085669999999993</c:v>
                </c:pt>
                <c:pt idx="26">
                  <c:v>93.179130000000015</c:v>
                </c:pt>
                <c:pt idx="27">
                  <c:v>93.007080000000002</c:v>
                </c:pt>
                <c:pt idx="28">
                  <c:v>93.142300000000006</c:v>
                </c:pt>
                <c:pt idx="29">
                  <c:v>93.204209999999989</c:v>
                </c:pt>
                <c:pt idx="30">
                  <c:v>93.112300000000005</c:v>
                </c:pt>
                <c:pt idx="31">
                  <c:v>93.116029999999995</c:v>
                </c:pt>
                <c:pt idx="32">
                  <c:v>93.218519999999998</c:v>
                </c:pt>
                <c:pt idx="33">
                  <c:v>93.16019</c:v>
                </c:pt>
                <c:pt idx="34">
                  <c:v>93.095890000000011</c:v>
                </c:pt>
                <c:pt idx="35">
                  <c:v>93.117379999999997</c:v>
                </c:pt>
                <c:pt idx="36">
                  <c:v>93.164709999999999</c:v>
                </c:pt>
                <c:pt idx="37">
                  <c:v>93.020980000000009</c:v>
                </c:pt>
                <c:pt idx="38">
                  <c:v>93.115819999999999</c:v>
                </c:pt>
                <c:pt idx="39">
                  <c:v>93.270520000000005</c:v>
                </c:pt>
                <c:pt idx="40">
                  <c:v>93.343260000000015</c:v>
                </c:pt>
                <c:pt idx="41">
                  <c:v>93.230530000000002</c:v>
                </c:pt>
                <c:pt idx="42">
                  <c:v>93.280999999999992</c:v>
                </c:pt>
                <c:pt idx="43">
                  <c:v>93.320149999999998</c:v>
                </c:pt>
                <c:pt idx="44">
                  <c:v>93.376289999999997</c:v>
                </c:pt>
                <c:pt idx="45">
                  <c:v>93.4</c:v>
                </c:pt>
                <c:pt idx="46">
                  <c:v>93.333460000000002</c:v>
                </c:pt>
                <c:pt idx="47">
                  <c:v>93.281059999999997</c:v>
                </c:pt>
                <c:pt idx="48">
                  <c:v>93.240839999999992</c:v>
                </c:pt>
                <c:pt idx="49">
                  <c:v>93.32629</c:v>
                </c:pt>
                <c:pt idx="50">
                  <c:v>93.455840000000009</c:v>
                </c:pt>
                <c:pt idx="51">
                  <c:v>93.43329</c:v>
                </c:pt>
                <c:pt idx="52">
                  <c:v>93.413389999999993</c:v>
                </c:pt>
                <c:pt idx="53">
                  <c:v>93.404840000000007</c:v>
                </c:pt>
                <c:pt idx="54">
                  <c:v>93.370159999999998</c:v>
                </c:pt>
                <c:pt idx="55">
                  <c:v>93.431539999999998</c:v>
                </c:pt>
                <c:pt idx="56">
                  <c:v>93.405489999999986</c:v>
                </c:pt>
                <c:pt idx="57">
                  <c:v>93.39833999999999</c:v>
                </c:pt>
                <c:pt idx="58">
                  <c:v>93.396039999999999</c:v>
                </c:pt>
                <c:pt idx="59">
                  <c:v>93.380810000000011</c:v>
                </c:pt>
                <c:pt idx="60">
                  <c:v>93.38485</c:v>
                </c:pt>
                <c:pt idx="61">
                  <c:v>93.387019999999993</c:v>
                </c:pt>
                <c:pt idx="62">
                  <c:v>93.37621</c:v>
                </c:pt>
                <c:pt idx="63">
                  <c:v>93.367789999999999</c:v>
                </c:pt>
                <c:pt idx="64">
                  <c:v>93.32762000000001</c:v>
                </c:pt>
                <c:pt idx="65">
                  <c:v>93.40016</c:v>
                </c:pt>
                <c:pt idx="66">
                  <c:v>93.325890000000001</c:v>
                </c:pt>
                <c:pt idx="67">
                  <c:v>93.497249999999994</c:v>
                </c:pt>
                <c:pt idx="68">
                  <c:v>93.510649999999998</c:v>
                </c:pt>
                <c:pt idx="69">
                  <c:v>93.38843</c:v>
                </c:pt>
                <c:pt idx="70">
                  <c:v>93.104460000000003</c:v>
                </c:pt>
                <c:pt idx="71">
                  <c:v>93.106380000000001</c:v>
                </c:pt>
                <c:pt idx="72">
                  <c:v>93.094509999999985</c:v>
                </c:pt>
                <c:pt idx="73">
                  <c:v>93.272049999999993</c:v>
                </c:pt>
                <c:pt idx="74">
                  <c:v>92.92934000000001</c:v>
                </c:pt>
                <c:pt idx="75">
                  <c:v>93.018590000000003</c:v>
                </c:pt>
                <c:pt idx="76">
                  <c:v>92.986439999999988</c:v>
                </c:pt>
                <c:pt idx="77">
                  <c:v>92.976030000000009</c:v>
                </c:pt>
                <c:pt idx="78">
                  <c:v>92.846030000000013</c:v>
                </c:pt>
                <c:pt idx="79">
                  <c:v>92.61618</c:v>
                </c:pt>
                <c:pt idx="80">
                  <c:v>92.518280000000004</c:v>
                </c:pt>
                <c:pt idx="81">
                  <c:v>92.439820000000012</c:v>
                </c:pt>
                <c:pt idx="82">
                  <c:v>92.402739999999994</c:v>
                </c:pt>
                <c:pt idx="83">
                  <c:v>92.519899999999993</c:v>
                </c:pt>
                <c:pt idx="84">
                  <c:v>92.230289999999997</c:v>
                </c:pt>
                <c:pt idx="85">
                  <c:v>92.170810000000003</c:v>
                </c:pt>
                <c:pt idx="86">
                  <c:v>92.23857000000001</c:v>
                </c:pt>
                <c:pt idx="87">
                  <c:v>92.048240000000007</c:v>
                </c:pt>
                <c:pt idx="88">
                  <c:v>91.910240000000002</c:v>
                </c:pt>
                <c:pt idx="89">
                  <c:v>91.803269999999998</c:v>
                </c:pt>
                <c:pt idx="90">
                  <c:v>91.803510000000003</c:v>
                </c:pt>
                <c:pt idx="91">
                  <c:v>91.780320000000003</c:v>
                </c:pt>
                <c:pt idx="92">
                  <c:v>91.91574</c:v>
                </c:pt>
                <c:pt idx="93">
                  <c:v>91.719200000000001</c:v>
                </c:pt>
                <c:pt idx="94">
                  <c:v>91.825130000000001</c:v>
                </c:pt>
                <c:pt idx="95">
                  <c:v>91.66377</c:v>
                </c:pt>
                <c:pt idx="96">
                  <c:v>91.63843</c:v>
                </c:pt>
                <c:pt idx="97">
                  <c:v>91.622009999999989</c:v>
                </c:pt>
                <c:pt idx="98">
                  <c:v>91.569000000000003</c:v>
                </c:pt>
                <c:pt idx="99">
                  <c:v>91.598539999999986</c:v>
                </c:pt>
                <c:pt idx="100">
                  <c:v>91.585049999999995</c:v>
                </c:pt>
                <c:pt idx="101">
                  <c:v>91.729299999999995</c:v>
                </c:pt>
                <c:pt idx="102">
                  <c:v>91.669690000000003</c:v>
                </c:pt>
                <c:pt idx="103">
                  <c:v>91.627579999999995</c:v>
                </c:pt>
                <c:pt idx="104">
                  <c:v>91.564490000000006</c:v>
                </c:pt>
                <c:pt idx="105">
                  <c:v>91.525419999999997</c:v>
                </c:pt>
                <c:pt idx="106">
                  <c:v>91.491430000000008</c:v>
                </c:pt>
                <c:pt idx="107">
                  <c:v>91.467779999999991</c:v>
                </c:pt>
                <c:pt idx="108">
                  <c:v>91.47838999999999</c:v>
                </c:pt>
                <c:pt idx="109">
                  <c:v>91.486000000000004</c:v>
                </c:pt>
                <c:pt idx="110">
                  <c:v>91.428049999999985</c:v>
                </c:pt>
                <c:pt idx="111">
                  <c:v>91.642170000000007</c:v>
                </c:pt>
                <c:pt idx="112">
                  <c:v>91.702580000000012</c:v>
                </c:pt>
                <c:pt idx="113">
                  <c:v>91.789569999999998</c:v>
                </c:pt>
                <c:pt idx="114">
                  <c:v>91.907470000000004</c:v>
                </c:pt>
                <c:pt idx="115">
                  <c:v>92.074580000000012</c:v>
                </c:pt>
                <c:pt idx="116">
                  <c:v>92.233499999999992</c:v>
                </c:pt>
                <c:pt idx="117">
                  <c:v>92.32978</c:v>
                </c:pt>
                <c:pt idx="118">
                  <c:v>92.298150000000007</c:v>
                </c:pt>
                <c:pt idx="119">
                  <c:v>92.464209999999994</c:v>
                </c:pt>
                <c:pt idx="120">
                  <c:v>92.610109999999992</c:v>
                </c:pt>
                <c:pt idx="121">
                  <c:v>92.696970000000007</c:v>
                </c:pt>
                <c:pt idx="122">
                  <c:v>92.515990000000002</c:v>
                </c:pt>
                <c:pt idx="123">
                  <c:v>92.585750000000004</c:v>
                </c:pt>
                <c:pt idx="124">
                  <c:v>92.897919999999999</c:v>
                </c:pt>
                <c:pt idx="125">
                  <c:v>92.692390000000003</c:v>
                </c:pt>
                <c:pt idx="126">
                  <c:v>92.811190000000011</c:v>
                </c:pt>
                <c:pt idx="127">
                  <c:v>93.076480000000004</c:v>
                </c:pt>
                <c:pt idx="128">
                  <c:v>93.08202</c:v>
                </c:pt>
                <c:pt idx="129">
                  <c:v>92.954769999999996</c:v>
                </c:pt>
                <c:pt idx="130">
                  <c:v>92.941249999999997</c:v>
                </c:pt>
                <c:pt idx="131">
                  <c:v>92.905379999999994</c:v>
                </c:pt>
                <c:pt idx="132">
                  <c:v>92.9255</c:v>
                </c:pt>
                <c:pt idx="133">
                  <c:v>92.943920000000006</c:v>
                </c:pt>
                <c:pt idx="134">
                  <c:v>92.996359999999996</c:v>
                </c:pt>
                <c:pt idx="135">
                  <c:v>92.954170000000005</c:v>
                </c:pt>
                <c:pt idx="136">
                  <c:v>92.912320000000008</c:v>
                </c:pt>
                <c:pt idx="137">
                  <c:v>92.972649999999987</c:v>
                </c:pt>
                <c:pt idx="138">
                  <c:v>93.025420000000011</c:v>
                </c:pt>
                <c:pt idx="139">
                  <c:v>93.06814</c:v>
                </c:pt>
                <c:pt idx="140">
                  <c:v>92.968159999999997</c:v>
                </c:pt>
                <c:pt idx="141">
                  <c:v>92.892980000000009</c:v>
                </c:pt>
                <c:pt idx="142">
                  <c:v>93.012130000000013</c:v>
                </c:pt>
                <c:pt idx="143">
                  <c:v>92.872350000000012</c:v>
                </c:pt>
                <c:pt idx="144">
                  <c:v>92.829540000000009</c:v>
                </c:pt>
                <c:pt idx="145">
                  <c:v>92.786030000000011</c:v>
                </c:pt>
                <c:pt idx="146">
                  <c:v>92.743400000000008</c:v>
                </c:pt>
                <c:pt idx="147">
                  <c:v>92.948869999999999</c:v>
                </c:pt>
                <c:pt idx="148">
                  <c:v>92.954089999999994</c:v>
                </c:pt>
                <c:pt idx="149">
                  <c:v>92.955369999999988</c:v>
                </c:pt>
                <c:pt idx="150">
                  <c:v>93.190880000000007</c:v>
                </c:pt>
                <c:pt idx="151">
                  <c:v>92.962980000000002</c:v>
                </c:pt>
                <c:pt idx="152">
                  <c:v>93.044089999999997</c:v>
                </c:pt>
                <c:pt idx="153">
                  <c:v>93.02901</c:v>
                </c:pt>
                <c:pt idx="154">
                  <c:v>93.078879999999998</c:v>
                </c:pt>
                <c:pt idx="155">
                  <c:v>93.120809999999992</c:v>
                </c:pt>
                <c:pt idx="156">
                  <c:v>93.152940000000001</c:v>
                </c:pt>
                <c:pt idx="157">
                  <c:v>93.178079999999994</c:v>
                </c:pt>
                <c:pt idx="158">
                  <c:v>93.186859999999996</c:v>
                </c:pt>
                <c:pt idx="159">
                  <c:v>93.140680000000003</c:v>
                </c:pt>
                <c:pt idx="160">
                  <c:v>93.251390000000001</c:v>
                </c:pt>
                <c:pt idx="161">
                  <c:v>93.120449999999991</c:v>
                </c:pt>
                <c:pt idx="162">
                  <c:v>92.931139999999999</c:v>
                </c:pt>
                <c:pt idx="163">
                  <c:v>93.048739999999995</c:v>
                </c:pt>
                <c:pt idx="164">
                  <c:v>92.952480000000008</c:v>
                </c:pt>
                <c:pt idx="165">
                  <c:v>92.931129999999996</c:v>
                </c:pt>
                <c:pt idx="166">
                  <c:v>93.032970000000006</c:v>
                </c:pt>
                <c:pt idx="167">
                  <c:v>92.947299999999998</c:v>
                </c:pt>
                <c:pt idx="168">
                  <c:v>92.888319999999993</c:v>
                </c:pt>
                <c:pt idx="169">
                  <c:v>92.924840000000003</c:v>
                </c:pt>
                <c:pt idx="170">
                  <c:v>92.76348999999999</c:v>
                </c:pt>
                <c:pt idx="171">
                  <c:v>92.728009999999998</c:v>
                </c:pt>
                <c:pt idx="172">
                  <c:v>92.690280000000001</c:v>
                </c:pt>
                <c:pt idx="173">
                  <c:v>92.504199999999997</c:v>
                </c:pt>
                <c:pt idx="174">
                  <c:v>92.426439999999999</c:v>
                </c:pt>
                <c:pt idx="175">
                  <c:v>92.517189999999999</c:v>
                </c:pt>
                <c:pt idx="176">
                  <c:v>92.231740000000002</c:v>
                </c:pt>
                <c:pt idx="177">
                  <c:v>92.329190000000011</c:v>
                </c:pt>
                <c:pt idx="178">
                  <c:v>92.05519000000001</c:v>
                </c:pt>
                <c:pt idx="179">
                  <c:v>92.164300000000011</c:v>
                </c:pt>
                <c:pt idx="180">
                  <c:v>92.022539999999992</c:v>
                </c:pt>
                <c:pt idx="181">
                  <c:v>91.911259999999999</c:v>
                </c:pt>
                <c:pt idx="182">
                  <c:v>91.804780000000008</c:v>
                </c:pt>
                <c:pt idx="183">
                  <c:v>91.785340000000005</c:v>
                </c:pt>
                <c:pt idx="184">
                  <c:v>91.624979999999994</c:v>
                </c:pt>
                <c:pt idx="185">
                  <c:v>91.614640000000009</c:v>
                </c:pt>
                <c:pt idx="186">
                  <c:v>91.68159</c:v>
                </c:pt>
                <c:pt idx="187">
                  <c:v>91.445250000000001</c:v>
                </c:pt>
                <c:pt idx="188">
                  <c:v>91.499809999999997</c:v>
                </c:pt>
                <c:pt idx="189">
                  <c:v>91.466709999999992</c:v>
                </c:pt>
                <c:pt idx="190">
                  <c:v>91.472560000000001</c:v>
                </c:pt>
                <c:pt idx="191">
                  <c:v>91.52861</c:v>
                </c:pt>
                <c:pt idx="192">
                  <c:v>91.296769999999995</c:v>
                </c:pt>
                <c:pt idx="193">
                  <c:v>91.232100000000003</c:v>
                </c:pt>
                <c:pt idx="194">
                  <c:v>91.24893999999999</c:v>
                </c:pt>
                <c:pt idx="195">
                  <c:v>91.330010000000001</c:v>
                </c:pt>
                <c:pt idx="196">
                  <c:v>91.176069999999996</c:v>
                </c:pt>
                <c:pt idx="197">
                  <c:v>91.131220000000013</c:v>
                </c:pt>
                <c:pt idx="198">
                  <c:v>91.166870000000003</c:v>
                </c:pt>
                <c:pt idx="199">
                  <c:v>91.063040000000001</c:v>
                </c:pt>
                <c:pt idx="200">
                  <c:v>91.031040000000004</c:v>
                </c:pt>
                <c:pt idx="201">
                  <c:v>91.002989999999997</c:v>
                </c:pt>
                <c:pt idx="202">
                  <c:v>91.155799999999999</c:v>
                </c:pt>
                <c:pt idx="203">
                  <c:v>91</c:v>
                </c:pt>
                <c:pt idx="204">
                  <c:v>91.13776</c:v>
                </c:pt>
                <c:pt idx="205">
                  <c:v>91.164090000000016</c:v>
                </c:pt>
                <c:pt idx="206">
                  <c:v>91.112400000000008</c:v>
                </c:pt>
                <c:pt idx="207">
                  <c:v>91.295050000000003</c:v>
                </c:pt>
                <c:pt idx="208">
                  <c:v>91.433880000000002</c:v>
                </c:pt>
                <c:pt idx="209">
                  <c:v>91.614299999999986</c:v>
                </c:pt>
                <c:pt idx="210">
                  <c:v>91.791160000000005</c:v>
                </c:pt>
                <c:pt idx="211">
                  <c:v>91.951129999999992</c:v>
                </c:pt>
                <c:pt idx="212">
                  <c:v>91.97278</c:v>
                </c:pt>
                <c:pt idx="213">
                  <c:v>92.239100000000008</c:v>
                </c:pt>
                <c:pt idx="214">
                  <c:v>92.197639999999993</c:v>
                </c:pt>
                <c:pt idx="215">
                  <c:v>92.397930000000002</c:v>
                </c:pt>
                <c:pt idx="216">
                  <c:v>92.418509999999998</c:v>
                </c:pt>
                <c:pt idx="217">
                  <c:v>92.44511</c:v>
                </c:pt>
                <c:pt idx="218">
                  <c:v>92.594949999999997</c:v>
                </c:pt>
                <c:pt idx="219">
                  <c:v>92.768110000000007</c:v>
                </c:pt>
                <c:pt idx="220">
                  <c:v>92.750990000000002</c:v>
                </c:pt>
                <c:pt idx="221">
                  <c:v>92.749279999999999</c:v>
                </c:pt>
                <c:pt idx="222">
                  <c:v>92.827249999999992</c:v>
                </c:pt>
                <c:pt idx="223">
                  <c:v>92.995499999999993</c:v>
                </c:pt>
                <c:pt idx="224">
                  <c:v>93.17949999999999</c:v>
                </c:pt>
                <c:pt idx="225">
                  <c:v>93.180779999999999</c:v>
                </c:pt>
                <c:pt idx="226">
                  <c:v>93.123310000000004</c:v>
                </c:pt>
                <c:pt idx="227">
                  <c:v>92.977989999999991</c:v>
                </c:pt>
                <c:pt idx="228">
                  <c:v>92.975150000000014</c:v>
                </c:pt>
                <c:pt idx="229">
                  <c:v>93.152100000000004</c:v>
                </c:pt>
                <c:pt idx="230">
                  <c:v>93.162049999999994</c:v>
                </c:pt>
                <c:pt idx="231">
                  <c:v>93.089169999999996</c:v>
                </c:pt>
                <c:pt idx="232">
                  <c:v>93.151229999999998</c:v>
                </c:pt>
                <c:pt idx="233">
                  <c:v>93.099640000000008</c:v>
                </c:pt>
                <c:pt idx="234">
                  <c:v>93.137540000000001</c:v>
                </c:pt>
                <c:pt idx="235">
                  <c:v>93.105559999999997</c:v>
                </c:pt>
                <c:pt idx="236">
                  <c:v>93.225750000000005</c:v>
                </c:pt>
                <c:pt idx="237">
                  <c:v>93.223109999999991</c:v>
                </c:pt>
                <c:pt idx="238">
                  <c:v>93.253520000000009</c:v>
                </c:pt>
                <c:pt idx="239">
                  <c:v>93.276070000000004</c:v>
                </c:pt>
                <c:pt idx="240">
                  <c:v>93.355180000000004</c:v>
                </c:pt>
                <c:pt idx="241">
                  <c:v>93.375140000000002</c:v>
                </c:pt>
                <c:pt idx="242">
                  <c:v>93.416689999999988</c:v>
                </c:pt>
                <c:pt idx="243">
                  <c:v>93.452230000000014</c:v>
                </c:pt>
                <c:pt idx="244">
                  <c:v>93.445230000000009</c:v>
                </c:pt>
                <c:pt idx="245">
                  <c:v>93.441759999999988</c:v>
                </c:pt>
                <c:pt idx="246">
                  <c:v>93.389849999999996</c:v>
                </c:pt>
                <c:pt idx="247">
                  <c:v>93.396810000000002</c:v>
                </c:pt>
                <c:pt idx="248">
                  <c:v>93.408239999999992</c:v>
                </c:pt>
                <c:pt idx="249">
                  <c:v>93.360679999999988</c:v>
                </c:pt>
                <c:pt idx="250">
                  <c:v>93.368549999999999</c:v>
                </c:pt>
                <c:pt idx="251">
                  <c:v>93.442000000000007</c:v>
                </c:pt>
                <c:pt idx="252">
                  <c:v>93.267699999999991</c:v>
                </c:pt>
                <c:pt idx="253">
                  <c:v>93.462700000000012</c:v>
                </c:pt>
                <c:pt idx="254">
                  <c:v>93.452870000000004</c:v>
                </c:pt>
                <c:pt idx="255">
                  <c:v>93.450760000000002</c:v>
                </c:pt>
                <c:pt idx="256">
                  <c:v>93.447370000000006</c:v>
                </c:pt>
                <c:pt idx="257">
                  <c:v>93.420529999999999</c:v>
                </c:pt>
                <c:pt idx="258">
                  <c:v>93.425209999999993</c:v>
                </c:pt>
                <c:pt idx="259">
                  <c:v>93.426770000000005</c:v>
                </c:pt>
                <c:pt idx="260">
                  <c:v>93.430250000000001</c:v>
                </c:pt>
                <c:pt idx="261">
                  <c:v>93.432910000000007</c:v>
                </c:pt>
                <c:pt idx="262">
                  <c:v>93.410439999999994</c:v>
                </c:pt>
                <c:pt idx="263">
                  <c:v>93.491700000000009</c:v>
                </c:pt>
                <c:pt idx="264">
                  <c:v>93.417299999999997</c:v>
                </c:pt>
                <c:pt idx="265">
                  <c:v>93.480629999999991</c:v>
                </c:pt>
                <c:pt idx="266">
                  <c:v>93.299120000000002</c:v>
                </c:pt>
                <c:pt idx="267">
                  <c:v>93.357119999999995</c:v>
                </c:pt>
                <c:pt idx="268">
                  <c:v>93.161450000000002</c:v>
                </c:pt>
                <c:pt idx="269">
                  <c:v>93.136560000000003</c:v>
                </c:pt>
                <c:pt idx="270">
                  <c:v>93.099860000000007</c:v>
                </c:pt>
                <c:pt idx="271">
                  <c:v>92.960470000000001</c:v>
                </c:pt>
                <c:pt idx="272">
                  <c:v>92.670630000000003</c:v>
                </c:pt>
                <c:pt idx="273">
                  <c:v>92.856450000000009</c:v>
                </c:pt>
                <c:pt idx="274">
                  <c:v>92.796540000000007</c:v>
                </c:pt>
                <c:pt idx="275">
                  <c:v>92.451580000000007</c:v>
                </c:pt>
                <c:pt idx="276">
                  <c:v>92.297429999999991</c:v>
                </c:pt>
                <c:pt idx="277">
                  <c:v>92.329380000000015</c:v>
                </c:pt>
                <c:pt idx="278">
                  <c:v>92.206159999999997</c:v>
                </c:pt>
                <c:pt idx="279">
                  <c:v>92.199839999999995</c:v>
                </c:pt>
                <c:pt idx="280">
                  <c:v>92.013079999999988</c:v>
                </c:pt>
                <c:pt idx="281">
                  <c:v>91.968760000000003</c:v>
                </c:pt>
                <c:pt idx="282">
                  <c:v>91.795120000000011</c:v>
                </c:pt>
                <c:pt idx="283">
                  <c:v>91.780439999999999</c:v>
                </c:pt>
                <c:pt idx="284">
                  <c:v>91.697059999999993</c:v>
                </c:pt>
                <c:pt idx="285">
                  <c:v>91.506710000000012</c:v>
                </c:pt>
                <c:pt idx="286">
                  <c:v>91.508730000000014</c:v>
                </c:pt>
                <c:pt idx="287">
                  <c:v>91.531579999999991</c:v>
                </c:pt>
                <c:pt idx="288">
                  <c:v>91.66395</c:v>
                </c:pt>
                <c:pt idx="289">
                  <c:v>91.562210000000007</c:v>
                </c:pt>
                <c:pt idx="290">
                  <c:v>91.482370000000003</c:v>
                </c:pt>
                <c:pt idx="291">
                  <c:v>91.421530000000004</c:v>
                </c:pt>
                <c:pt idx="292">
                  <c:v>91.367419999999996</c:v>
                </c:pt>
                <c:pt idx="293">
                  <c:v>91.313209999999998</c:v>
                </c:pt>
                <c:pt idx="294">
                  <c:v>91.234070000000003</c:v>
                </c:pt>
                <c:pt idx="295">
                  <c:v>91.441870000000009</c:v>
                </c:pt>
                <c:pt idx="296">
                  <c:v>91.340810000000005</c:v>
                </c:pt>
                <c:pt idx="297">
                  <c:v>91.262180000000001</c:v>
                </c:pt>
                <c:pt idx="298">
                  <c:v>91.289850000000001</c:v>
                </c:pt>
                <c:pt idx="299">
                  <c:v>91.311280000000011</c:v>
                </c:pt>
                <c:pt idx="300">
                  <c:v>91.311120000000003</c:v>
                </c:pt>
                <c:pt idx="301">
                  <c:v>91.420720000000003</c:v>
                </c:pt>
                <c:pt idx="302">
                  <c:v>91.389669999999995</c:v>
                </c:pt>
                <c:pt idx="303">
                  <c:v>91.523559999999989</c:v>
                </c:pt>
                <c:pt idx="304">
                  <c:v>91.718600000000009</c:v>
                </c:pt>
                <c:pt idx="305">
                  <c:v>92.105940000000004</c:v>
                </c:pt>
                <c:pt idx="306">
                  <c:v>92.332009999999997</c:v>
                </c:pt>
                <c:pt idx="307">
                  <c:v>92.374470000000002</c:v>
                </c:pt>
                <c:pt idx="308">
                  <c:v>92.647680000000008</c:v>
                </c:pt>
                <c:pt idx="309">
                  <c:v>92.671179999999993</c:v>
                </c:pt>
                <c:pt idx="310">
                  <c:v>92.833939999999998</c:v>
                </c:pt>
                <c:pt idx="311">
                  <c:v>92.900899999999993</c:v>
                </c:pt>
                <c:pt idx="312">
                  <c:v>92.980940000000004</c:v>
                </c:pt>
                <c:pt idx="313">
                  <c:v>92.89564</c:v>
                </c:pt>
                <c:pt idx="314">
                  <c:v>92.915750000000003</c:v>
                </c:pt>
                <c:pt idx="315">
                  <c:v>92.965769999999992</c:v>
                </c:pt>
                <c:pt idx="316">
                  <c:v>93.146350000000012</c:v>
                </c:pt>
                <c:pt idx="317">
                  <c:v>93.058630000000008</c:v>
                </c:pt>
                <c:pt idx="318">
                  <c:v>93.144319999999993</c:v>
                </c:pt>
                <c:pt idx="319">
                  <c:v>93.340630000000004</c:v>
                </c:pt>
                <c:pt idx="320">
                  <c:v>93.229950000000002</c:v>
                </c:pt>
                <c:pt idx="321">
                  <c:v>93.29670999999999</c:v>
                </c:pt>
                <c:pt idx="322">
                  <c:v>93.349189999999993</c:v>
                </c:pt>
                <c:pt idx="323">
                  <c:v>93.263739999999999</c:v>
                </c:pt>
                <c:pt idx="324">
                  <c:v>93.288129999999995</c:v>
                </c:pt>
                <c:pt idx="325">
                  <c:v>93.273899999999998</c:v>
                </c:pt>
                <c:pt idx="326">
                  <c:v>93.145989999999998</c:v>
                </c:pt>
                <c:pt idx="327">
                  <c:v>93.193330000000003</c:v>
                </c:pt>
                <c:pt idx="328">
                  <c:v>93.154640000000001</c:v>
                </c:pt>
                <c:pt idx="329">
                  <c:v>93.120249999999999</c:v>
                </c:pt>
                <c:pt idx="330">
                  <c:v>93.138819999999996</c:v>
                </c:pt>
                <c:pt idx="331">
                  <c:v>93.25336999999999</c:v>
                </c:pt>
                <c:pt idx="332">
                  <c:v>93.216999999999999</c:v>
                </c:pt>
                <c:pt idx="333">
                  <c:v>93.222629999999995</c:v>
                </c:pt>
                <c:pt idx="334">
                  <c:v>93.199389999999994</c:v>
                </c:pt>
                <c:pt idx="335">
                  <c:v>93.182490000000001</c:v>
                </c:pt>
                <c:pt idx="336">
                  <c:v>93.163260000000008</c:v>
                </c:pt>
                <c:pt idx="337">
                  <c:v>93.150320000000008</c:v>
                </c:pt>
                <c:pt idx="338">
                  <c:v>93.136319999999998</c:v>
                </c:pt>
                <c:pt idx="339">
                  <c:v>93.128960000000006</c:v>
                </c:pt>
                <c:pt idx="340">
                  <c:v>93.126710000000003</c:v>
                </c:pt>
                <c:pt idx="341">
                  <c:v>93.139690000000002</c:v>
                </c:pt>
                <c:pt idx="342">
                  <c:v>93.143419999999992</c:v>
                </c:pt>
                <c:pt idx="343">
                  <c:v>93.146799999999985</c:v>
                </c:pt>
                <c:pt idx="344">
                  <c:v>93.149820000000005</c:v>
                </c:pt>
                <c:pt idx="345">
                  <c:v>93.156639999999996</c:v>
                </c:pt>
                <c:pt idx="346">
                  <c:v>93.15034</c:v>
                </c:pt>
                <c:pt idx="347">
                  <c:v>93.142580000000009</c:v>
                </c:pt>
                <c:pt idx="348">
                  <c:v>93.12079</c:v>
                </c:pt>
                <c:pt idx="349">
                  <c:v>93.10508999999999</c:v>
                </c:pt>
                <c:pt idx="350">
                  <c:v>93.115369999999999</c:v>
                </c:pt>
                <c:pt idx="351">
                  <c:v>93.134990000000002</c:v>
                </c:pt>
                <c:pt idx="352">
                  <c:v>93.170009999999991</c:v>
                </c:pt>
                <c:pt idx="353">
                  <c:v>92.937259999999995</c:v>
                </c:pt>
                <c:pt idx="354">
                  <c:v>93.308420000000012</c:v>
                </c:pt>
                <c:pt idx="355">
                  <c:v>93.043639999999996</c:v>
                </c:pt>
                <c:pt idx="356">
                  <c:v>93.102119999999999</c:v>
                </c:pt>
                <c:pt idx="357">
                  <c:v>92.924659999999989</c:v>
                </c:pt>
                <c:pt idx="358">
                  <c:v>92.904429999999991</c:v>
                </c:pt>
                <c:pt idx="359">
                  <c:v>92.895929999999993</c:v>
                </c:pt>
                <c:pt idx="360">
                  <c:v>92.70232</c:v>
                </c:pt>
                <c:pt idx="361">
                  <c:v>92.682389999999998</c:v>
                </c:pt>
                <c:pt idx="362">
                  <c:v>92.448210000000003</c:v>
                </c:pt>
                <c:pt idx="363">
                  <c:v>92.268550000000005</c:v>
                </c:pt>
                <c:pt idx="364">
                  <c:v>92.496170000000006</c:v>
                </c:pt>
                <c:pt idx="365">
                  <c:v>92.416850000000011</c:v>
                </c:pt>
                <c:pt idx="366">
                  <c:v>92.267880000000005</c:v>
                </c:pt>
                <c:pt idx="367">
                  <c:v>92.142240000000001</c:v>
                </c:pt>
                <c:pt idx="368">
                  <c:v>91.935199999999995</c:v>
                </c:pt>
                <c:pt idx="369">
                  <c:v>91.898259999999993</c:v>
                </c:pt>
                <c:pt idx="370">
                  <c:v>91.824739999999991</c:v>
                </c:pt>
                <c:pt idx="371">
                  <c:v>91.689019999999999</c:v>
                </c:pt>
                <c:pt idx="372">
                  <c:v>91.629760000000005</c:v>
                </c:pt>
                <c:pt idx="373">
                  <c:v>91.58211</c:v>
                </c:pt>
                <c:pt idx="374">
                  <c:v>91.606830000000002</c:v>
                </c:pt>
                <c:pt idx="375">
                  <c:v>91.739540000000005</c:v>
                </c:pt>
                <c:pt idx="376">
                  <c:v>91.570699999999988</c:v>
                </c:pt>
                <c:pt idx="377">
                  <c:v>91.423210000000012</c:v>
                </c:pt>
                <c:pt idx="378">
                  <c:v>91.587350000000001</c:v>
                </c:pt>
                <c:pt idx="379">
                  <c:v>91.499310000000008</c:v>
                </c:pt>
                <c:pt idx="380">
                  <c:v>91.418040000000005</c:v>
                </c:pt>
                <c:pt idx="381">
                  <c:v>91.359840000000005</c:v>
                </c:pt>
                <c:pt idx="382">
                  <c:v>91.379429999999999</c:v>
                </c:pt>
                <c:pt idx="383">
                  <c:v>91.393920000000008</c:v>
                </c:pt>
                <c:pt idx="384">
                  <c:v>91.405529999999999</c:v>
                </c:pt>
                <c:pt idx="385">
                  <c:v>91.415780000000012</c:v>
                </c:pt>
                <c:pt idx="386">
                  <c:v>91.374210000000005</c:v>
                </c:pt>
                <c:pt idx="387">
                  <c:v>91.348299999999995</c:v>
                </c:pt>
                <c:pt idx="388">
                  <c:v>91.373169999999988</c:v>
                </c:pt>
                <c:pt idx="389">
                  <c:v>91.383310000000009</c:v>
                </c:pt>
                <c:pt idx="390">
                  <c:v>91.565030000000007</c:v>
                </c:pt>
                <c:pt idx="391">
                  <c:v>91.69144</c:v>
                </c:pt>
                <c:pt idx="392">
                  <c:v>91.925659999999993</c:v>
                </c:pt>
                <c:pt idx="393">
                  <c:v>92.139380000000003</c:v>
                </c:pt>
                <c:pt idx="394">
                  <c:v>92.048520000000011</c:v>
                </c:pt>
                <c:pt idx="395">
                  <c:v>92.255629999999996</c:v>
                </c:pt>
                <c:pt idx="396">
                  <c:v>92.538520000000005</c:v>
                </c:pt>
                <c:pt idx="397">
                  <c:v>92.627970000000005</c:v>
                </c:pt>
                <c:pt idx="398">
                  <c:v>92.627769999999998</c:v>
                </c:pt>
                <c:pt idx="399">
                  <c:v>92.716630000000009</c:v>
                </c:pt>
                <c:pt idx="400">
                  <c:v>92.764779999999988</c:v>
                </c:pt>
                <c:pt idx="401">
                  <c:v>92.899910000000006</c:v>
                </c:pt>
                <c:pt idx="402">
                  <c:v>92.668949999999995</c:v>
                </c:pt>
                <c:pt idx="403">
                  <c:v>92.866659999999996</c:v>
                </c:pt>
                <c:pt idx="404">
                  <c:v>92.635109999999997</c:v>
                </c:pt>
                <c:pt idx="405">
                  <c:v>92.909349999999989</c:v>
                </c:pt>
                <c:pt idx="406">
                  <c:v>93.115650000000002</c:v>
                </c:pt>
                <c:pt idx="407">
                  <c:v>93.019149999999996</c:v>
                </c:pt>
                <c:pt idx="408">
                  <c:v>92.79113000000001</c:v>
                </c:pt>
                <c:pt idx="409">
                  <c:v>92.971699999999998</c:v>
                </c:pt>
                <c:pt idx="410">
                  <c:v>92.92322999999999</c:v>
                </c:pt>
                <c:pt idx="411">
                  <c:v>92.914999999999992</c:v>
                </c:pt>
                <c:pt idx="412">
                  <c:v>93.020530000000008</c:v>
                </c:pt>
                <c:pt idx="413">
                  <c:v>93.107520000000008</c:v>
                </c:pt>
                <c:pt idx="414">
                  <c:v>93.114519999999999</c:v>
                </c:pt>
                <c:pt idx="415">
                  <c:v>93.09984</c:v>
                </c:pt>
                <c:pt idx="416">
                  <c:v>93.124040000000008</c:v>
                </c:pt>
                <c:pt idx="417">
                  <c:v>93.144720000000007</c:v>
                </c:pt>
                <c:pt idx="418">
                  <c:v>93.153840000000002</c:v>
                </c:pt>
                <c:pt idx="419">
                  <c:v>93.167839999999998</c:v>
                </c:pt>
                <c:pt idx="420">
                  <c:v>93.211749999999995</c:v>
                </c:pt>
                <c:pt idx="421">
                  <c:v>93.252530000000007</c:v>
                </c:pt>
                <c:pt idx="422">
                  <c:v>93.189210000000003</c:v>
                </c:pt>
                <c:pt idx="423">
                  <c:v>93.243639999999999</c:v>
                </c:pt>
                <c:pt idx="424">
                  <c:v>93.185470000000009</c:v>
                </c:pt>
                <c:pt idx="425">
                  <c:v>93.1738</c:v>
                </c:pt>
                <c:pt idx="426">
                  <c:v>93.179029999999997</c:v>
                </c:pt>
                <c:pt idx="427">
                  <c:v>93.182559999999995</c:v>
                </c:pt>
                <c:pt idx="428">
                  <c:v>93.310820000000007</c:v>
                </c:pt>
                <c:pt idx="429">
                  <c:v>93.176400000000001</c:v>
                </c:pt>
                <c:pt idx="430">
                  <c:v>93.141459999999995</c:v>
                </c:pt>
                <c:pt idx="431">
                  <c:v>93.11551</c:v>
                </c:pt>
                <c:pt idx="432">
                  <c:v>93.090609999999998</c:v>
                </c:pt>
                <c:pt idx="433">
                  <c:v>93.075329999999994</c:v>
                </c:pt>
                <c:pt idx="434">
                  <c:v>93.159050000000008</c:v>
                </c:pt>
                <c:pt idx="435">
                  <c:v>93.217770000000002</c:v>
                </c:pt>
                <c:pt idx="436">
                  <c:v>93.233669999999989</c:v>
                </c:pt>
                <c:pt idx="437">
                  <c:v>93.205080000000009</c:v>
                </c:pt>
                <c:pt idx="438">
                  <c:v>93.194359999999989</c:v>
                </c:pt>
                <c:pt idx="439">
                  <c:v>93.183130000000006</c:v>
                </c:pt>
                <c:pt idx="440">
                  <c:v>93.224280000000007</c:v>
                </c:pt>
                <c:pt idx="441">
                  <c:v>93.138009999999994</c:v>
                </c:pt>
                <c:pt idx="442">
                  <c:v>93.154869999999988</c:v>
                </c:pt>
                <c:pt idx="443">
                  <c:v>93.084670000000003</c:v>
                </c:pt>
                <c:pt idx="444">
                  <c:v>93.274509999999992</c:v>
                </c:pt>
                <c:pt idx="445">
                  <c:v>92.945620000000005</c:v>
                </c:pt>
                <c:pt idx="446">
                  <c:v>92.968910000000008</c:v>
                </c:pt>
                <c:pt idx="447">
                  <c:v>93.121179999999995</c:v>
                </c:pt>
                <c:pt idx="448">
                  <c:v>92.884049999999988</c:v>
                </c:pt>
                <c:pt idx="449">
                  <c:v>93.008150000000001</c:v>
                </c:pt>
                <c:pt idx="450">
                  <c:v>93.102549999999994</c:v>
                </c:pt>
                <c:pt idx="451">
                  <c:v>92.928809999999999</c:v>
                </c:pt>
                <c:pt idx="452">
                  <c:v>92.67774</c:v>
                </c:pt>
                <c:pt idx="453">
                  <c:v>92.889880000000005</c:v>
                </c:pt>
                <c:pt idx="454">
                  <c:v>92.508669999999995</c:v>
                </c:pt>
                <c:pt idx="455">
                  <c:v>92.66431</c:v>
                </c:pt>
                <c:pt idx="456">
                  <c:v>92.531289999999998</c:v>
                </c:pt>
                <c:pt idx="457">
                  <c:v>92.492549999999994</c:v>
                </c:pt>
                <c:pt idx="458">
                  <c:v>92.297689999999989</c:v>
                </c:pt>
                <c:pt idx="459">
                  <c:v>92.230410000000006</c:v>
                </c:pt>
                <c:pt idx="460">
                  <c:v>92.397459999999995</c:v>
                </c:pt>
                <c:pt idx="461">
                  <c:v>92.275649999999999</c:v>
                </c:pt>
                <c:pt idx="462">
                  <c:v>91.88109</c:v>
                </c:pt>
                <c:pt idx="463">
                  <c:v>91.947710000000001</c:v>
                </c:pt>
                <c:pt idx="464">
                  <c:v>91.529699999999991</c:v>
                </c:pt>
                <c:pt idx="465">
                  <c:v>91.392609999999991</c:v>
                </c:pt>
                <c:pt idx="466">
                  <c:v>91.380560000000003</c:v>
                </c:pt>
                <c:pt idx="467">
                  <c:v>91.083470000000005</c:v>
                </c:pt>
                <c:pt idx="468">
                  <c:v>91.21665999999999</c:v>
                </c:pt>
                <c:pt idx="469">
                  <c:v>90.84648</c:v>
                </c:pt>
                <c:pt idx="470">
                  <c:v>90.979500000000002</c:v>
                </c:pt>
                <c:pt idx="471">
                  <c:v>90.858180000000004</c:v>
                </c:pt>
                <c:pt idx="472">
                  <c:v>90.365949999999998</c:v>
                </c:pt>
                <c:pt idx="473">
                  <c:v>90.457430000000002</c:v>
                </c:pt>
                <c:pt idx="474">
                  <c:v>90.236710000000002</c:v>
                </c:pt>
                <c:pt idx="475">
                  <c:v>90.146870000000007</c:v>
                </c:pt>
                <c:pt idx="476">
                  <c:v>90.161079999999998</c:v>
                </c:pt>
                <c:pt idx="477">
                  <c:v>90.125810000000001</c:v>
                </c:pt>
                <c:pt idx="478">
                  <c:v>89.961020000000005</c:v>
                </c:pt>
                <c:pt idx="479">
                  <c:v>89.810999999999993</c:v>
                </c:pt>
                <c:pt idx="480">
                  <c:v>89.844830000000002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1D4-41CB-A3E8-9F40DA412B03}"/>
            </c:ext>
          </c:extLst>
        </c:ser>
        <c:ser>
          <c:idx val="0"/>
          <c:order val="2"/>
          <c:tx>
            <c:strRef>
              <c:f>'C:\Users\admin\Desktop\[통합.xlsx]Sheet1'!$U$1</c:f>
              <c:strCache>
                <c:ptCount val="1"/>
                <c:pt idx="0">
                  <c:v>C: 110mm</c:v>
                </c:pt>
              </c:strCache>
            </c:strRef>
          </c:tx>
          <c:spPr>
            <a:ln w="25400" cap="rnd">
              <a:noFill/>
              <a:round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c:spPr>
          <c:marker>
            <c:symbol val="circle"/>
            <c:size val="4"/>
            <c:spPr>
              <a:solidFill>
                <a:schemeClr val="accent1"/>
              </a:solidFill>
              <a:ln w="0">
                <a:solidFill>
                  <a:schemeClr val="accent1"/>
                </a:solidFill>
              </a:ln>
              <a:effectLst/>
            </c:spPr>
          </c:marker>
          <c:xVal>
            <c:numRef>
              <c:f>[1]Sheet1!$H$2:$H$1293</c:f>
              <c:numCache>
                <c:formatCode>General</c:formatCode>
                <c:ptCount val="1292"/>
                <c:pt idx="1">
                  <c:v>1.462537451</c:v>
                </c:pt>
                <c:pt idx="2">
                  <c:v>1.459747431</c:v>
                </c:pt>
                <c:pt idx="3">
                  <c:v>1.450558024</c:v>
                </c:pt>
                <c:pt idx="4">
                  <c:v>1.452031319</c:v>
                </c:pt>
                <c:pt idx="5">
                  <c:v>1.4646959079999999</c:v>
                </c:pt>
                <c:pt idx="6">
                  <c:v>1.6287592369999999</c:v>
                </c:pt>
                <c:pt idx="7">
                  <c:v>1.8409433770000001</c:v>
                </c:pt>
                <c:pt idx="8">
                  <c:v>2.154214734</c:v>
                </c:pt>
                <c:pt idx="9">
                  <c:v>2.5282979139999999</c:v>
                </c:pt>
                <c:pt idx="10">
                  <c:v>3.02718044</c:v>
                </c:pt>
                <c:pt idx="11">
                  <c:v>3.8371774869999999</c:v>
                </c:pt>
                <c:pt idx="12">
                  <c:v>4.8020449039999997</c:v>
                </c:pt>
                <c:pt idx="13">
                  <c:v>5.8677148380000004</c:v>
                </c:pt>
                <c:pt idx="14">
                  <c:v>7.135739128</c:v>
                </c:pt>
                <c:pt idx="15">
                  <c:v>8.454280228</c:v>
                </c:pt>
                <c:pt idx="16">
                  <c:v>9.7244559640000006</c:v>
                </c:pt>
                <c:pt idx="17">
                  <c:v>10.999842859999999</c:v>
                </c:pt>
                <c:pt idx="18">
                  <c:v>12.10033632</c:v>
                </c:pt>
                <c:pt idx="19">
                  <c:v>13.13718362</c:v>
                </c:pt>
                <c:pt idx="20">
                  <c:v>14.10002048</c:v>
                </c:pt>
                <c:pt idx="21">
                  <c:v>14.793237619999999</c:v>
                </c:pt>
                <c:pt idx="22">
                  <c:v>15.436175029999999</c:v>
                </c:pt>
                <c:pt idx="23">
                  <c:v>16.025893180000001</c:v>
                </c:pt>
                <c:pt idx="24">
                  <c:v>16.394958419999998</c:v>
                </c:pt>
                <c:pt idx="25">
                  <c:v>16.806503299999999</c:v>
                </c:pt>
                <c:pt idx="26">
                  <c:v>17.197242809999999</c:v>
                </c:pt>
                <c:pt idx="27">
                  <c:v>17.475573099999998</c:v>
                </c:pt>
                <c:pt idx="28">
                  <c:v>17.780113679999999</c:v>
                </c:pt>
                <c:pt idx="29">
                  <c:v>17.923253979999998</c:v>
                </c:pt>
                <c:pt idx="30">
                  <c:v>17.90911556</c:v>
                </c:pt>
                <c:pt idx="31">
                  <c:v>17.946370420000001</c:v>
                </c:pt>
                <c:pt idx="32">
                  <c:v>17.966776899999999</c:v>
                </c:pt>
                <c:pt idx="33">
                  <c:v>17.997401329999999</c:v>
                </c:pt>
                <c:pt idx="34">
                  <c:v>18.13938718</c:v>
                </c:pt>
                <c:pt idx="35">
                  <c:v>18.167532779999998</c:v>
                </c:pt>
                <c:pt idx="36">
                  <c:v>18.19424399</c:v>
                </c:pt>
                <c:pt idx="37">
                  <c:v>18.232505410000002</c:v>
                </c:pt>
                <c:pt idx="38">
                  <c:v>18.27805313</c:v>
                </c:pt>
                <c:pt idx="39">
                  <c:v>18.27993146</c:v>
                </c:pt>
                <c:pt idx="40">
                  <c:v>18.27095087</c:v>
                </c:pt>
                <c:pt idx="41">
                  <c:v>18.278118020000001</c:v>
                </c:pt>
                <c:pt idx="42">
                  <c:v>18.282792279999999</c:v>
                </c:pt>
                <c:pt idx="43">
                  <c:v>18.287363639999999</c:v>
                </c:pt>
                <c:pt idx="44">
                  <c:v>18.291649100000001</c:v>
                </c:pt>
                <c:pt idx="45">
                  <c:v>18.290744920000002</c:v>
                </c:pt>
                <c:pt idx="46">
                  <c:v>18.290824229999998</c:v>
                </c:pt>
                <c:pt idx="47">
                  <c:v>18.215904720000001</c:v>
                </c:pt>
                <c:pt idx="48">
                  <c:v>18.22962454</c:v>
                </c:pt>
                <c:pt idx="49">
                  <c:v>18.220911229999999</c:v>
                </c:pt>
                <c:pt idx="50">
                  <c:v>18.220416579999998</c:v>
                </c:pt>
                <c:pt idx="51">
                  <c:v>18.18198233</c:v>
                </c:pt>
                <c:pt idx="52">
                  <c:v>18.139835720000001</c:v>
                </c:pt>
                <c:pt idx="53">
                  <c:v>17.955853990000001</c:v>
                </c:pt>
                <c:pt idx="54">
                  <c:v>17.58258116</c:v>
                </c:pt>
                <c:pt idx="55">
                  <c:v>17.073710940000002</c:v>
                </c:pt>
                <c:pt idx="56">
                  <c:v>16.495943960000002</c:v>
                </c:pt>
                <c:pt idx="57">
                  <c:v>15.77884523</c:v>
                </c:pt>
                <c:pt idx="58">
                  <c:v>15.04406326</c:v>
                </c:pt>
                <c:pt idx="59">
                  <c:v>14.450011330000001</c:v>
                </c:pt>
                <c:pt idx="60">
                  <c:v>13.75608166</c:v>
                </c:pt>
                <c:pt idx="61">
                  <c:v>13.09423314</c:v>
                </c:pt>
                <c:pt idx="62">
                  <c:v>12.39166262</c:v>
                </c:pt>
                <c:pt idx="63">
                  <c:v>11.54047723</c:v>
                </c:pt>
                <c:pt idx="64">
                  <c:v>10.633616419999999</c:v>
                </c:pt>
                <c:pt idx="65">
                  <c:v>9.6842213360000002</c:v>
                </c:pt>
                <c:pt idx="66">
                  <c:v>8.6092366089999999</c:v>
                </c:pt>
                <c:pt idx="67">
                  <c:v>7.6096943829999999</c:v>
                </c:pt>
                <c:pt idx="68">
                  <c:v>6.5619207880000001</c:v>
                </c:pt>
                <c:pt idx="69">
                  <c:v>5.6228143480000004</c:v>
                </c:pt>
                <c:pt idx="70">
                  <c:v>4.7448105920000003</c:v>
                </c:pt>
                <c:pt idx="71">
                  <c:v>4.0317242789999996</c:v>
                </c:pt>
                <c:pt idx="72">
                  <c:v>3.6312117289999999</c:v>
                </c:pt>
                <c:pt idx="73">
                  <c:v>3.4452484000000001</c:v>
                </c:pt>
                <c:pt idx="74">
                  <c:v>3.3249380419999999</c:v>
                </c:pt>
                <c:pt idx="75">
                  <c:v>3.1347716769999998</c:v>
                </c:pt>
                <c:pt idx="76">
                  <c:v>2.9460187009999999</c:v>
                </c:pt>
                <c:pt idx="77">
                  <c:v>2.9010307769999999</c:v>
                </c:pt>
                <c:pt idx="78">
                  <c:v>2.8957784420000001</c:v>
                </c:pt>
                <c:pt idx="79">
                  <c:v>2.7620051650000002</c:v>
                </c:pt>
                <c:pt idx="80">
                  <c:v>2.6980247770000001</c:v>
                </c:pt>
                <c:pt idx="81">
                  <c:v>2.5827177360000002</c:v>
                </c:pt>
                <c:pt idx="82">
                  <c:v>2.5654164970000002</c:v>
                </c:pt>
                <c:pt idx="83">
                  <c:v>2.563521927</c:v>
                </c:pt>
                <c:pt idx="84">
                  <c:v>2.5643956160000001</c:v>
                </c:pt>
                <c:pt idx="85">
                  <c:v>2.5391023829999999</c:v>
                </c:pt>
                <c:pt idx="86">
                  <c:v>2.3945123420000001</c:v>
                </c:pt>
                <c:pt idx="87">
                  <c:v>2.3871029309999998</c:v>
                </c:pt>
                <c:pt idx="88">
                  <c:v>2.3820016040000001</c:v>
                </c:pt>
                <c:pt idx="89">
                  <c:v>2.377272289</c:v>
                </c:pt>
                <c:pt idx="90">
                  <c:v>2.3731546290000001</c:v>
                </c:pt>
                <c:pt idx="91">
                  <c:v>2.3724367399999999</c:v>
                </c:pt>
                <c:pt idx="92">
                  <c:v>2.370011624</c:v>
                </c:pt>
                <c:pt idx="93">
                  <c:v>2.373109591</c:v>
                </c:pt>
                <c:pt idx="94">
                  <c:v>2.3738110589999999</c:v>
                </c:pt>
                <c:pt idx="95">
                  <c:v>2.3749978299999999</c:v>
                </c:pt>
                <c:pt idx="96">
                  <c:v>2.3729468009999999</c:v>
                </c:pt>
                <c:pt idx="97">
                  <c:v>2.3727407899999999</c:v>
                </c:pt>
                <c:pt idx="98">
                  <c:v>2.3726825150000002</c:v>
                </c:pt>
                <c:pt idx="99">
                  <c:v>2.3730280019999999</c:v>
                </c:pt>
                <c:pt idx="100">
                  <c:v>2.3719912879999998</c:v>
                </c:pt>
                <c:pt idx="101">
                  <c:v>2.3701764399999998</c:v>
                </c:pt>
                <c:pt idx="102">
                  <c:v>2.3809354520000001</c:v>
                </c:pt>
                <c:pt idx="103">
                  <c:v>2.544475034</c:v>
                </c:pt>
                <c:pt idx="104">
                  <c:v>2.734885996</c:v>
                </c:pt>
                <c:pt idx="105">
                  <c:v>3.1135396709999998</c:v>
                </c:pt>
                <c:pt idx="106">
                  <c:v>3.6538609480000002</c:v>
                </c:pt>
                <c:pt idx="107">
                  <c:v>4.1675832010000002</c:v>
                </c:pt>
                <c:pt idx="108">
                  <c:v>4.7913717819999997</c:v>
                </c:pt>
                <c:pt idx="109">
                  <c:v>5.7742123120000004</c:v>
                </c:pt>
                <c:pt idx="110">
                  <c:v>6.8785000920000003</c:v>
                </c:pt>
                <c:pt idx="111">
                  <c:v>8.0013609670000001</c:v>
                </c:pt>
                <c:pt idx="112">
                  <c:v>9.1975435609999998</c:v>
                </c:pt>
                <c:pt idx="113">
                  <c:v>10.18253953</c:v>
                </c:pt>
                <c:pt idx="114">
                  <c:v>11.15005859</c:v>
                </c:pt>
                <c:pt idx="115">
                  <c:v>12.2602359</c:v>
                </c:pt>
                <c:pt idx="116">
                  <c:v>13.18617688</c:v>
                </c:pt>
                <c:pt idx="117">
                  <c:v>14.125308609999999</c:v>
                </c:pt>
                <c:pt idx="118">
                  <c:v>15.057385269999999</c:v>
                </c:pt>
                <c:pt idx="119">
                  <c:v>15.910874789999999</c:v>
                </c:pt>
                <c:pt idx="120">
                  <c:v>16.64363148</c:v>
                </c:pt>
                <c:pt idx="121">
                  <c:v>17.202226620000001</c:v>
                </c:pt>
                <c:pt idx="122">
                  <c:v>17.39820933</c:v>
                </c:pt>
                <c:pt idx="123">
                  <c:v>17.494999329999999</c:v>
                </c:pt>
                <c:pt idx="124">
                  <c:v>17.556508829999999</c:v>
                </c:pt>
                <c:pt idx="125">
                  <c:v>17.778053239999998</c:v>
                </c:pt>
                <c:pt idx="126">
                  <c:v>17.928791700000001</c:v>
                </c:pt>
                <c:pt idx="127">
                  <c:v>18.142880569999999</c:v>
                </c:pt>
                <c:pt idx="128">
                  <c:v>18.213152770000001</c:v>
                </c:pt>
                <c:pt idx="129">
                  <c:v>18.168004620000001</c:v>
                </c:pt>
                <c:pt idx="130">
                  <c:v>18.176608470000001</c:v>
                </c:pt>
                <c:pt idx="131">
                  <c:v>18.16149197</c:v>
                </c:pt>
                <c:pt idx="132">
                  <c:v>18.161156869999999</c:v>
                </c:pt>
                <c:pt idx="133">
                  <c:v>18.189702019999999</c:v>
                </c:pt>
                <c:pt idx="134">
                  <c:v>18.19015739</c:v>
                </c:pt>
                <c:pt idx="135">
                  <c:v>18.18640087</c:v>
                </c:pt>
                <c:pt idx="136">
                  <c:v>18.186939760000001</c:v>
                </c:pt>
                <c:pt idx="137">
                  <c:v>18.185306789999999</c:v>
                </c:pt>
                <c:pt idx="138">
                  <c:v>18.181850239999999</c:v>
                </c:pt>
                <c:pt idx="139">
                  <c:v>18.187689599999999</c:v>
                </c:pt>
                <c:pt idx="140">
                  <c:v>18.140324870000001</c:v>
                </c:pt>
                <c:pt idx="141">
                  <c:v>18.143061280000001</c:v>
                </c:pt>
                <c:pt idx="142">
                  <c:v>18.142388619999998</c:v>
                </c:pt>
                <c:pt idx="143">
                  <c:v>18.142171680000001</c:v>
                </c:pt>
                <c:pt idx="144">
                  <c:v>18.14264666</c:v>
                </c:pt>
                <c:pt idx="145">
                  <c:v>18.118862570000001</c:v>
                </c:pt>
                <c:pt idx="146">
                  <c:v>18.105769819999999</c:v>
                </c:pt>
                <c:pt idx="147">
                  <c:v>18.092804220000001</c:v>
                </c:pt>
                <c:pt idx="148">
                  <c:v>18.099040729999999</c:v>
                </c:pt>
                <c:pt idx="149">
                  <c:v>18.065422460000001</c:v>
                </c:pt>
                <c:pt idx="150">
                  <c:v>17.923037560000001</c:v>
                </c:pt>
                <c:pt idx="151">
                  <c:v>17.832197690000001</c:v>
                </c:pt>
                <c:pt idx="152">
                  <c:v>17.720239790000001</c:v>
                </c:pt>
                <c:pt idx="153">
                  <c:v>17.344764789999999</c:v>
                </c:pt>
                <c:pt idx="154">
                  <c:v>16.73586602</c:v>
                </c:pt>
                <c:pt idx="155">
                  <c:v>15.822028550000001</c:v>
                </c:pt>
                <c:pt idx="156">
                  <c:v>14.88618162</c:v>
                </c:pt>
                <c:pt idx="157">
                  <c:v>13.870241160000001</c:v>
                </c:pt>
                <c:pt idx="158">
                  <c:v>12.861819179999999</c:v>
                </c:pt>
                <c:pt idx="159">
                  <c:v>11.79227644</c:v>
                </c:pt>
                <c:pt idx="160">
                  <c:v>10.95037866</c:v>
                </c:pt>
                <c:pt idx="161">
                  <c:v>9.9650228730000006</c:v>
                </c:pt>
                <c:pt idx="162">
                  <c:v>8.9593726040000004</c:v>
                </c:pt>
                <c:pt idx="163">
                  <c:v>7.928369011</c:v>
                </c:pt>
                <c:pt idx="164">
                  <c:v>6.9752784869999997</c:v>
                </c:pt>
                <c:pt idx="165">
                  <c:v>5.9937851200000001</c:v>
                </c:pt>
                <c:pt idx="166">
                  <c:v>5.2882355380000003</c:v>
                </c:pt>
                <c:pt idx="167">
                  <c:v>4.7333152590000003</c:v>
                </c:pt>
                <c:pt idx="168">
                  <c:v>4.3846749520000001</c:v>
                </c:pt>
                <c:pt idx="169">
                  <c:v>4.029283242</c:v>
                </c:pt>
                <c:pt idx="170">
                  <c:v>3.7102580729999999</c:v>
                </c:pt>
                <c:pt idx="171">
                  <c:v>3.4901111340000002</c:v>
                </c:pt>
                <c:pt idx="172">
                  <c:v>3.2927199900000002</c:v>
                </c:pt>
                <c:pt idx="173">
                  <c:v>3.1272716919999999</c:v>
                </c:pt>
                <c:pt idx="174">
                  <c:v>2.93979525</c:v>
                </c:pt>
                <c:pt idx="175">
                  <c:v>2.754107995</c:v>
                </c:pt>
                <c:pt idx="176">
                  <c:v>2.588848627</c:v>
                </c:pt>
                <c:pt idx="177">
                  <c:v>2.5328424439999999</c:v>
                </c:pt>
                <c:pt idx="178">
                  <c:v>2.520012666</c:v>
                </c:pt>
                <c:pt idx="179">
                  <c:v>2.5162430229999999</c:v>
                </c:pt>
                <c:pt idx="180">
                  <c:v>2.508139645</c:v>
                </c:pt>
                <c:pt idx="181">
                  <c:v>2.5039149260000002</c:v>
                </c:pt>
                <c:pt idx="182">
                  <c:v>2.4855928409999999</c:v>
                </c:pt>
                <c:pt idx="183">
                  <c:v>2.4818174069999999</c:v>
                </c:pt>
                <c:pt idx="184">
                  <c:v>2.489214252</c:v>
                </c:pt>
                <c:pt idx="185">
                  <c:v>2.5168404039999999</c:v>
                </c:pt>
                <c:pt idx="186">
                  <c:v>2.4580237309999999</c:v>
                </c:pt>
                <c:pt idx="187">
                  <c:v>2.4170853509999999</c:v>
                </c:pt>
                <c:pt idx="188">
                  <c:v>2.4083034319999999</c:v>
                </c:pt>
                <c:pt idx="189">
                  <c:v>2.3991347680000001</c:v>
                </c:pt>
                <c:pt idx="190">
                  <c:v>2.3916683349999999</c:v>
                </c:pt>
                <c:pt idx="191">
                  <c:v>2.3891028259999998</c:v>
                </c:pt>
                <c:pt idx="192">
                  <c:v>2.3864736679999998</c:v>
                </c:pt>
                <c:pt idx="193">
                  <c:v>2.3845531009999998</c:v>
                </c:pt>
                <c:pt idx="194">
                  <c:v>2.3834920130000001</c:v>
                </c:pt>
                <c:pt idx="195">
                  <c:v>2.4008198809999999</c:v>
                </c:pt>
                <c:pt idx="196">
                  <c:v>2.3995844530000001</c:v>
                </c:pt>
                <c:pt idx="197">
                  <c:v>2.5255749220000001</c:v>
                </c:pt>
                <c:pt idx="198">
                  <c:v>2.5703727289999998</c:v>
                </c:pt>
                <c:pt idx="199">
                  <c:v>2.6082624989999998</c:v>
                </c:pt>
                <c:pt idx="200">
                  <c:v>2.7821577479999999</c:v>
                </c:pt>
                <c:pt idx="201">
                  <c:v>3.091801577</c:v>
                </c:pt>
                <c:pt idx="202">
                  <c:v>3.3242671389999998</c:v>
                </c:pt>
                <c:pt idx="203">
                  <c:v>3.6410433100000001</c:v>
                </c:pt>
                <c:pt idx="204">
                  <c:v>4.0514270689999998</c:v>
                </c:pt>
                <c:pt idx="205">
                  <c:v>4.0512623200000002</c:v>
                </c:pt>
                <c:pt idx="206">
                  <c:v>4.4557264679999999</c:v>
                </c:pt>
                <c:pt idx="207">
                  <c:v>5.0086150229999999</c:v>
                </c:pt>
                <c:pt idx="208">
                  <c:v>5.7384767590000001</c:v>
                </c:pt>
                <c:pt idx="209">
                  <c:v>6.6126123210000003</c:v>
                </c:pt>
                <c:pt idx="210">
                  <c:v>7.6415637700000003</c:v>
                </c:pt>
                <c:pt idx="211">
                  <c:v>8.6764245829999993</c:v>
                </c:pt>
                <c:pt idx="212">
                  <c:v>9.7358169710000002</c:v>
                </c:pt>
                <c:pt idx="213">
                  <c:v>10.91945638</c:v>
                </c:pt>
                <c:pt idx="214">
                  <c:v>12.15573614</c:v>
                </c:pt>
                <c:pt idx="215">
                  <c:v>13.44548932</c:v>
                </c:pt>
                <c:pt idx="216">
                  <c:v>14.62189118</c:v>
                </c:pt>
                <c:pt idx="217">
                  <c:v>15.717040430000001</c:v>
                </c:pt>
                <c:pt idx="218">
                  <c:v>16.554768379999999</c:v>
                </c:pt>
                <c:pt idx="219">
                  <c:v>17.258648900000001</c:v>
                </c:pt>
                <c:pt idx="220">
                  <c:v>17.70097213</c:v>
                </c:pt>
                <c:pt idx="221">
                  <c:v>17.963538310000001</c:v>
                </c:pt>
                <c:pt idx="222">
                  <c:v>18.052800430000001</c:v>
                </c:pt>
                <c:pt idx="223">
                  <c:v>18.186691889999999</c:v>
                </c:pt>
                <c:pt idx="224">
                  <c:v>18.296834960000002</c:v>
                </c:pt>
                <c:pt idx="225">
                  <c:v>18.314801469999999</c:v>
                </c:pt>
                <c:pt idx="226">
                  <c:v>18.296361430000001</c:v>
                </c:pt>
                <c:pt idx="227">
                  <c:v>18.278976449999998</c:v>
                </c:pt>
                <c:pt idx="228">
                  <c:v>18.268747579999999</c:v>
                </c:pt>
                <c:pt idx="229">
                  <c:v>18.294943839999998</c:v>
                </c:pt>
                <c:pt idx="230">
                  <c:v>18.319461520000001</c:v>
                </c:pt>
                <c:pt idx="231">
                  <c:v>18.315929369999999</c:v>
                </c:pt>
                <c:pt idx="232">
                  <c:v>18.31290109</c:v>
                </c:pt>
                <c:pt idx="233">
                  <c:v>18.30873429</c:v>
                </c:pt>
                <c:pt idx="234">
                  <c:v>18.305520009999999</c:v>
                </c:pt>
                <c:pt idx="235">
                  <c:v>18.26880268</c:v>
                </c:pt>
                <c:pt idx="236">
                  <c:v>18.234483180000002</c:v>
                </c:pt>
                <c:pt idx="237">
                  <c:v>18.246361950000001</c:v>
                </c:pt>
                <c:pt idx="238">
                  <c:v>18.252123709999999</c:v>
                </c:pt>
                <c:pt idx="239">
                  <c:v>18.167767789999999</c:v>
                </c:pt>
                <c:pt idx="240">
                  <c:v>18.138435749999999</c:v>
                </c:pt>
                <c:pt idx="241">
                  <c:v>18.141840479999999</c:v>
                </c:pt>
                <c:pt idx="242">
                  <c:v>18.12455679</c:v>
                </c:pt>
                <c:pt idx="243">
                  <c:v>18.140512210000001</c:v>
                </c:pt>
                <c:pt idx="244">
                  <c:v>18.158022840000001</c:v>
                </c:pt>
                <c:pt idx="245">
                  <c:v>18.15783605</c:v>
                </c:pt>
                <c:pt idx="246">
                  <c:v>18.10350274</c:v>
                </c:pt>
                <c:pt idx="247">
                  <c:v>18.132109119999999</c:v>
                </c:pt>
                <c:pt idx="248">
                  <c:v>18.150148340000001</c:v>
                </c:pt>
                <c:pt idx="249">
                  <c:v>18.111929570000001</c:v>
                </c:pt>
                <c:pt idx="250">
                  <c:v>18.096727479999998</c:v>
                </c:pt>
                <c:pt idx="251">
                  <c:v>17.943900419999999</c:v>
                </c:pt>
                <c:pt idx="252">
                  <c:v>17.65841107</c:v>
                </c:pt>
                <c:pt idx="253">
                  <c:v>17.243250639999999</c:v>
                </c:pt>
                <c:pt idx="254">
                  <c:v>16.563253660000001</c:v>
                </c:pt>
                <c:pt idx="255">
                  <c:v>15.78192497</c:v>
                </c:pt>
                <c:pt idx="256">
                  <c:v>14.9332545</c:v>
                </c:pt>
                <c:pt idx="257">
                  <c:v>13.88262832</c:v>
                </c:pt>
                <c:pt idx="258">
                  <c:v>12.98276113</c:v>
                </c:pt>
                <c:pt idx="259">
                  <c:v>11.81731199</c:v>
                </c:pt>
                <c:pt idx="260">
                  <c:v>10.80794309</c:v>
                </c:pt>
                <c:pt idx="261">
                  <c:v>9.5958111699999993</c:v>
                </c:pt>
                <c:pt idx="262">
                  <c:v>8.0929441050000008</c:v>
                </c:pt>
                <c:pt idx="263">
                  <c:v>6.3608428180000001</c:v>
                </c:pt>
                <c:pt idx="264">
                  <c:v>5.0236545980000002</c:v>
                </c:pt>
                <c:pt idx="265">
                  <c:v>4.31299601</c:v>
                </c:pt>
                <c:pt idx="266">
                  <c:v>4.1478995330000004</c:v>
                </c:pt>
                <c:pt idx="267">
                  <c:v>4.1312052159999997</c:v>
                </c:pt>
                <c:pt idx="268">
                  <c:v>3.971444295</c:v>
                </c:pt>
                <c:pt idx="269">
                  <c:v>3.7813549439999998</c:v>
                </c:pt>
                <c:pt idx="270">
                  <c:v>3.58346974</c:v>
                </c:pt>
                <c:pt idx="271">
                  <c:v>3.38767605</c:v>
                </c:pt>
                <c:pt idx="272">
                  <c:v>3.350079069</c:v>
                </c:pt>
                <c:pt idx="273">
                  <c:v>3.207907987</c:v>
                </c:pt>
                <c:pt idx="274">
                  <c:v>3.0342691479999999</c:v>
                </c:pt>
                <c:pt idx="275">
                  <c:v>3.0012910110000002</c:v>
                </c:pt>
                <c:pt idx="276">
                  <c:v>2.9702110770000001</c:v>
                </c:pt>
                <c:pt idx="277">
                  <c:v>2.8659408000000002</c:v>
                </c:pt>
                <c:pt idx="278">
                  <c:v>2.8461009239999999</c:v>
                </c:pt>
                <c:pt idx="279">
                  <c:v>2.8368385310000002</c:v>
                </c:pt>
                <c:pt idx="280">
                  <c:v>2.8344700710000001</c:v>
                </c:pt>
                <c:pt idx="281">
                  <c:v>2.786037361</c:v>
                </c:pt>
                <c:pt idx="282">
                  <c:v>2.6799844350000002</c:v>
                </c:pt>
                <c:pt idx="283">
                  <c:v>2.675809428</c:v>
                </c:pt>
                <c:pt idx="284">
                  <c:v>2.6710989060000001</c:v>
                </c:pt>
                <c:pt idx="285">
                  <c:v>2.6656102700000002</c:v>
                </c:pt>
                <c:pt idx="286">
                  <c:v>2.6673603350000001</c:v>
                </c:pt>
                <c:pt idx="287">
                  <c:v>2.6641364749999998</c:v>
                </c:pt>
                <c:pt idx="288">
                  <c:v>2.6631733610000001</c:v>
                </c:pt>
                <c:pt idx="289">
                  <c:v>2.647540115</c:v>
                </c:pt>
                <c:pt idx="290">
                  <c:v>2.630035924</c:v>
                </c:pt>
                <c:pt idx="291">
                  <c:v>2.629630632</c:v>
                </c:pt>
                <c:pt idx="292">
                  <c:v>2.626657281</c:v>
                </c:pt>
                <c:pt idx="293">
                  <c:v>2.628025354</c:v>
                </c:pt>
                <c:pt idx="294">
                  <c:v>2.6251337810000002</c:v>
                </c:pt>
                <c:pt idx="295">
                  <c:v>2.6161428519999999</c:v>
                </c:pt>
                <c:pt idx="296">
                  <c:v>2.6101897080000001</c:v>
                </c:pt>
                <c:pt idx="297">
                  <c:v>2.812881875</c:v>
                </c:pt>
                <c:pt idx="298">
                  <c:v>2.9777878979999999</c:v>
                </c:pt>
                <c:pt idx="299">
                  <c:v>3.1644867379999999</c:v>
                </c:pt>
                <c:pt idx="300">
                  <c:v>3.3539013130000002</c:v>
                </c:pt>
                <c:pt idx="301">
                  <c:v>3.6799860070000001</c:v>
                </c:pt>
                <c:pt idx="302">
                  <c:v>4.2540675639999996</c:v>
                </c:pt>
                <c:pt idx="303">
                  <c:v>4.9750221300000002</c:v>
                </c:pt>
                <c:pt idx="304">
                  <c:v>5.7892191220000004</c:v>
                </c:pt>
                <c:pt idx="305">
                  <c:v>6.8086343559999998</c:v>
                </c:pt>
                <c:pt idx="306">
                  <c:v>8.0421000029999998</c:v>
                </c:pt>
                <c:pt idx="307">
                  <c:v>9.4628518150000005</c:v>
                </c:pt>
                <c:pt idx="308">
                  <c:v>10.780229289999999</c:v>
                </c:pt>
                <c:pt idx="309">
                  <c:v>12.03178975</c:v>
                </c:pt>
                <c:pt idx="310">
                  <c:v>13.217709210000001</c:v>
                </c:pt>
                <c:pt idx="311">
                  <c:v>14.287844789999999</c:v>
                </c:pt>
                <c:pt idx="312">
                  <c:v>15.18610602</c:v>
                </c:pt>
                <c:pt idx="313">
                  <c:v>15.83778525</c:v>
                </c:pt>
                <c:pt idx="314">
                  <c:v>16.212576540000001</c:v>
                </c:pt>
                <c:pt idx="315">
                  <c:v>16.565153330000001</c:v>
                </c:pt>
                <c:pt idx="316">
                  <c:v>16.844093959999999</c:v>
                </c:pt>
                <c:pt idx="317">
                  <c:v>17.156095759999999</c:v>
                </c:pt>
                <c:pt idx="318">
                  <c:v>17.464390460000001</c:v>
                </c:pt>
                <c:pt idx="319">
                  <c:v>17.825787259999998</c:v>
                </c:pt>
                <c:pt idx="320">
                  <c:v>18.185727920000001</c:v>
                </c:pt>
                <c:pt idx="321">
                  <c:v>18.319709960000001</c:v>
                </c:pt>
                <c:pt idx="322">
                  <c:v>18.315724809999999</c:v>
                </c:pt>
                <c:pt idx="323">
                  <c:v>18.339553890000001</c:v>
                </c:pt>
                <c:pt idx="324">
                  <c:v>18.594525560000001</c:v>
                </c:pt>
                <c:pt idx="325">
                  <c:v>18.64039979</c:v>
                </c:pt>
                <c:pt idx="326">
                  <c:v>18.796350270000001</c:v>
                </c:pt>
                <c:pt idx="327">
                  <c:v>18.852124450000002</c:v>
                </c:pt>
                <c:pt idx="328">
                  <c:v>18.90288812</c:v>
                </c:pt>
                <c:pt idx="329">
                  <c:v>18.95270451</c:v>
                </c:pt>
                <c:pt idx="330">
                  <c:v>18.985361860000001</c:v>
                </c:pt>
                <c:pt idx="331">
                  <c:v>19.035974599999999</c:v>
                </c:pt>
                <c:pt idx="332">
                  <c:v>19.02974335</c:v>
                </c:pt>
                <c:pt idx="333">
                  <c:v>19.02317416</c:v>
                </c:pt>
                <c:pt idx="334">
                  <c:v>19.018351429999999</c:v>
                </c:pt>
                <c:pt idx="335">
                  <c:v>19.016497300000001</c:v>
                </c:pt>
                <c:pt idx="336">
                  <c:v>19.014583099999999</c:v>
                </c:pt>
                <c:pt idx="337">
                  <c:v>19.002403999999999</c:v>
                </c:pt>
                <c:pt idx="338">
                  <c:v>18.983969890000001</c:v>
                </c:pt>
                <c:pt idx="339">
                  <c:v>18.989038319999999</c:v>
                </c:pt>
                <c:pt idx="340">
                  <c:v>18.953479439999999</c:v>
                </c:pt>
                <c:pt idx="341">
                  <c:v>18.863600049999999</c:v>
                </c:pt>
                <c:pt idx="342">
                  <c:v>18.747108069999999</c:v>
                </c:pt>
                <c:pt idx="343">
                  <c:v>18.552673729999999</c:v>
                </c:pt>
                <c:pt idx="344">
                  <c:v>18.017345079999998</c:v>
                </c:pt>
                <c:pt idx="345">
                  <c:v>17.419771440000002</c:v>
                </c:pt>
                <c:pt idx="346">
                  <c:v>16.839942480000001</c:v>
                </c:pt>
                <c:pt idx="347">
                  <c:v>16.25487012</c:v>
                </c:pt>
                <c:pt idx="348">
                  <c:v>15.767122090000001</c:v>
                </c:pt>
                <c:pt idx="349">
                  <c:v>15.050182380000001</c:v>
                </c:pt>
                <c:pt idx="350">
                  <c:v>14.20539069</c:v>
                </c:pt>
                <c:pt idx="351">
                  <c:v>13.41423516</c:v>
                </c:pt>
                <c:pt idx="352">
                  <c:v>12.533116870000001</c:v>
                </c:pt>
                <c:pt idx="353">
                  <c:v>11.463448550000001</c:v>
                </c:pt>
                <c:pt idx="354">
                  <c:v>10.29993936</c:v>
                </c:pt>
                <c:pt idx="355">
                  <c:v>9.1490713140000004</c:v>
                </c:pt>
                <c:pt idx="356">
                  <c:v>8.0939476769999992</c:v>
                </c:pt>
                <c:pt idx="357">
                  <c:v>7.3011066309999997</c:v>
                </c:pt>
                <c:pt idx="358">
                  <c:v>6.4767514100000003</c:v>
                </c:pt>
                <c:pt idx="359">
                  <c:v>5.8424517509999996</c:v>
                </c:pt>
                <c:pt idx="360">
                  <c:v>5.3754729320000001</c:v>
                </c:pt>
                <c:pt idx="361">
                  <c:v>5.1231922020000003</c:v>
                </c:pt>
                <c:pt idx="362">
                  <c:v>4.8211976830000003</c:v>
                </c:pt>
                <c:pt idx="363">
                  <c:v>4.592874686</c:v>
                </c:pt>
                <c:pt idx="364">
                  <c:v>4.2352375609999999</c:v>
                </c:pt>
                <c:pt idx="365">
                  <c:v>3.88559432</c:v>
                </c:pt>
                <c:pt idx="366">
                  <c:v>3.7105550859999998</c:v>
                </c:pt>
                <c:pt idx="367">
                  <c:v>3.6551476190000001</c:v>
                </c:pt>
                <c:pt idx="368">
                  <c:v>3.5155873799999999</c:v>
                </c:pt>
                <c:pt idx="369">
                  <c:v>3.4634256049999999</c:v>
                </c:pt>
                <c:pt idx="370">
                  <c:v>3.336564649</c:v>
                </c:pt>
                <c:pt idx="371">
                  <c:v>3.2870425399999998</c:v>
                </c:pt>
                <c:pt idx="372">
                  <c:v>3.1603780210000001</c:v>
                </c:pt>
                <c:pt idx="373">
                  <c:v>3.1309380060000001</c:v>
                </c:pt>
                <c:pt idx="374">
                  <c:v>3.1057164789999998</c:v>
                </c:pt>
                <c:pt idx="375">
                  <c:v>2.9785306390000001</c:v>
                </c:pt>
                <c:pt idx="376">
                  <c:v>2.937537351</c:v>
                </c:pt>
                <c:pt idx="377">
                  <c:v>2.9475488759999999</c:v>
                </c:pt>
                <c:pt idx="378">
                  <c:v>2.9025246760000001</c:v>
                </c:pt>
                <c:pt idx="379">
                  <c:v>2.93012389</c:v>
                </c:pt>
                <c:pt idx="380">
                  <c:v>2.7971907979999999</c:v>
                </c:pt>
                <c:pt idx="381">
                  <c:v>2.7902816220000002</c:v>
                </c:pt>
                <c:pt idx="382">
                  <c:v>2.785926431</c:v>
                </c:pt>
                <c:pt idx="383">
                  <c:v>2.7808642950000002</c:v>
                </c:pt>
                <c:pt idx="384">
                  <c:v>2.77517046</c:v>
                </c:pt>
                <c:pt idx="385">
                  <c:v>2.7782526669999998</c:v>
                </c:pt>
                <c:pt idx="386">
                  <c:v>2.78013888</c:v>
                </c:pt>
                <c:pt idx="387">
                  <c:v>2.9293680590000002</c:v>
                </c:pt>
                <c:pt idx="388">
                  <c:v>2.9755800830000001</c:v>
                </c:pt>
                <c:pt idx="389">
                  <c:v>3.3106099790000001</c:v>
                </c:pt>
                <c:pt idx="390">
                  <c:v>3.5547888360000002</c:v>
                </c:pt>
                <c:pt idx="391">
                  <c:v>3.913528296</c:v>
                </c:pt>
                <c:pt idx="392">
                  <c:v>4.3283747769999996</c:v>
                </c:pt>
                <c:pt idx="393">
                  <c:v>4.8960678250000003</c:v>
                </c:pt>
                <c:pt idx="394">
                  <c:v>5.9430804210000003</c:v>
                </c:pt>
                <c:pt idx="395">
                  <c:v>7.063363528</c:v>
                </c:pt>
                <c:pt idx="396">
                  <c:v>8.3526421119999998</c:v>
                </c:pt>
                <c:pt idx="397">
                  <c:v>9.7660906569999995</c:v>
                </c:pt>
                <c:pt idx="398">
                  <c:v>11.19894865</c:v>
                </c:pt>
                <c:pt idx="399">
                  <c:v>12.72008465</c:v>
                </c:pt>
                <c:pt idx="400">
                  <c:v>14.1469252</c:v>
                </c:pt>
                <c:pt idx="401">
                  <c:v>15.28799886</c:v>
                </c:pt>
                <c:pt idx="402">
                  <c:v>16.140937619999999</c:v>
                </c:pt>
                <c:pt idx="403">
                  <c:v>16.709524330000001</c:v>
                </c:pt>
                <c:pt idx="404">
                  <c:v>17.269630100000001</c:v>
                </c:pt>
                <c:pt idx="405">
                  <c:v>17.62184882</c:v>
                </c:pt>
                <c:pt idx="406">
                  <c:v>18.10766168</c:v>
                </c:pt>
                <c:pt idx="407">
                  <c:v>18.484970409999999</c:v>
                </c:pt>
                <c:pt idx="408">
                  <c:v>18.872753790000001</c:v>
                </c:pt>
                <c:pt idx="409">
                  <c:v>18.96958059</c:v>
                </c:pt>
                <c:pt idx="410">
                  <c:v>18.99792034</c:v>
                </c:pt>
                <c:pt idx="411">
                  <c:v>19.117340009999999</c:v>
                </c:pt>
                <c:pt idx="412">
                  <c:v>19.273470469999999</c:v>
                </c:pt>
                <c:pt idx="413">
                  <c:v>19.34117376</c:v>
                </c:pt>
                <c:pt idx="414">
                  <c:v>19.37085458</c:v>
                </c:pt>
                <c:pt idx="415">
                  <c:v>19.461823020000001</c:v>
                </c:pt>
                <c:pt idx="416">
                  <c:v>19.493439339999998</c:v>
                </c:pt>
                <c:pt idx="417">
                  <c:v>19.501652579999998</c:v>
                </c:pt>
                <c:pt idx="418">
                  <c:v>19.495711350000001</c:v>
                </c:pt>
                <c:pt idx="419">
                  <c:v>19.50218761</c:v>
                </c:pt>
                <c:pt idx="420">
                  <c:v>19.497694840000001</c:v>
                </c:pt>
                <c:pt idx="421">
                  <c:v>19.551897069999999</c:v>
                </c:pt>
                <c:pt idx="422">
                  <c:v>19.661789299999999</c:v>
                </c:pt>
                <c:pt idx="423">
                  <c:v>19.61047726</c:v>
                </c:pt>
                <c:pt idx="424">
                  <c:v>19.57558405</c:v>
                </c:pt>
                <c:pt idx="425">
                  <c:v>19.568831719999999</c:v>
                </c:pt>
                <c:pt idx="426">
                  <c:v>19.402695649999998</c:v>
                </c:pt>
                <c:pt idx="427">
                  <c:v>19.230065310000001</c:v>
                </c:pt>
                <c:pt idx="428">
                  <c:v>18.995849719999999</c:v>
                </c:pt>
                <c:pt idx="429">
                  <c:v>18.59932972</c:v>
                </c:pt>
                <c:pt idx="430">
                  <c:v>17.902427469999999</c:v>
                </c:pt>
                <c:pt idx="431">
                  <c:v>17.056628199999999</c:v>
                </c:pt>
                <c:pt idx="432">
                  <c:v>16.293632949999999</c:v>
                </c:pt>
                <c:pt idx="433">
                  <c:v>15.52307126</c:v>
                </c:pt>
                <c:pt idx="434">
                  <c:v>14.76494941</c:v>
                </c:pt>
                <c:pt idx="435">
                  <c:v>14.097631740000001</c:v>
                </c:pt>
                <c:pt idx="436">
                  <c:v>13.40720125</c:v>
                </c:pt>
                <c:pt idx="437">
                  <c:v>12.647830669999999</c:v>
                </c:pt>
                <c:pt idx="438">
                  <c:v>11.743954390000001</c:v>
                </c:pt>
                <c:pt idx="439">
                  <c:v>10.60365328</c:v>
                </c:pt>
                <c:pt idx="440">
                  <c:v>9.4090531120000005</c:v>
                </c:pt>
                <c:pt idx="441">
                  <c:v>8.0786795690000002</c:v>
                </c:pt>
                <c:pt idx="442">
                  <c:v>7.0963247349999996</c:v>
                </c:pt>
                <c:pt idx="443">
                  <c:v>6.2975769220000002</c:v>
                </c:pt>
                <c:pt idx="444">
                  <c:v>5.5561379559999997</c:v>
                </c:pt>
                <c:pt idx="445">
                  <c:v>5.0818516489999999</c:v>
                </c:pt>
                <c:pt idx="446">
                  <c:v>4.885532306</c:v>
                </c:pt>
                <c:pt idx="447">
                  <c:v>4.6560374639999997</c:v>
                </c:pt>
                <c:pt idx="448">
                  <c:v>4.3466993990000002</c:v>
                </c:pt>
                <c:pt idx="449">
                  <c:v>4.1532566859999998</c:v>
                </c:pt>
                <c:pt idx="450">
                  <c:v>3.95989681</c:v>
                </c:pt>
                <c:pt idx="451">
                  <c:v>3.81298782</c:v>
                </c:pt>
                <c:pt idx="452">
                  <c:v>3.7630292870000002</c:v>
                </c:pt>
                <c:pt idx="453">
                  <c:v>3.6280419699999999</c:v>
                </c:pt>
                <c:pt idx="454">
                  <c:v>3.5602328939999999</c:v>
                </c:pt>
                <c:pt idx="455">
                  <c:v>3.4183982550000001</c:v>
                </c:pt>
                <c:pt idx="456">
                  <c:v>3.3669872320000001</c:v>
                </c:pt>
                <c:pt idx="457">
                  <c:v>3.2467116819999999</c:v>
                </c:pt>
                <c:pt idx="458">
                  <c:v>3.242470811</c:v>
                </c:pt>
                <c:pt idx="459">
                  <c:v>3.2266293140000002</c:v>
                </c:pt>
                <c:pt idx="460">
                  <c:v>3.2158902600000001</c:v>
                </c:pt>
              </c:numCache>
            </c:numRef>
          </c:xVal>
          <c:yVal>
            <c:numRef>
              <c:f>[1]Sheet1!$U$2:$U$1293</c:f>
              <c:numCache>
                <c:formatCode>General</c:formatCode>
                <c:ptCount val="1292"/>
                <c:pt idx="1">
                  <c:v>110.5265</c:v>
                </c:pt>
                <c:pt idx="2">
                  <c:v>110.5569</c:v>
                </c:pt>
                <c:pt idx="3">
                  <c:v>110.53710000000001</c:v>
                </c:pt>
                <c:pt idx="4">
                  <c:v>110.66560000000001</c:v>
                </c:pt>
                <c:pt idx="5">
                  <c:v>110.7099</c:v>
                </c:pt>
                <c:pt idx="6">
                  <c:v>110.9312</c:v>
                </c:pt>
                <c:pt idx="7">
                  <c:v>111.134</c:v>
                </c:pt>
                <c:pt idx="8">
                  <c:v>111.40370000000001</c:v>
                </c:pt>
                <c:pt idx="9">
                  <c:v>111.66759999999999</c:v>
                </c:pt>
                <c:pt idx="10">
                  <c:v>112.1579</c:v>
                </c:pt>
                <c:pt idx="11">
                  <c:v>112.4691</c:v>
                </c:pt>
                <c:pt idx="12">
                  <c:v>112.6671</c:v>
                </c:pt>
                <c:pt idx="13">
                  <c:v>112.6249</c:v>
                </c:pt>
                <c:pt idx="14">
                  <c:v>112.95450000000001</c:v>
                </c:pt>
                <c:pt idx="15">
                  <c:v>112.8544</c:v>
                </c:pt>
                <c:pt idx="16">
                  <c:v>112.81399999999999</c:v>
                </c:pt>
                <c:pt idx="17">
                  <c:v>112.90309999999999</c:v>
                </c:pt>
                <c:pt idx="18">
                  <c:v>113.15759999999999</c:v>
                </c:pt>
                <c:pt idx="19">
                  <c:v>113.28739999999999</c:v>
                </c:pt>
                <c:pt idx="20">
                  <c:v>113.4486</c:v>
                </c:pt>
                <c:pt idx="21">
                  <c:v>113.3182</c:v>
                </c:pt>
                <c:pt idx="22">
                  <c:v>113.273</c:v>
                </c:pt>
                <c:pt idx="23">
                  <c:v>113.20949999999999</c:v>
                </c:pt>
                <c:pt idx="24">
                  <c:v>113.49940000000001</c:v>
                </c:pt>
                <c:pt idx="25">
                  <c:v>113.33460000000001</c:v>
                </c:pt>
                <c:pt idx="26">
                  <c:v>113.4903</c:v>
                </c:pt>
                <c:pt idx="27">
                  <c:v>113.54730000000001</c:v>
                </c:pt>
                <c:pt idx="28">
                  <c:v>113.5675</c:v>
                </c:pt>
                <c:pt idx="29">
                  <c:v>113.5668</c:v>
                </c:pt>
                <c:pt idx="30">
                  <c:v>113.41499999999999</c:v>
                </c:pt>
                <c:pt idx="31">
                  <c:v>113.4178</c:v>
                </c:pt>
                <c:pt idx="32">
                  <c:v>113.3964</c:v>
                </c:pt>
                <c:pt idx="33">
                  <c:v>113.3775</c:v>
                </c:pt>
                <c:pt idx="34">
                  <c:v>113.3313</c:v>
                </c:pt>
                <c:pt idx="35">
                  <c:v>113.31</c:v>
                </c:pt>
                <c:pt idx="36">
                  <c:v>113.288</c:v>
                </c:pt>
                <c:pt idx="37">
                  <c:v>113.21440000000001</c:v>
                </c:pt>
                <c:pt idx="38">
                  <c:v>113.25900000000001</c:v>
                </c:pt>
                <c:pt idx="39">
                  <c:v>113.2621</c:v>
                </c:pt>
                <c:pt idx="40">
                  <c:v>113.2638</c:v>
                </c:pt>
                <c:pt idx="41">
                  <c:v>113.24619999999999</c:v>
                </c:pt>
                <c:pt idx="42">
                  <c:v>113.19559999999998</c:v>
                </c:pt>
                <c:pt idx="43">
                  <c:v>113.1678</c:v>
                </c:pt>
                <c:pt idx="44">
                  <c:v>113.19050000000001</c:v>
                </c:pt>
                <c:pt idx="45">
                  <c:v>113.2071</c:v>
                </c:pt>
                <c:pt idx="46">
                  <c:v>113.2222</c:v>
                </c:pt>
                <c:pt idx="47">
                  <c:v>113.0518</c:v>
                </c:pt>
                <c:pt idx="48">
                  <c:v>113.09690000000001</c:v>
                </c:pt>
                <c:pt idx="49">
                  <c:v>113.15780000000001</c:v>
                </c:pt>
                <c:pt idx="50">
                  <c:v>113.26430000000001</c:v>
                </c:pt>
                <c:pt idx="51">
                  <c:v>113.3319</c:v>
                </c:pt>
                <c:pt idx="52">
                  <c:v>113.2324</c:v>
                </c:pt>
                <c:pt idx="53">
                  <c:v>113.28099999999999</c:v>
                </c:pt>
                <c:pt idx="54">
                  <c:v>113.05440000000002</c:v>
                </c:pt>
                <c:pt idx="55">
                  <c:v>113.1833</c:v>
                </c:pt>
                <c:pt idx="56">
                  <c:v>113.14120000000001</c:v>
                </c:pt>
                <c:pt idx="57">
                  <c:v>112.96080000000001</c:v>
                </c:pt>
                <c:pt idx="58">
                  <c:v>112.84350000000001</c:v>
                </c:pt>
                <c:pt idx="59">
                  <c:v>112.51860000000001</c:v>
                </c:pt>
                <c:pt idx="60">
                  <c:v>112.6872</c:v>
                </c:pt>
                <c:pt idx="61">
                  <c:v>112.44479999999999</c:v>
                </c:pt>
                <c:pt idx="62">
                  <c:v>112.3399</c:v>
                </c:pt>
                <c:pt idx="63">
                  <c:v>112.2179</c:v>
                </c:pt>
                <c:pt idx="64">
                  <c:v>112.13929999999999</c:v>
                </c:pt>
                <c:pt idx="65">
                  <c:v>112.09400000000001</c:v>
                </c:pt>
                <c:pt idx="66">
                  <c:v>112.08349999999999</c:v>
                </c:pt>
                <c:pt idx="67">
                  <c:v>111.77809999999999</c:v>
                </c:pt>
                <c:pt idx="68">
                  <c:v>111.67149999999999</c:v>
                </c:pt>
                <c:pt idx="69">
                  <c:v>111.47819999999999</c:v>
                </c:pt>
                <c:pt idx="70">
                  <c:v>111.4344</c:v>
                </c:pt>
                <c:pt idx="71">
                  <c:v>111.3028</c:v>
                </c:pt>
                <c:pt idx="72">
                  <c:v>111.5068</c:v>
                </c:pt>
                <c:pt idx="73">
                  <c:v>111.29810000000001</c:v>
                </c:pt>
                <c:pt idx="74">
                  <c:v>111.27890000000001</c:v>
                </c:pt>
                <c:pt idx="75">
                  <c:v>111.1866</c:v>
                </c:pt>
                <c:pt idx="76">
                  <c:v>111.2052</c:v>
                </c:pt>
                <c:pt idx="77">
                  <c:v>110.9854</c:v>
                </c:pt>
                <c:pt idx="78">
                  <c:v>111.13329999999999</c:v>
                </c:pt>
                <c:pt idx="79">
                  <c:v>111.2256</c:v>
                </c:pt>
                <c:pt idx="80">
                  <c:v>111.0891</c:v>
                </c:pt>
                <c:pt idx="81">
                  <c:v>111.07640000000001</c:v>
                </c:pt>
                <c:pt idx="82">
                  <c:v>111.07989999999999</c:v>
                </c:pt>
                <c:pt idx="83">
                  <c:v>110.89259999999999</c:v>
                </c:pt>
                <c:pt idx="84">
                  <c:v>110.83959999999999</c:v>
                </c:pt>
                <c:pt idx="85">
                  <c:v>110.89460000000001</c:v>
                </c:pt>
                <c:pt idx="86">
                  <c:v>110.81519999999999</c:v>
                </c:pt>
                <c:pt idx="87">
                  <c:v>110.736</c:v>
                </c:pt>
                <c:pt idx="88">
                  <c:v>110.7394</c:v>
                </c:pt>
                <c:pt idx="89">
                  <c:v>110.7398</c:v>
                </c:pt>
                <c:pt idx="90">
                  <c:v>110.7546</c:v>
                </c:pt>
                <c:pt idx="91">
                  <c:v>110.73320000000001</c:v>
                </c:pt>
                <c:pt idx="92">
                  <c:v>110.7094</c:v>
                </c:pt>
                <c:pt idx="93">
                  <c:v>110.6845</c:v>
                </c:pt>
                <c:pt idx="94">
                  <c:v>110.65690000000001</c:v>
                </c:pt>
                <c:pt idx="95">
                  <c:v>110.7915</c:v>
                </c:pt>
                <c:pt idx="96">
                  <c:v>110.76679999999999</c:v>
                </c:pt>
                <c:pt idx="97">
                  <c:v>110.72620000000001</c:v>
                </c:pt>
                <c:pt idx="98">
                  <c:v>110.7154</c:v>
                </c:pt>
                <c:pt idx="99">
                  <c:v>110.69119999999999</c:v>
                </c:pt>
                <c:pt idx="100">
                  <c:v>110.74289999999999</c:v>
                </c:pt>
                <c:pt idx="101">
                  <c:v>110.74769999999999</c:v>
                </c:pt>
                <c:pt idx="102">
                  <c:v>110.74870000000001</c:v>
                </c:pt>
                <c:pt idx="103">
                  <c:v>111.09629999999999</c:v>
                </c:pt>
                <c:pt idx="104">
                  <c:v>111.4081</c:v>
                </c:pt>
                <c:pt idx="105">
                  <c:v>111.8049</c:v>
                </c:pt>
                <c:pt idx="106">
                  <c:v>111.9473</c:v>
                </c:pt>
                <c:pt idx="107">
                  <c:v>112.27499999999999</c:v>
                </c:pt>
                <c:pt idx="108">
                  <c:v>112.3831</c:v>
                </c:pt>
                <c:pt idx="109">
                  <c:v>112.7501</c:v>
                </c:pt>
                <c:pt idx="110">
                  <c:v>112.6694</c:v>
                </c:pt>
                <c:pt idx="111">
                  <c:v>112.7867</c:v>
                </c:pt>
                <c:pt idx="112">
                  <c:v>113.10900000000001</c:v>
                </c:pt>
                <c:pt idx="113">
                  <c:v>112.70350000000001</c:v>
                </c:pt>
                <c:pt idx="114">
                  <c:v>112.94739999999999</c:v>
                </c:pt>
                <c:pt idx="115">
                  <c:v>113.13560000000001</c:v>
                </c:pt>
                <c:pt idx="116">
                  <c:v>112.699</c:v>
                </c:pt>
                <c:pt idx="117">
                  <c:v>113.1627</c:v>
                </c:pt>
                <c:pt idx="118">
                  <c:v>113.0129</c:v>
                </c:pt>
                <c:pt idx="119">
                  <c:v>112.92789999999999</c:v>
                </c:pt>
                <c:pt idx="120">
                  <c:v>112.91249999999999</c:v>
                </c:pt>
                <c:pt idx="121">
                  <c:v>112.9988</c:v>
                </c:pt>
                <c:pt idx="122">
                  <c:v>112.8811</c:v>
                </c:pt>
                <c:pt idx="123">
                  <c:v>112.9007</c:v>
                </c:pt>
                <c:pt idx="124">
                  <c:v>112.8083</c:v>
                </c:pt>
                <c:pt idx="125">
                  <c:v>112.83540000000001</c:v>
                </c:pt>
                <c:pt idx="126">
                  <c:v>112.87390000000001</c:v>
                </c:pt>
                <c:pt idx="127">
                  <c:v>113.041</c:v>
                </c:pt>
                <c:pt idx="128">
                  <c:v>112.8717</c:v>
                </c:pt>
                <c:pt idx="129">
                  <c:v>112.947</c:v>
                </c:pt>
                <c:pt idx="130">
                  <c:v>112.9562</c:v>
                </c:pt>
                <c:pt idx="131">
                  <c:v>112.9598</c:v>
                </c:pt>
                <c:pt idx="132">
                  <c:v>113.0985</c:v>
                </c:pt>
                <c:pt idx="133">
                  <c:v>112.89410000000001</c:v>
                </c:pt>
                <c:pt idx="134">
                  <c:v>112.9384</c:v>
                </c:pt>
                <c:pt idx="135">
                  <c:v>112.9434</c:v>
                </c:pt>
                <c:pt idx="136">
                  <c:v>112.93770000000001</c:v>
                </c:pt>
                <c:pt idx="137">
                  <c:v>112.9376</c:v>
                </c:pt>
                <c:pt idx="138">
                  <c:v>113.0063</c:v>
                </c:pt>
                <c:pt idx="139">
                  <c:v>112.8886</c:v>
                </c:pt>
                <c:pt idx="140">
                  <c:v>112.9101</c:v>
                </c:pt>
                <c:pt idx="141">
                  <c:v>112.926</c:v>
                </c:pt>
                <c:pt idx="142">
                  <c:v>112.9354</c:v>
                </c:pt>
                <c:pt idx="143">
                  <c:v>112.94119999999999</c:v>
                </c:pt>
                <c:pt idx="144">
                  <c:v>112.9649</c:v>
                </c:pt>
                <c:pt idx="145">
                  <c:v>112.98740000000001</c:v>
                </c:pt>
                <c:pt idx="146">
                  <c:v>113.0103</c:v>
                </c:pt>
                <c:pt idx="147">
                  <c:v>113.0335</c:v>
                </c:pt>
                <c:pt idx="148">
                  <c:v>112.8511</c:v>
                </c:pt>
                <c:pt idx="149">
                  <c:v>112.76949999999999</c:v>
                </c:pt>
                <c:pt idx="150">
                  <c:v>112.6784</c:v>
                </c:pt>
                <c:pt idx="151">
                  <c:v>112.86860000000001</c:v>
                </c:pt>
                <c:pt idx="152">
                  <c:v>112.899</c:v>
                </c:pt>
                <c:pt idx="153">
                  <c:v>112.7581</c:v>
                </c:pt>
                <c:pt idx="154">
                  <c:v>112.6157</c:v>
                </c:pt>
                <c:pt idx="155">
                  <c:v>112.4738</c:v>
                </c:pt>
                <c:pt idx="156">
                  <c:v>112.5155</c:v>
                </c:pt>
                <c:pt idx="157">
                  <c:v>112.14689999999999</c:v>
                </c:pt>
                <c:pt idx="158">
                  <c:v>112.0331</c:v>
                </c:pt>
                <c:pt idx="159">
                  <c:v>111.8733</c:v>
                </c:pt>
                <c:pt idx="160">
                  <c:v>111.81530000000001</c:v>
                </c:pt>
                <c:pt idx="161">
                  <c:v>111.63639999999999</c:v>
                </c:pt>
                <c:pt idx="162">
                  <c:v>111.4676</c:v>
                </c:pt>
                <c:pt idx="163">
                  <c:v>111.31610000000001</c:v>
                </c:pt>
                <c:pt idx="164">
                  <c:v>111.3695</c:v>
                </c:pt>
                <c:pt idx="165">
                  <c:v>111.2032</c:v>
                </c:pt>
                <c:pt idx="166">
                  <c:v>111.0235</c:v>
                </c:pt>
                <c:pt idx="167">
                  <c:v>110.8605</c:v>
                </c:pt>
                <c:pt idx="168">
                  <c:v>110.9209</c:v>
                </c:pt>
                <c:pt idx="169">
                  <c:v>110.69000000000001</c:v>
                </c:pt>
                <c:pt idx="170">
                  <c:v>110.5531</c:v>
                </c:pt>
                <c:pt idx="171">
                  <c:v>110.595</c:v>
                </c:pt>
                <c:pt idx="172">
                  <c:v>110.3712</c:v>
                </c:pt>
                <c:pt idx="173">
                  <c:v>110.39859999999999</c:v>
                </c:pt>
                <c:pt idx="174">
                  <c:v>110.3768</c:v>
                </c:pt>
                <c:pt idx="175">
                  <c:v>110.12909999999999</c:v>
                </c:pt>
                <c:pt idx="176">
                  <c:v>110.18299999999999</c:v>
                </c:pt>
                <c:pt idx="177">
                  <c:v>110.1027</c:v>
                </c:pt>
                <c:pt idx="178">
                  <c:v>109.9234</c:v>
                </c:pt>
                <c:pt idx="179">
                  <c:v>110.00280000000001</c:v>
                </c:pt>
                <c:pt idx="180">
                  <c:v>110.00970000000001</c:v>
                </c:pt>
                <c:pt idx="181">
                  <c:v>110.105</c:v>
                </c:pt>
                <c:pt idx="182">
                  <c:v>110.0378</c:v>
                </c:pt>
                <c:pt idx="183">
                  <c:v>109.9877</c:v>
                </c:pt>
                <c:pt idx="184">
                  <c:v>109.959</c:v>
                </c:pt>
                <c:pt idx="185">
                  <c:v>110.00640000000001</c:v>
                </c:pt>
                <c:pt idx="186">
                  <c:v>109.88720000000001</c:v>
                </c:pt>
                <c:pt idx="187">
                  <c:v>109.98699999999999</c:v>
                </c:pt>
                <c:pt idx="188">
                  <c:v>109.95189999999999</c:v>
                </c:pt>
                <c:pt idx="189">
                  <c:v>109.9492</c:v>
                </c:pt>
                <c:pt idx="190">
                  <c:v>109.9413</c:v>
                </c:pt>
                <c:pt idx="191">
                  <c:v>109.9238</c:v>
                </c:pt>
                <c:pt idx="192">
                  <c:v>109.92179999999999</c:v>
                </c:pt>
                <c:pt idx="193">
                  <c:v>109.8977</c:v>
                </c:pt>
                <c:pt idx="194">
                  <c:v>109.89760000000001</c:v>
                </c:pt>
                <c:pt idx="195">
                  <c:v>109.89150000000001</c:v>
                </c:pt>
                <c:pt idx="196">
                  <c:v>109.9699</c:v>
                </c:pt>
                <c:pt idx="197">
                  <c:v>110.0248</c:v>
                </c:pt>
                <c:pt idx="198">
                  <c:v>110.10809999999999</c:v>
                </c:pt>
                <c:pt idx="199">
                  <c:v>110.25109999999999</c:v>
                </c:pt>
                <c:pt idx="200">
                  <c:v>110.48159999999999</c:v>
                </c:pt>
                <c:pt idx="201">
                  <c:v>110.77260000000001</c:v>
                </c:pt>
                <c:pt idx="202">
                  <c:v>110.8466</c:v>
                </c:pt>
                <c:pt idx="203">
                  <c:v>111.2816</c:v>
                </c:pt>
                <c:pt idx="204">
                  <c:v>111.3245</c:v>
                </c:pt>
                <c:pt idx="205">
                  <c:v>111.5035</c:v>
                </c:pt>
                <c:pt idx="206">
                  <c:v>111.7115</c:v>
                </c:pt>
                <c:pt idx="207">
                  <c:v>111.9538</c:v>
                </c:pt>
                <c:pt idx="208">
                  <c:v>111.8886</c:v>
                </c:pt>
                <c:pt idx="209">
                  <c:v>112.1324</c:v>
                </c:pt>
                <c:pt idx="210">
                  <c:v>112.4765</c:v>
                </c:pt>
                <c:pt idx="211">
                  <c:v>112.63199999999999</c:v>
                </c:pt>
                <c:pt idx="212">
                  <c:v>112.5857</c:v>
                </c:pt>
                <c:pt idx="213">
                  <c:v>113.0147</c:v>
                </c:pt>
                <c:pt idx="214">
                  <c:v>112.99170000000001</c:v>
                </c:pt>
                <c:pt idx="215">
                  <c:v>112.74340000000001</c:v>
                </c:pt>
                <c:pt idx="216">
                  <c:v>113.0745</c:v>
                </c:pt>
                <c:pt idx="217">
                  <c:v>113.08369999999999</c:v>
                </c:pt>
                <c:pt idx="218">
                  <c:v>112.93340000000001</c:v>
                </c:pt>
                <c:pt idx="219">
                  <c:v>112.83429999999998</c:v>
                </c:pt>
                <c:pt idx="220">
                  <c:v>112.8785</c:v>
                </c:pt>
                <c:pt idx="221">
                  <c:v>112.76740000000001</c:v>
                </c:pt>
                <c:pt idx="222">
                  <c:v>112.8933</c:v>
                </c:pt>
                <c:pt idx="223">
                  <c:v>112.60040000000001</c:v>
                </c:pt>
                <c:pt idx="224">
                  <c:v>112.7148</c:v>
                </c:pt>
                <c:pt idx="225">
                  <c:v>112.91740000000001</c:v>
                </c:pt>
                <c:pt idx="226">
                  <c:v>112.92</c:v>
                </c:pt>
                <c:pt idx="227">
                  <c:v>112.9273</c:v>
                </c:pt>
                <c:pt idx="228">
                  <c:v>112.99799999999999</c:v>
                </c:pt>
                <c:pt idx="229">
                  <c:v>112.9256</c:v>
                </c:pt>
                <c:pt idx="230">
                  <c:v>112.9791</c:v>
                </c:pt>
                <c:pt idx="231">
                  <c:v>112.85</c:v>
                </c:pt>
                <c:pt idx="232">
                  <c:v>112.9462</c:v>
                </c:pt>
                <c:pt idx="233">
                  <c:v>112.80879999999999</c:v>
                </c:pt>
                <c:pt idx="234">
                  <c:v>112.89960000000001</c:v>
                </c:pt>
                <c:pt idx="235">
                  <c:v>112.9666</c:v>
                </c:pt>
                <c:pt idx="236">
                  <c:v>113.03039999999999</c:v>
                </c:pt>
                <c:pt idx="237">
                  <c:v>112.8839</c:v>
                </c:pt>
                <c:pt idx="238">
                  <c:v>112.88470000000001</c:v>
                </c:pt>
                <c:pt idx="239">
                  <c:v>112.93279999999999</c:v>
                </c:pt>
                <c:pt idx="240">
                  <c:v>112.86659999999999</c:v>
                </c:pt>
                <c:pt idx="241">
                  <c:v>112.8339</c:v>
                </c:pt>
                <c:pt idx="242">
                  <c:v>112.7838</c:v>
                </c:pt>
                <c:pt idx="243">
                  <c:v>112.75130000000001</c:v>
                </c:pt>
                <c:pt idx="244">
                  <c:v>112.77329999999999</c:v>
                </c:pt>
                <c:pt idx="245">
                  <c:v>112.66590000000001</c:v>
                </c:pt>
                <c:pt idx="246">
                  <c:v>112.76139999999999</c:v>
                </c:pt>
                <c:pt idx="247">
                  <c:v>112.8108</c:v>
                </c:pt>
                <c:pt idx="248">
                  <c:v>112.84549999999999</c:v>
                </c:pt>
                <c:pt idx="249">
                  <c:v>112.63629999999999</c:v>
                </c:pt>
                <c:pt idx="250">
                  <c:v>112.71100000000001</c:v>
                </c:pt>
                <c:pt idx="251">
                  <c:v>112.58290000000001</c:v>
                </c:pt>
                <c:pt idx="252">
                  <c:v>112.7557</c:v>
                </c:pt>
                <c:pt idx="253">
                  <c:v>112.45570000000001</c:v>
                </c:pt>
                <c:pt idx="254">
                  <c:v>112.42800000000001</c:v>
                </c:pt>
                <c:pt idx="255">
                  <c:v>112.14349999999999</c:v>
                </c:pt>
                <c:pt idx="256">
                  <c:v>112.04129999999999</c:v>
                </c:pt>
                <c:pt idx="257">
                  <c:v>111.8553</c:v>
                </c:pt>
                <c:pt idx="258">
                  <c:v>111.69560000000001</c:v>
                </c:pt>
                <c:pt idx="259">
                  <c:v>111.5531</c:v>
                </c:pt>
                <c:pt idx="260">
                  <c:v>111.37729999999999</c:v>
                </c:pt>
                <c:pt idx="261">
                  <c:v>111.02359999999999</c:v>
                </c:pt>
                <c:pt idx="262">
                  <c:v>111.0059</c:v>
                </c:pt>
                <c:pt idx="263">
                  <c:v>110.71770000000001</c:v>
                </c:pt>
                <c:pt idx="264">
                  <c:v>110.4106</c:v>
                </c:pt>
                <c:pt idx="265">
                  <c:v>110.47750000000001</c:v>
                </c:pt>
                <c:pt idx="266">
                  <c:v>110.5639</c:v>
                </c:pt>
                <c:pt idx="267">
                  <c:v>110.54470000000001</c:v>
                </c:pt>
                <c:pt idx="268">
                  <c:v>110.42960000000001</c:v>
                </c:pt>
                <c:pt idx="269">
                  <c:v>110.32849999999999</c:v>
                </c:pt>
                <c:pt idx="270">
                  <c:v>110.3349</c:v>
                </c:pt>
                <c:pt idx="271">
                  <c:v>110.3057</c:v>
                </c:pt>
                <c:pt idx="272">
                  <c:v>110.3682</c:v>
                </c:pt>
                <c:pt idx="273">
                  <c:v>110.1957</c:v>
                </c:pt>
                <c:pt idx="274">
                  <c:v>110.081</c:v>
                </c:pt>
                <c:pt idx="275">
                  <c:v>110.17179999999999</c:v>
                </c:pt>
                <c:pt idx="276">
                  <c:v>109.99589999999999</c:v>
                </c:pt>
                <c:pt idx="277">
                  <c:v>110.0333</c:v>
                </c:pt>
                <c:pt idx="278">
                  <c:v>109.9478</c:v>
                </c:pt>
                <c:pt idx="279">
                  <c:v>109.93299999999999</c:v>
                </c:pt>
                <c:pt idx="280">
                  <c:v>109.8947</c:v>
                </c:pt>
                <c:pt idx="281">
                  <c:v>109.87899999999999</c:v>
                </c:pt>
                <c:pt idx="282">
                  <c:v>109.86660000000001</c:v>
                </c:pt>
                <c:pt idx="283">
                  <c:v>109.85820000000001</c:v>
                </c:pt>
                <c:pt idx="284">
                  <c:v>109.78009999999999</c:v>
                </c:pt>
                <c:pt idx="285">
                  <c:v>109.71120000000001</c:v>
                </c:pt>
                <c:pt idx="286">
                  <c:v>109.7025</c:v>
                </c:pt>
                <c:pt idx="287">
                  <c:v>109.60050000000001</c:v>
                </c:pt>
                <c:pt idx="288">
                  <c:v>109.63380000000001</c:v>
                </c:pt>
                <c:pt idx="289">
                  <c:v>109.65170000000001</c:v>
                </c:pt>
                <c:pt idx="290">
                  <c:v>109.6974</c:v>
                </c:pt>
                <c:pt idx="291">
                  <c:v>109.7256</c:v>
                </c:pt>
                <c:pt idx="292">
                  <c:v>109.74679999999999</c:v>
                </c:pt>
                <c:pt idx="293">
                  <c:v>109.75960000000001</c:v>
                </c:pt>
                <c:pt idx="294">
                  <c:v>109.74600000000001</c:v>
                </c:pt>
                <c:pt idx="295">
                  <c:v>109.6773</c:v>
                </c:pt>
                <c:pt idx="296">
                  <c:v>109.9161</c:v>
                </c:pt>
                <c:pt idx="297">
                  <c:v>110.08920000000001</c:v>
                </c:pt>
                <c:pt idx="298">
                  <c:v>110.255</c:v>
                </c:pt>
                <c:pt idx="299">
                  <c:v>110.32849999999999</c:v>
                </c:pt>
                <c:pt idx="300">
                  <c:v>110.7526</c:v>
                </c:pt>
                <c:pt idx="301">
                  <c:v>110.96249999999999</c:v>
                </c:pt>
                <c:pt idx="302">
                  <c:v>111.1626</c:v>
                </c:pt>
                <c:pt idx="303">
                  <c:v>111.4945</c:v>
                </c:pt>
                <c:pt idx="304">
                  <c:v>111.95840000000001</c:v>
                </c:pt>
                <c:pt idx="305">
                  <c:v>112.1758</c:v>
                </c:pt>
                <c:pt idx="306">
                  <c:v>112.1319</c:v>
                </c:pt>
                <c:pt idx="307">
                  <c:v>112.34</c:v>
                </c:pt>
                <c:pt idx="308">
                  <c:v>112.53439999999999</c:v>
                </c:pt>
                <c:pt idx="309">
                  <c:v>112.75019999999999</c:v>
                </c:pt>
                <c:pt idx="310">
                  <c:v>112.69710000000001</c:v>
                </c:pt>
                <c:pt idx="311">
                  <c:v>112.66379999999999</c:v>
                </c:pt>
                <c:pt idx="312">
                  <c:v>112.85539999999999</c:v>
                </c:pt>
                <c:pt idx="313">
                  <c:v>112.82830000000001</c:v>
                </c:pt>
                <c:pt idx="314">
                  <c:v>112.90860000000001</c:v>
                </c:pt>
                <c:pt idx="315">
                  <c:v>113.0039</c:v>
                </c:pt>
                <c:pt idx="316">
                  <c:v>112.86149999999999</c:v>
                </c:pt>
                <c:pt idx="317">
                  <c:v>112.8664</c:v>
                </c:pt>
                <c:pt idx="318">
                  <c:v>113.0137</c:v>
                </c:pt>
                <c:pt idx="319">
                  <c:v>113.0284</c:v>
                </c:pt>
                <c:pt idx="320">
                  <c:v>112.8296</c:v>
                </c:pt>
                <c:pt idx="321">
                  <c:v>112.86250000000001</c:v>
                </c:pt>
                <c:pt idx="322">
                  <c:v>112.91290000000001</c:v>
                </c:pt>
                <c:pt idx="323">
                  <c:v>112.8984</c:v>
                </c:pt>
                <c:pt idx="324">
                  <c:v>112.85780000000001</c:v>
                </c:pt>
                <c:pt idx="325">
                  <c:v>112.97750000000001</c:v>
                </c:pt>
                <c:pt idx="326">
                  <c:v>112.9067</c:v>
                </c:pt>
                <c:pt idx="327">
                  <c:v>112.9477</c:v>
                </c:pt>
                <c:pt idx="328">
                  <c:v>112.9376</c:v>
                </c:pt>
                <c:pt idx="329">
                  <c:v>112.93170000000001</c:v>
                </c:pt>
                <c:pt idx="330">
                  <c:v>112.88159999999999</c:v>
                </c:pt>
                <c:pt idx="331">
                  <c:v>112.94110000000001</c:v>
                </c:pt>
                <c:pt idx="332">
                  <c:v>112.79179999999999</c:v>
                </c:pt>
                <c:pt idx="333">
                  <c:v>112.87050000000001</c:v>
                </c:pt>
                <c:pt idx="334">
                  <c:v>112.9375</c:v>
                </c:pt>
                <c:pt idx="335">
                  <c:v>112.99210000000001</c:v>
                </c:pt>
                <c:pt idx="336">
                  <c:v>112.90800000000002</c:v>
                </c:pt>
                <c:pt idx="337">
                  <c:v>112.8408</c:v>
                </c:pt>
                <c:pt idx="338">
                  <c:v>112.89230000000001</c:v>
                </c:pt>
                <c:pt idx="339">
                  <c:v>112.67139999999999</c:v>
                </c:pt>
                <c:pt idx="340">
                  <c:v>112.6721</c:v>
                </c:pt>
                <c:pt idx="341">
                  <c:v>112.56619999999999</c:v>
                </c:pt>
                <c:pt idx="342">
                  <c:v>112.67830000000001</c:v>
                </c:pt>
                <c:pt idx="343">
                  <c:v>112.67449999999999</c:v>
                </c:pt>
                <c:pt idx="344">
                  <c:v>112.6699</c:v>
                </c:pt>
                <c:pt idx="345">
                  <c:v>112.57300000000001</c:v>
                </c:pt>
                <c:pt idx="346">
                  <c:v>112.4199</c:v>
                </c:pt>
                <c:pt idx="347">
                  <c:v>112.3344</c:v>
                </c:pt>
                <c:pt idx="348">
                  <c:v>112.34120000000001</c:v>
                </c:pt>
                <c:pt idx="349">
                  <c:v>112.108</c:v>
                </c:pt>
                <c:pt idx="350">
                  <c:v>111.9316</c:v>
                </c:pt>
                <c:pt idx="351">
                  <c:v>111.756</c:v>
                </c:pt>
                <c:pt idx="352">
                  <c:v>111.68300000000001</c:v>
                </c:pt>
                <c:pt idx="353">
                  <c:v>111.4932</c:v>
                </c:pt>
                <c:pt idx="354">
                  <c:v>111.40280000000001</c:v>
                </c:pt>
                <c:pt idx="355">
                  <c:v>111.3075</c:v>
                </c:pt>
                <c:pt idx="356">
                  <c:v>111.2594</c:v>
                </c:pt>
                <c:pt idx="357">
                  <c:v>111.12650000000001</c:v>
                </c:pt>
                <c:pt idx="358">
                  <c:v>111.0566</c:v>
                </c:pt>
                <c:pt idx="359">
                  <c:v>111.0831</c:v>
                </c:pt>
                <c:pt idx="360">
                  <c:v>110.8948</c:v>
                </c:pt>
                <c:pt idx="361">
                  <c:v>110.85549999999999</c:v>
                </c:pt>
                <c:pt idx="362">
                  <c:v>110.7201</c:v>
                </c:pt>
                <c:pt idx="363">
                  <c:v>110.68020000000001</c:v>
                </c:pt>
                <c:pt idx="364">
                  <c:v>110.49720000000001</c:v>
                </c:pt>
                <c:pt idx="365">
                  <c:v>110.5363</c:v>
                </c:pt>
                <c:pt idx="366">
                  <c:v>110.52189999999999</c:v>
                </c:pt>
                <c:pt idx="367">
                  <c:v>110.41130000000001</c:v>
                </c:pt>
                <c:pt idx="368">
                  <c:v>110.4806</c:v>
                </c:pt>
                <c:pt idx="369">
                  <c:v>110.3252</c:v>
                </c:pt>
                <c:pt idx="370">
                  <c:v>110.21810000000001</c:v>
                </c:pt>
                <c:pt idx="371">
                  <c:v>110.2406</c:v>
                </c:pt>
                <c:pt idx="372">
                  <c:v>110.20659999999999</c:v>
                </c:pt>
                <c:pt idx="373">
                  <c:v>110.20089999999999</c:v>
                </c:pt>
                <c:pt idx="374">
                  <c:v>110.11229999999999</c:v>
                </c:pt>
                <c:pt idx="375">
                  <c:v>110.0338</c:v>
                </c:pt>
                <c:pt idx="376">
                  <c:v>109.9325</c:v>
                </c:pt>
                <c:pt idx="377">
                  <c:v>109.96679999999999</c:v>
                </c:pt>
                <c:pt idx="378">
                  <c:v>109.9092</c:v>
                </c:pt>
                <c:pt idx="379">
                  <c:v>109.9794</c:v>
                </c:pt>
                <c:pt idx="380">
                  <c:v>109.93560000000001</c:v>
                </c:pt>
                <c:pt idx="381">
                  <c:v>109.97439999999999</c:v>
                </c:pt>
                <c:pt idx="382">
                  <c:v>109.84690000000001</c:v>
                </c:pt>
                <c:pt idx="383">
                  <c:v>109.7243</c:v>
                </c:pt>
                <c:pt idx="384">
                  <c:v>109.81</c:v>
                </c:pt>
                <c:pt idx="385">
                  <c:v>109.84880000000001</c:v>
                </c:pt>
                <c:pt idx="386">
                  <c:v>110.0137</c:v>
                </c:pt>
                <c:pt idx="387">
                  <c:v>110.12269999999999</c:v>
                </c:pt>
                <c:pt idx="388">
                  <c:v>110.09259999999999</c:v>
                </c:pt>
                <c:pt idx="389">
                  <c:v>110.6264</c:v>
                </c:pt>
                <c:pt idx="390">
                  <c:v>110.74550000000001</c:v>
                </c:pt>
                <c:pt idx="391">
                  <c:v>111.0579</c:v>
                </c:pt>
                <c:pt idx="392">
                  <c:v>111.4909</c:v>
                </c:pt>
                <c:pt idx="393">
                  <c:v>111.70099999999999</c:v>
                </c:pt>
                <c:pt idx="394">
                  <c:v>111.9111</c:v>
                </c:pt>
                <c:pt idx="395">
                  <c:v>111.87440000000001</c:v>
                </c:pt>
                <c:pt idx="396">
                  <c:v>112.2869</c:v>
                </c:pt>
                <c:pt idx="397">
                  <c:v>112.3344</c:v>
                </c:pt>
                <c:pt idx="398">
                  <c:v>112.2544</c:v>
                </c:pt>
                <c:pt idx="399">
                  <c:v>112.462</c:v>
                </c:pt>
                <c:pt idx="400">
                  <c:v>112.5322</c:v>
                </c:pt>
                <c:pt idx="401">
                  <c:v>112.6336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B1D4-41CB-A3E8-9F40DA412B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58829376"/>
        <c:axId val="658831040"/>
      </c:scatterChart>
      <c:valAx>
        <c:axId val="658829376"/>
        <c:scaling>
          <c:orientation val="minMax"/>
          <c:max val="2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 altLang="ko-KR"/>
                  <a:t>Ankle dorsiflexion angle</a:t>
                </a:r>
                <a:r>
                  <a:rPr lang="en-US" altLang="ko-KR" baseline="0"/>
                  <a:t> (Deg)</a:t>
                </a:r>
                <a:endParaRPr lang="ko-KR" altLang="en-U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58831040"/>
        <c:crosses val="autoZero"/>
        <c:crossBetween val="midCat"/>
      </c:valAx>
      <c:valAx>
        <c:axId val="658831040"/>
        <c:scaling>
          <c:orientation val="minMax"/>
          <c:max val="120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 altLang="ko-KR"/>
                  <a:t>Ankle</a:t>
                </a:r>
                <a:r>
                  <a:rPr lang="en-US" altLang="ko-KR" baseline="0"/>
                  <a:t> moment arm (mm)</a:t>
                </a:r>
                <a:endParaRPr lang="ko-KR" altLang="en-U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58829376"/>
        <c:crosses val="autoZero"/>
        <c:crossBetween val="midCat"/>
        <c:majorUnit val="10"/>
      </c:valAx>
    </c:plotArea>
    <c:legend>
      <c:legendPos val="r"/>
      <c:layout>
        <c:manualLayout>
          <c:xMode val="edge"/>
          <c:yMode val="edge"/>
          <c:x val="0.76954230596299278"/>
          <c:y val="0.61339028511846994"/>
          <c:w val="0.16746650986808467"/>
          <c:h val="0.19034645669291339"/>
        </c:manualLayout>
      </c:layout>
      <c:overlay val="0"/>
      <c:spPr>
        <a:solidFill>
          <a:schemeClr val="bg1"/>
        </a:solidFill>
        <a:ln>
          <a:solidFill>
            <a:schemeClr val="tx1"/>
          </a:solidFill>
        </a:ln>
      </c:spPr>
      <c:txPr>
        <a:bodyPr/>
        <a:lstStyle/>
        <a:p>
          <a:pPr>
            <a:defRPr sz="800" b="1"/>
          </a:pPr>
          <a:endParaRPr lang="ko-KR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200" b="1"/>
              <a:t>Ankle</a:t>
            </a:r>
            <a:r>
              <a:rPr lang="en-US" altLang="ko-KR" sz="1200" b="1" baseline="0"/>
              <a:t> dorsiflexion</a:t>
            </a:r>
          </a:p>
        </c:rich>
      </c:tx>
      <c:layout>
        <c:manualLayout>
          <c:xMode val="edge"/>
          <c:yMode val="edge"/>
          <c:x val="0.42289405684754522"/>
          <c:y val="4.6858344240113294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1681417729760524"/>
          <c:y val="0.16041650531388496"/>
          <c:w val="0.81860994119921049"/>
          <c:h val="0.66268566403003215"/>
        </c:manualLayout>
      </c:layout>
      <c:scatterChart>
        <c:scatterStyle val="lineMarker"/>
        <c:varyColors val="0"/>
        <c:ser>
          <c:idx val="1"/>
          <c:order val="0"/>
          <c:tx>
            <c:strRef>
              <c:f>[1]Sheet1!$J$1</c:f>
              <c:strCache>
                <c:ptCount val="1"/>
                <c:pt idx="0">
                  <c:v>A: 70mm</c:v>
                </c:pt>
              </c:strCache>
            </c:strRef>
          </c:tx>
          <c:spPr>
            <a:ln w="50800">
              <a:solidFill>
                <a:schemeClr val="tx1"/>
              </a:solidFill>
            </a:ln>
          </c:spPr>
          <c:marker>
            <c:spPr>
              <a:noFill/>
              <a:ln>
                <a:noFill/>
              </a:ln>
            </c:spPr>
          </c:marker>
          <c:xVal>
            <c:numRef>
              <c:f>[1]Sheet1!$F$2:$F$1293</c:f>
              <c:numCache>
                <c:formatCode>General</c:formatCode>
                <c:ptCount val="1292"/>
                <c:pt idx="1">
                  <c:v>1.1390464140000001</c:v>
                </c:pt>
                <c:pt idx="2">
                  <c:v>1.1492503709999999</c:v>
                </c:pt>
                <c:pt idx="3">
                  <c:v>1.1602306529999999</c:v>
                </c:pt>
                <c:pt idx="4">
                  <c:v>1.1868164889999999</c:v>
                </c:pt>
                <c:pt idx="5">
                  <c:v>1.290886559</c:v>
                </c:pt>
                <c:pt idx="6">
                  <c:v>1.418231596</c:v>
                </c:pt>
                <c:pt idx="7">
                  <c:v>1.617154516</c:v>
                </c:pt>
                <c:pt idx="8">
                  <c:v>1.839119972</c:v>
                </c:pt>
                <c:pt idx="9">
                  <c:v>1.905301785</c:v>
                </c:pt>
                <c:pt idx="10">
                  <c:v>2.184701445</c:v>
                </c:pt>
                <c:pt idx="11">
                  <c:v>2.4184607009999999</c:v>
                </c:pt>
                <c:pt idx="12">
                  <c:v>2.7759299390000001</c:v>
                </c:pt>
                <c:pt idx="13">
                  <c:v>3.1778257999999999</c:v>
                </c:pt>
                <c:pt idx="14">
                  <c:v>3.6702719670000001</c:v>
                </c:pt>
                <c:pt idx="15">
                  <c:v>4.105213429</c:v>
                </c:pt>
                <c:pt idx="16">
                  <c:v>4.6003187829999996</c:v>
                </c:pt>
                <c:pt idx="17">
                  <c:v>5.0489744859999997</c:v>
                </c:pt>
                <c:pt idx="18">
                  <c:v>5.646583476</c:v>
                </c:pt>
                <c:pt idx="19">
                  <c:v>6.233823085</c:v>
                </c:pt>
                <c:pt idx="20">
                  <c:v>6.7313402990000002</c:v>
                </c:pt>
                <c:pt idx="21">
                  <c:v>7.2056817029999998</c:v>
                </c:pt>
                <c:pt idx="22">
                  <c:v>7.7101885479999996</c:v>
                </c:pt>
                <c:pt idx="23">
                  <c:v>8.136383232</c:v>
                </c:pt>
                <c:pt idx="24">
                  <c:v>8.4722443409999997</c:v>
                </c:pt>
                <c:pt idx="25">
                  <c:v>8.8416440890000008</c:v>
                </c:pt>
                <c:pt idx="26">
                  <c:v>9.0243012230000001</c:v>
                </c:pt>
                <c:pt idx="27">
                  <c:v>9.2167934480000007</c:v>
                </c:pt>
                <c:pt idx="28">
                  <c:v>9.2617150979999998</c:v>
                </c:pt>
                <c:pt idx="29">
                  <c:v>9.2453330890000007</c:v>
                </c:pt>
                <c:pt idx="30">
                  <c:v>9.2359788980000008</c:v>
                </c:pt>
                <c:pt idx="31">
                  <c:v>9.2546948499999999</c:v>
                </c:pt>
                <c:pt idx="32">
                  <c:v>9.3614420799999998</c:v>
                </c:pt>
                <c:pt idx="33">
                  <c:v>9.430834999</c:v>
                </c:pt>
                <c:pt idx="34">
                  <c:v>9.4500573960000001</c:v>
                </c:pt>
                <c:pt idx="35">
                  <c:v>9.4084317720000001</c:v>
                </c:pt>
                <c:pt idx="36">
                  <c:v>9.4087259010000004</c:v>
                </c:pt>
                <c:pt idx="37">
                  <c:v>9.4133904889999993</c:v>
                </c:pt>
                <c:pt idx="38">
                  <c:v>9.4188106059999992</c:v>
                </c:pt>
                <c:pt idx="39">
                  <c:v>9.4160567610000001</c:v>
                </c:pt>
                <c:pt idx="40">
                  <c:v>9.3644725770000008</c:v>
                </c:pt>
                <c:pt idx="41">
                  <c:v>9.3431856750000009</c:v>
                </c:pt>
                <c:pt idx="42">
                  <c:v>9.2769740800000005</c:v>
                </c:pt>
                <c:pt idx="43">
                  <c:v>9.2384680709999998</c:v>
                </c:pt>
                <c:pt idx="44">
                  <c:v>9.1889148410000008</c:v>
                </c:pt>
                <c:pt idx="45">
                  <c:v>9.1641938510000003</c:v>
                </c:pt>
                <c:pt idx="46">
                  <c:v>9.0667912400000006</c:v>
                </c:pt>
                <c:pt idx="47">
                  <c:v>8.9232078040000005</c:v>
                </c:pt>
                <c:pt idx="48">
                  <c:v>8.7541996100000006</c:v>
                </c:pt>
                <c:pt idx="49">
                  <c:v>8.6814484019999991</c:v>
                </c:pt>
                <c:pt idx="50">
                  <c:v>8.4823904310000007</c:v>
                </c:pt>
                <c:pt idx="51">
                  <c:v>8.0849620009999992</c:v>
                </c:pt>
                <c:pt idx="52">
                  <c:v>7.6417629009999999</c:v>
                </c:pt>
                <c:pt idx="53">
                  <c:v>7.0999719079999997</c:v>
                </c:pt>
                <c:pt idx="54">
                  <c:v>6.3857535050000003</c:v>
                </c:pt>
                <c:pt idx="55">
                  <c:v>5.6667217179999998</c:v>
                </c:pt>
                <c:pt idx="56">
                  <c:v>4.990559062</c:v>
                </c:pt>
                <c:pt idx="57">
                  <c:v>4.3378585239999996</c:v>
                </c:pt>
                <c:pt idx="58">
                  <c:v>3.7619820000000002</c:v>
                </c:pt>
                <c:pt idx="59">
                  <c:v>3.2887795469999999</c:v>
                </c:pt>
                <c:pt idx="60">
                  <c:v>2.9447902410000002</c:v>
                </c:pt>
                <c:pt idx="61">
                  <c:v>2.7866525979999999</c:v>
                </c:pt>
                <c:pt idx="62">
                  <c:v>2.5494440470000002</c:v>
                </c:pt>
                <c:pt idx="63">
                  <c:v>2.2651341110000001</c:v>
                </c:pt>
                <c:pt idx="64">
                  <c:v>2.1706043589999999</c:v>
                </c:pt>
                <c:pt idx="65">
                  <c:v>2.1225735769999998</c:v>
                </c:pt>
                <c:pt idx="66">
                  <c:v>2.015417008</c:v>
                </c:pt>
                <c:pt idx="67">
                  <c:v>1.945096886</c:v>
                </c:pt>
                <c:pt idx="68">
                  <c:v>1.9813446990000001</c:v>
                </c:pt>
                <c:pt idx="69">
                  <c:v>1.8738852420000001</c:v>
                </c:pt>
                <c:pt idx="70">
                  <c:v>1.86062992</c:v>
                </c:pt>
                <c:pt idx="71">
                  <c:v>1.8501060970000001</c:v>
                </c:pt>
                <c:pt idx="72">
                  <c:v>1.802565937</c:v>
                </c:pt>
                <c:pt idx="73">
                  <c:v>1.8090133239999999</c:v>
                </c:pt>
                <c:pt idx="74">
                  <c:v>1.815991753</c:v>
                </c:pt>
                <c:pt idx="75">
                  <c:v>1.7755370049999999</c:v>
                </c:pt>
                <c:pt idx="76">
                  <c:v>1.829082936</c:v>
                </c:pt>
                <c:pt idx="77">
                  <c:v>1.782933549</c:v>
                </c:pt>
                <c:pt idx="78">
                  <c:v>1.7893687680000001</c:v>
                </c:pt>
                <c:pt idx="79">
                  <c:v>1.79016474</c:v>
                </c:pt>
                <c:pt idx="80">
                  <c:v>1.789244542</c:v>
                </c:pt>
                <c:pt idx="81">
                  <c:v>1.791022305</c:v>
                </c:pt>
                <c:pt idx="82">
                  <c:v>1.798129761</c:v>
                </c:pt>
                <c:pt idx="83">
                  <c:v>1.798253498</c:v>
                </c:pt>
                <c:pt idx="84">
                  <c:v>1.8007453689999999</c:v>
                </c:pt>
                <c:pt idx="85">
                  <c:v>1.8222282590000001</c:v>
                </c:pt>
                <c:pt idx="86">
                  <c:v>1.859146298</c:v>
                </c:pt>
                <c:pt idx="87">
                  <c:v>1.881125868</c:v>
                </c:pt>
                <c:pt idx="88">
                  <c:v>1.8871010720000001</c:v>
                </c:pt>
                <c:pt idx="89">
                  <c:v>2.139593487</c:v>
                </c:pt>
                <c:pt idx="90">
                  <c:v>2.48916432</c:v>
                </c:pt>
                <c:pt idx="91">
                  <c:v>2.7921130949999999</c:v>
                </c:pt>
                <c:pt idx="92">
                  <c:v>2.959142071</c:v>
                </c:pt>
                <c:pt idx="93">
                  <c:v>3.2529984289999998</c:v>
                </c:pt>
                <c:pt idx="94">
                  <c:v>3.5178275010000002</c:v>
                </c:pt>
                <c:pt idx="95">
                  <c:v>3.8195884019999999</c:v>
                </c:pt>
                <c:pt idx="96">
                  <c:v>4.077614015</c:v>
                </c:pt>
                <c:pt idx="97">
                  <c:v>4.4390233090000004</c:v>
                </c:pt>
                <c:pt idx="98">
                  <c:v>4.9675919960000003</c:v>
                </c:pt>
                <c:pt idx="99">
                  <c:v>5.4913221449999998</c:v>
                </c:pt>
                <c:pt idx="100">
                  <c:v>6.0351897909999996</c:v>
                </c:pt>
                <c:pt idx="101">
                  <c:v>6.5576212060000003</c:v>
                </c:pt>
                <c:pt idx="102">
                  <c:v>7.056684143</c:v>
                </c:pt>
                <c:pt idx="103">
                  <c:v>7.4530340339999999</c:v>
                </c:pt>
                <c:pt idx="104">
                  <c:v>7.906814572</c:v>
                </c:pt>
                <c:pt idx="105">
                  <c:v>8.2971327440000007</c:v>
                </c:pt>
                <c:pt idx="106">
                  <c:v>8.5511306129999998</c:v>
                </c:pt>
                <c:pt idx="107">
                  <c:v>8.8483416140000006</c:v>
                </c:pt>
                <c:pt idx="108">
                  <c:v>9.0234195689999996</c:v>
                </c:pt>
                <c:pt idx="109">
                  <c:v>9.0703282200000004</c:v>
                </c:pt>
                <c:pt idx="110">
                  <c:v>9.2257984719999993</c:v>
                </c:pt>
                <c:pt idx="111">
                  <c:v>9.3757283549999997</c:v>
                </c:pt>
                <c:pt idx="112">
                  <c:v>9.389101921</c:v>
                </c:pt>
                <c:pt idx="113">
                  <c:v>9.3554064169999993</c:v>
                </c:pt>
                <c:pt idx="114">
                  <c:v>9.3968287939999993</c:v>
                </c:pt>
                <c:pt idx="115">
                  <c:v>9.4479994250000008</c:v>
                </c:pt>
                <c:pt idx="116">
                  <c:v>9.5391790059999995</c:v>
                </c:pt>
                <c:pt idx="117">
                  <c:v>9.5728954739999992</c:v>
                </c:pt>
                <c:pt idx="118">
                  <c:v>9.5496253039999992</c:v>
                </c:pt>
                <c:pt idx="119">
                  <c:v>9.5560867609999995</c:v>
                </c:pt>
                <c:pt idx="120">
                  <c:v>9.5720601569999992</c:v>
                </c:pt>
                <c:pt idx="121">
                  <c:v>9.5375367450000006</c:v>
                </c:pt>
                <c:pt idx="122">
                  <c:v>9.5314206250000009</c:v>
                </c:pt>
                <c:pt idx="123">
                  <c:v>9.5223729559999999</c:v>
                </c:pt>
                <c:pt idx="124">
                  <c:v>9.3659058710000007</c:v>
                </c:pt>
                <c:pt idx="125">
                  <c:v>9.3226022719999992</c:v>
                </c:pt>
                <c:pt idx="126">
                  <c:v>9.3173461199999998</c:v>
                </c:pt>
                <c:pt idx="127">
                  <c:v>9.2476143789999998</c:v>
                </c:pt>
                <c:pt idx="128">
                  <c:v>9.1479441010000002</c:v>
                </c:pt>
                <c:pt idx="129">
                  <c:v>8.8468688919999998</c:v>
                </c:pt>
                <c:pt idx="130">
                  <c:v>8.3168105079999997</c:v>
                </c:pt>
                <c:pt idx="131">
                  <c:v>7.6905986799999999</c:v>
                </c:pt>
                <c:pt idx="132">
                  <c:v>7.1962125859999997</c:v>
                </c:pt>
                <c:pt idx="133">
                  <c:v>6.6117514579999996</c:v>
                </c:pt>
                <c:pt idx="134">
                  <c:v>5.7858934719999997</c:v>
                </c:pt>
                <c:pt idx="135">
                  <c:v>4.6888199129999997</c:v>
                </c:pt>
                <c:pt idx="136">
                  <c:v>3.3873939310000001</c:v>
                </c:pt>
                <c:pt idx="137">
                  <c:v>2.6571514789999999</c:v>
                </c:pt>
                <c:pt idx="138">
                  <c:v>2.465298137</c:v>
                </c:pt>
                <c:pt idx="139">
                  <c:v>2.2243852770000001</c:v>
                </c:pt>
                <c:pt idx="140">
                  <c:v>1.869879852</c:v>
                </c:pt>
                <c:pt idx="141">
                  <c:v>1.58899049</c:v>
                </c:pt>
                <c:pt idx="142">
                  <c:v>1.463533486</c:v>
                </c:pt>
                <c:pt idx="143">
                  <c:v>1.3261750640000001</c:v>
                </c:pt>
                <c:pt idx="144">
                  <c:v>1.310115889</c:v>
                </c:pt>
                <c:pt idx="145">
                  <c:v>1.154351449</c:v>
                </c:pt>
                <c:pt idx="146">
                  <c:v>1.1536870589999999</c:v>
                </c:pt>
                <c:pt idx="147">
                  <c:v>1.159912002</c:v>
                </c:pt>
                <c:pt idx="148">
                  <c:v>1.163623831</c:v>
                </c:pt>
                <c:pt idx="149">
                  <c:v>1.1652567920000001</c:v>
                </c:pt>
                <c:pt idx="150">
                  <c:v>1.1684588890000001</c:v>
                </c:pt>
                <c:pt idx="151">
                  <c:v>1.175101996</c:v>
                </c:pt>
                <c:pt idx="152">
                  <c:v>1.144957958</c:v>
                </c:pt>
                <c:pt idx="153">
                  <c:v>1.1473626960000001</c:v>
                </c:pt>
                <c:pt idx="154">
                  <c:v>1.1684041000000001</c:v>
                </c:pt>
                <c:pt idx="155">
                  <c:v>1.1415676299999999</c:v>
                </c:pt>
                <c:pt idx="156">
                  <c:v>1.1461618549999999</c:v>
                </c:pt>
                <c:pt idx="157">
                  <c:v>1.169861102</c:v>
                </c:pt>
                <c:pt idx="158">
                  <c:v>1.1536254130000001</c:v>
                </c:pt>
                <c:pt idx="159">
                  <c:v>1.1558664110000001</c:v>
                </c:pt>
                <c:pt idx="160">
                  <c:v>1.1591314370000001</c:v>
                </c:pt>
                <c:pt idx="161">
                  <c:v>1.1433244090000001</c:v>
                </c:pt>
                <c:pt idx="162">
                  <c:v>1.142196736</c:v>
                </c:pt>
                <c:pt idx="163">
                  <c:v>1.1772380950000001</c:v>
                </c:pt>
                <c:pt idx="164">
                  <c:v>1.1716123979999999</c:v>
                </c:pt>
                <c:pt idx="165">
                  <c:v>1.26739647</c:v>
                </c:pt>
                <c:pt idx="166">
                  <c:v>1.3276474009999999</c:v>
                </c:pt>
                <c:pt idx="167">
                  <c:v>1.353596826</c:v>
                </c:pt>
                <c:pt idx="168">
                  <c:v>1.505740861</c:v>
                </c:pt>
                <c:pt idx="169">
                  <c:v>1.651864016</c:v>
                </c:pt>
                <c:pt idx="170">
                  <c:v>1.6915693000000001</c:v>
                </c:pt>
                <c:pt idx="171">
                  <c:v>1.8704287589999999</c:v>
                </c:pt>
                <c:pt idx="172">
                  <c:v>2.1364521459999999</c:v>
                </c:pt>
                <c:pt idx="173">
                  <c:v>2.4124748669999998</c:v>
                </c:pt>
                <c:pt idx="174">
                  <c:v>2.60668218</c:v>
                </c:pt>
                <c:pt idx="175">
                  <c:v>2.9844914180000002</c:v>
                </c:pt>
                <c:pt idx="176">
                  <c:v>3.3203181719999999</c:v>
                </c:pt>
                <c:pt idx="177">
                  <c:v>3.5084826869999999</c:v>
                </c:pt>
                <c:pt idx="178">
                  <c:v>3.844336094</c:v>
                </c:pt>
                <c:pt idx="179">
                  <c:v>4.2061058820000001</c:v>
                </c:pt>
                <c:pt idx="180">
                  <c:v>4.6921197570000004</c:v>
                </c:pt>
                <c:pt idx="181">
                  <c:v>5.1193477520000004</c:v>
                </c:pt>
                <c:pt idx="182">
                  <c:v>5.7561961310000003</c:v>
                </c:pt>
                <c:pt idx="183">
                  <c:v>6.3418761339999996</c:v>
                </c:pt>
                <c:pt idx="184">
                  <c:v>6.7991156640000003</c:v>
                </c:pt>
                <c:pt idx="185">
                  <c:v>7.2310941389999996</c:v>
                </c:pt>
                <c:pt idx="186">
                  <c:v>7.5494887290000001</c:v>
                </c:pt>
                <c:pt idx="187">
                  <c:v>7.7580255060000001</c:v>
                </c:pt>
                <c:pt idx="188">
                  <c:v>7.9476359099999998</c:v>
                </c:pt>
                <c:pt idx="189">
                  <c:v>8.1414877899999993</c:v>
                </c:pt>
                <c:pt idx="190">
                  <c:v>8.2810143499999995</c:v>
                </c:pt>
                <c:pt idx="191">
                  <c:v>8.4065368249999999</c:v>
                </c:pt>
                <c:pt idx="192">
                  <c:v>8.5984688469999995</c:v>
                </c:pt>
                <c:pt idx="193">
                  <c:v>8.6674089569999992</c:v>
                </c:pt>
                <c:pt idx="194">
                  <c:v>8.7009424519999996</c:v>
                </c:pt>
                <c:pt idx="195">
                  <c:v>8.7888693339999993</c:v>
                </c:pt>
                <c:pt idx="196">
                  <c:v>8.8091510369999995</c:v>
                </c:pt>
                <c:pt idx="197">
                  <c:v>8.8474789820000002</c:v>
                </c:pt>
                <c:pt idx="198">
                  <c:v>8.8616387559999996</c:v>
                </c:pt>
                <c:pt idx="199">
                  <c:v>8.8748507589999992</c:v>
                </c:pt>
                <c:pt idx="200">
                  <c:v>8.8544905669999991</c:v>
                </c:pt>
                <c:pt idx="201">
                  <c:v>8.8512769119999994</c:v>
                </c:pt>
                <c:pt idx="202">
                  <c:v>8.8203205390000008</c:v>
                </c:pt>
                <c:pt idx="203">
                  <c:v>8.8154712820000007</c:v>
                </c:pt>
                <c:pt idx="204">
                  <c:v>8.795681858</c:v>
                </c:pt>
                <c:pt idx="205">
                  <c:v>8.8134301599999993</c:v>
                </c:pt>
                <c:pt idx="206">
                  <c:v>8.8137384379999997</c:v>
                </c:pt>
                <c:pt idx="207">
                  <c:v>8.7939658779999998</c:v>
                </c:pt>
                <c:pt idx="208">
                  <c:v>8.7647319659999994</c:v>
                </c:pt>
                <c:pt idx="209">
                  <c:v>8.7548951099999996</c:v>
                </c:pt>
                <c:pt idx="210">
                  <c:v>8.7590782059999999</c:v>
                </c:pt>
                <c:pt idx="211">
                  <c:v>8.6665033279999992</c:v>
                </c:pt>
                <c:pt idx="212">
                  <c:v>8.5199834209999992</c:v>
                </c:pt>
                <c:pt idx="213">
                  <c:v>8.4235294879999998</c:v>
                </c:pt>
                <c:pt idx="214">
                  <c:v>8.1390500130000003</c:v>
                </c:pt>
                <c:pt idx="215">
                  <c:v>7.7702137269999998</c:v>
                </c:pt>
                <c:pt idx="216">
                  <c:v>7.2753168490000002</c:v>
                </c:pt>
                <c:pt idx="217">
                  <c:v>6.7366128639999996</c:v>
                </c:pt>
                <c:pt idx="218">
                  <c:v>6.2022583490000001</c:v>
                </c:pt>
                <c:pt idx="219">
                  <c:v>5.6673267740000002</c:v>
                </c:pt>
                <c:pt idx="220">
                  <c:v>5.0452309230000001</c:v>
                </c:pt>
                <c:pt idx="221">
                  <c:v>4.4417739459999996</c:v>
                </c:pt>
                <c:pt idx="222">
                  <c:v>4.0040589329999996</c:v>
                </c:pt>
                <c:pt idx="223">
                  <c:v>3.5480732540000002</c:v>
                </c:pt>
                <c:pt idx="224">
                  <c:v>3.2315582209999998</c:v>
                </c:pt>
                <c:pt idx="225">
                  <c:v>3.006974896</c:v>
                </c:pt>
                <c:pt idx="226">
                  <c:v>2.618082969</c:v>
                </c:pt>
                <c:pt idx="227">
                  <c:v>2.2372078580000001</c:v>
                </c:pt>
                <c:pt idx="228">
                  <c:v>2.051092369</c:v>
                </c:pt>
                <c:pt idx="229">
                  <c:v>1.907090948</c:v>
                </c:pt>
                <c:pt idx="230">
                  <c:v>1.8171379910000001</c:v>
                </c:pt>
                <c:pt idx="231">
                  <c:v>1.868583428</c:v>
                </c:pt>
                <c:pt idx="232">
                  <c:v>1.8143199290000001</c:v>
                </c:pt>
                <c:pt idx="233">
                  <c:v>1.803985645</c:v>
                </c:pt>
                <c:pt idx="234">
                  <c:v>1.7962625480000001</c:v>
                </c:pt>
                <c:pt idx="235">
                  <c:v>1.807339064</c:v>
                </c:pt>
                <c:pt idx="236">
                  <c:v>1.7566861</c:v>
                </c:pt>
                <c:pt idx="237">
                  <c:v>1.7721513710000001</c:v>
                </c:pt>
                <c:pt idx="238">
                  <c:v>1.766429853</c:v>
                </c:pt>
                <c:pt idx="239">
                  <c:v>1.7659874419999999</c:v>
                </c:pt>
                <c:pt idx="240">
                  <c:v>1.77289743</c:v>
                </c:pt>
                <c:pt idx="241">
                  <c:v>1.776412643</c:v>
                </c:pt>
                <c:pt idx="242">
                  <c:v>1.775109193</c:v>
                </c:pt>
                <c:pt idx="243">
                  <c:v>1.7759701560000001</c:v>
                </c:pt>
                <c:pt idx="244">
                  <c:v>1.770756293</c:v>
                </c:pt>
                <c:pt idx="245">
                  <c:v>1.7674182890000001</c:v>
                </c:pt>
                <c:pt idx="246">
                  <c:v>1.769726898</c:v>
                </c:pt>
                <c:pt idx="247">
                  <c:v>1.774850729</c:v>
                </c:pt>
                <c:pt idx="248">
                  <c:v>1.845571911</c:v>
                </c:pt>
                <c:pt idx="249">
                  <c:v>1.844301456</c:v>
                </c:pt>
                <c:pt idx="250">
                  <c:v>1.870710603</c:v>
                </c:pt>
                <c:pt idx="251">
                  <c:v>1.892767949</c:v>
                </c:pt>
                <c:pt idx="252">
                  <c:v>1.8955522709999999</c:v>
                </c:pt>
                <c:pt idx="253">
                  <c:v>1.951920221</c:v>
                </c:pt>
                <c:pt idx="254">
                  <c:v>2.0170475990000001</c:v>
                </c:pt>
                <c:pt idx="255">
                  <c:v>2.2483176239999998</c:v>
                </c:pt>
                <c:pt idx="256">
                  <c:v>2.582607528</c:v>
                </c:pt>
                <c:pt idx="257">
                  <c:v>2.9130566619999998</c:v>
                </c:pt>
                <c:pt idx="258">
                  <c:v>3.1814741710000001</c:v>
                </c:pt>
                <c:pt idx="259">
                  <c:v>3.5346535640000001</c:v>
                </c:pt>
                <c:pt idx="260">
                  <c:v>4.0032719830000003</c:v>
                </c:pt>
                <c:pt idx="261">
                  <c:v>4.4010481260000001</c:v>
                </c:pt>
                <c:pt idx="262">
                  <c:v>4.7828955210000004</c:v>
                </c:pt>
                <c:pt idx="263">
                  <c:v>5.1585736689999999</c:v>
                </c:pt>
                <c:pt idx="264">
                  <c:v>5.7581953520000004</c:v>
                </c:pt>
                <c:pt idx="265">
                  <c:v>6.3483253800000004</c:v>
                </c:pt>
                <c:pt idx="266">
                  <c:v>6.8650954300000002</c:v>
                </c:pt>
                <c:pt idx="267">
                  <c:v>7.2762211990000001</c:v>
                </c:pt>
                <c:pt idx="268">
                  <c:v>7.7324134119999997</c:v>
                </c:pt>
                <c:pt idx="269">
                  <c:v>8.1082694649999993</c:v>
                </c:pt>
                <c:pt idx="270">
                  <c:v>8.471282875</c:v>
                </c:pt>
                <c:pt idx="271">
                  <c:v>8.6825717820000001</c:v>
                </c:pt>
                <c:pt idx="272">
                  <c:v>8.7932093699999996</c:v>
                </c:pt>
                <c:pt idx="273">
                  <c:v>8.9448727419999994</c:v>
                </c:pt>
                <c:pt idx="274">
                  <c:v>9.1216590239999995</c:v>
                </c:pt>
                <c:pt idx="275">
                  <c:v>9.2955174580000008</c:v>
                </c:pt>
                <c:pt idx="276">
                  <c:v>9.3547958070000004</c:v>
                </c:pt>
                <c:pt idx="277">
                  <c:v>9.4392478390000001</c:v>
                </c:pt>
                <c:pt idx="278">
                  <c:v>9.4642802350000004</c:v>
                </c:pt>
                <c:pt idx="279">
                  <c:v>9.4717283460000008</c:v>
                </c:pt>
                <c:pt idx="280">
                  <c:v>9.5022192679999993</c:v>
                </c:pt>
                <c:pt idx="281">
                  <c:v>9.4864295589999994</c:v>
                </c:pt>
                <c:pt idx="282">
                  <c:v>9.5122029979999994</c:v>
                </c:pt>
                <c:pt idx="283">
                  <c:v>9.5076730069999993</c:v>
                </c:pt>
                <c:pt idx="284">
                  <c:v>9.5339078570000009</c:v>
                </c:pt>
                <c:pt idx="285">
                  <c:v>9.5887678859999994</c:v>
                </c:pt>
                <c:pt idx="286">
                  <c:v>9.6209876170000008</c:v>
                </c:pt>
                <c:pt idx="287">
                  <c:v>9.6281517060000006</c:v>
                </c:pt>
                <c:pt idx="288">
                  <c:v>9.6086945490000009</c:v>
                </c:pt>
                <c:pt idx="289">
                  <c:v>9.6140979649999991</c:v>
                </c:pt>
                <c:pt idx="290">
                  <c:v>9.6157517519999995</c:v>
                </c:pt>
                <c:pt idx="291">
                  <c:v>9.613043631</c:v>
                </c:pt>
                <c:pt idx="292">
                  <c:v>9.4991557360000005</c:v>
                </c:pt>
                <c:pt idx="293">
                  <c:v>9.4317764539999995</c:v>
                </c:pt>
                <c:pt idx="294">
                  <c:v>9.4384368760000008</c:v>
                </c:pt>
                <c:pt idx="295">
                  <c:v>9.2969536910000006</c:v>
                </c:pt>
                <c:pt idx="296">
                  <c:v>9.1007712539999996</c:v>
                </c:pt>
                <c:pt idx="297">
                  <c:v>8.8354759779999998</c:v>
                </c:pt>
                <c:pt idx="298">
                  <c:v>8.4949983840000005</c:v>
                </c:pt>
                <c:pt idx="299">
                  <c:v>7.9735905579999997</c:v>
                </c:pt>
                <c:pt idx="300">
                  <c:v>7.448564578</c:v>
                </c:pt>
                <c:pt idx="301">
                  <c:v>7.002963254</c:v>
                </c:pt>
                <c:pt idx="302">
                  <c:v>6.4111232569999999</c:v>
                </c:pt>
                <c:pt idx="303">
                  <c:v>5.8497472540000004</c:v>
                </c:pt>
                <c:pt idx="304">
                  <c:v>5.1433517929999999</c:v>
                </c:pt>
                <c:pt idx="305">
                  <c:v>4.415455165</c:v>
                </c:pt>
                <c:pt idx="306">
                  <c:v>3.8869358580000002</c:v>
                </c:pt>
                <c:pt idx="307">
                  <c:v>3.4887540060000002</c:v>
                </c:pt>
                <c:pt idx="308">
                  <c:v>3.163678445</c:v>
                </c:pt>
                <c:pt idx="309">
                  <c:v>2.7977487600000002</c:v>
                </c:pt>
                <c:pt idx="310">
                  <c:v>2.611160253</c:v>
                </c:pt>
                <c:pt idx="311">
                  <c:v>2.4170155929999999</c:v>
                </c:pt>
                <c:pt idx="312">
                  <c:v>2.2619162190000002</c:v>
                </c:pt>
                <c:pt idx="313">
                  <c:v>2.142644411</c:v>
                </c:pt>
                <c:pt idx="314">
                  <c:v>2.0679134160000001</c:v>
                </c:pt>
                <c:pt idx="315">
                  <c:v>2.0330330669999999</c:v>
                </c:pt>
                <c:pt idx="316">
                  <c:v>1.961153688</c:v>
                </c:pt>
                <c:pt idx="317">
                  <c:v>2.0266554440000002</c:v>
                </c:pt>
                <c:pt idx="318">
                  <c:v>1.9401633540000001</c:v>
                </c:pt>
                <c:pt idx="319">
                  <c:v>1.963702015</c:v>
                </c:pt>
                <c:pt idx="320">
                  <c:v>2.019364822</c:v>
                </c:pt>
                <c:pt idx="321">
                  <c:v>1.9652721900000001</c:v>
                </c:pt>
                <c:pt idx="322">
                  <c:v>1.9796204719999999</c:v>
                </c:pt>
                <c:pt idx="323">
                  <c:v>1.9879047000000001</c:v>
                </c:pt>
                <c:pt idx="324">
                  <c:v>1.953669214</c:v>
                </c:pt>
                <c:pt idx="325">
                  <c:v>1.9502713439999999</c:v>
                </c:pt>
                <c:pt idx="326">
                  <c:v>1.9851214800000001</c:v>
                </c:pt>
                <c:pt idx="327">
                  <c:v>1.9629633879999999</c:v>
                </c:pt>
                <c:pt idx="328">
                  <c:v>1.9738790610000001</c:v>
                </c:pt>
                <c:pt idx="329">
                  <c:v>2.0119289849999999</c:v>
                </c:pt>
                <c:pt idx="330">
                  <c:v>2.0257539429999998</c:v>
                </c:pt>
                <c:pt idx="331">
                  <c:v>2.0594277719999998</c:v>
                </c:pt>
                <c:pt idx="332">
                  <c:v>2.088314676</c:v>
                </c:pt>
                <c:pt idx="333">
                  <c:v>2.089617455</c:v>
                </c:pt>
                <c:pt idx="334">
                  <c:v>2.1467568959999999</c:v>
                </c:pt>
                <c:pt idx="335">
                  <c:v>2.2827530880000002</c:v>
                </c:pt>
                <c:pt idx="336">
                  <c:v>2.440466222</c:v>
                </c:pt>
                <c:pt idx="337">
                  <c:v>2.5897043769999999</c:v>
                </c:pt>
                <c:pt idx="338">
                  <c:v>2.7493351179999999</c:v>
                </c:pt>
                <c:pt idx="339">
                  <c:v>2.9910782679999999</c:v>
                </c:pt>
                <c:pt idx="340">
                  <c:v>3.3119144920000001</c:v>
                </c:pt>
                <c:pt idx="341">
                  <c:v>3.6392198979999999</c:v>
                </c:pt>
                <c:pt idx="342">
                  <c:v>4.0663534339999998</c:v>
                </c:pt>
                <c:pt idx="343">
                  <c:v>4.5328162049999996</c:v>
                </c:pt>
                <c:pt idx="344">
                  <c:v>5.1037361690000003</c:v>
                </c:pt>
                <c:pt idx="345">
                  <c:v>5.6616612850000001</c:v>
                </c:pt>
                <c:pt idx="346">
                  <c:v>6.3104628329999999</c:v>
                </c:pt>
                <c:pt idx="347">
                  <c:v>6.9046675359999998</c:v>
                </c:pt>
                <c:pt idx="348">
                  <c:v>7.5682469499999998</c:v>
                </c:pt>
                <c:pt idx="349">
                  <c:v>8.0770154349999999</c:v>
                </c:pt>
                <c:pt idx="350">
                  <c:v>8.6715676800000008</c:v>
                </c:pt>
                <c:pt idx="351">
                  <c:v>9.2606269779999995</c:v>
                </c:pt>
                <c:pt idx="352">
                  <c:v>9.8319677639999998</c:v>
                </c:pt>
                <c:pt idx="353">
                  <c:v>10.266571730000001</c:v>
                </c:pt>
                <c:pt idx="354">
                  <c:v>10.3931288</c:v>
                </c:pt>
                <c:pt idx="355">
                  <c:v>10.44893886</c:v>
                </c:pt>
                <c:pt idx="356">
                  <c:v>10.62835055</c:v>
                </c:pt>
                <c:pt idx="357">
                  <c:v>10.74758372</c:v>
                </c:pt>
                <c:pt idx="358">
                  <c:v>10.80687831</c:v>
                </c:pt>
                <c:pt idx="359">
                  <c:v>10.792956759999999</c:v>
                </c:pt>
                <c:pt idx="360">
                  <c:v>10.725288259999999</c:v>
                </c:pt>
                <c:pt idx="361">
                  <c:v>10.637111239999999</c:v>
                </c:pt>
                <c:pt idx="362">
                  <c:v>10.57861834</c:v>
                </c:pt>
                <c:pt idx="363">
                  <c:v>10.54625907</c:v>
                </c:pt>
                <c:pt idx="364">
                  <c:v>10.48510031</c:v>
                </c:pt>
                <c:pt idx="365">
                  <c:v>10.44639407</c:v>
                </c:pt>
                <c:pt idx="366">
                  <c:v>10.43876659</c:v>
                </c:pt>
                <c:pt idx="367">
                  <c:v>10.434879860000001</c:v>
                </c:pt>
                <c:pt idx="368">
                  <c:v>10.382588610000001</c:v>
                </c:pt>
                <c:pt idx="369">
                  <c:v>10.39112995</c:v>
                </c:pt>
                <c:pt idx="370">
                  <c:v>10.37460976</c:v>
                </c:pt>
                <c:pt idx="371">
                  <c:v>10.35016443</c:v>
                </c:pt>
                <c:pt idx="372">
                  <c:v>10.351119150000001</c:v>
                </c:pt>
                <c:pt idx="373">
                  <c:v>10.27644233</c:v>
                </c:pt>
                <c:pt idx="374">
                  <c:v>10.12526149</c:v>
                </c:pt>
                <c:pt idx="375">
                  <c:v>9.9062220599999993</c:v>
                </c:pt>
                <c:pt idx="376">
                  <c:v>9.5347924939999995</c:v>
                </c:pt>
                <c:pt idx="377">
                  <c:v>9.0624617829999998</c:v>
                </c:pt>
                <c:pt idx="378">
                  <c:v>8.6071087750000004</c:v>
                </c:pt>
                <c:pt idx="379">
                  <c:v>8.1778478910000008</c:v>
                </c:pt>
                <c:pt idx="380">
                  <c:v>7.5960757059999997</c:v>
                </c:pt>
                <c:pt idx="381">
                  <c:v>6.9276786670000003</c:v>
                </c:pt>
                <c:pt idx="382">
                  <c:v>6.2412512400000004</c:v>
                </c:pt>
                <c:pt idx="383">
                  <c:v>5.518785931</c:v>
                </c:pt>
                <c:pt idx="384">
                  <c:v>5.0289030820000002</c:v>
                </c:pt>
                <c:pt idx="385">
                  <c:v>4.5102228310000001</c:v>
                </c:pt>
                <c:pt idx="386">
                  <c:v>4.2275332380000004</c:v>
                </c:pt>
                <c:pt idx="387">
                  <c:v>3.969424713</c:v>
                </c:pt>
                <c:pt idx="388">
                  <c:v>3.7751127690000001</c:v>
                </c:pt>
                <c:pt idx="389">
                  <c:v>3.594822137</c:v>
                </c:pt>
                <c:pt idx="390">
                  <c:v>3.4373698730000002</c:v>
                </c:pt>
                <c:pt idx="391">
                  <c:v>3.2681374170000002</c:v>
                </c:pt>
                <c:pt idx="392">
                  <c:v>3.085693682</c:v>
                </c:pt>
                <c:pt idx="393">
                  <c:v>2.9073234929999998</c:v>
                </c:pt>
                <c:pt idx="394">
                  <c:v>2.8687306499999998</c:v>
                </c:pt>
                <c:pt idx="395">
                  <c:v>2.7817082260000001</c:v>
                </c:pt>
                <c:pt idx="396">
                  <c:v>2.7265970209999999</c:v>
                </c:pt>
                <c:pt idx="397">
                  <c:v>2.704474899</c:v>
                </c:pt>
                <c:pt idx="398">
                  <c:v>2.6915093809999999</c:v>
                </c:pt>
                <c:pt idx="399">
                  <c:v>2.6804901490000002</c:v>
                </c:pt>
                <c:pt idx="400">
                  <c:v>2.677796394</c:v>
                </c:pt>
                <c:pt idx="401">
                  <c:v>2.6653970409999999</c:v>
                </c:pt>
                <c:pt idx="402">
                  <c:v>2.6833681459999998</c:v>
                </c:pt>
                <c:pt idx="403">
                  <c:v>2.6683561710000001</c:v>
                </c:pt>
                <c:pt idx="404">
                  <c:v>2.6683331090000002</c:v>
                </c:pt>
                <c:pt idx="405">
                  <c:v>2.6685137609999998</c:v>
                </c:pt>
                <c:pt idx="406">
                  <c:v>2.6770770310000001</c:v>
                </c:pt>
                <c:pt idx="407">
                  <c:v>2.6842161920000001</c:v>
                </c:pt>
                <c:pt idx="408">
                  <c:v>2.6875751800000001</c:v>
                </c:pt>
              </c:numCache>
            </c:numRef>
          </c:xVal>
          <c:yVal>
            <c:numRef>
              <c:f>[1]Sheet1!$J$2:$J$1293</c:f>
              <c:numCache>
                <c:formatCode>General</c:formatCode>
                <c:ptCount val="1292"/>
                <c:pt idx="1">
                  <c:v>1.1178250440000002</c:v>
                </c:pt>
                <c:pt idx="2">
                  <c:v>1.1250692040000001</c:v>
                </c:pt>
                <c:pt idx="3">
                  <c:v>1.1597533640000002</c:v>
                </c:pt>
                <c:pt idx="4">
                  <c:v>1.2044256840000001</c:v>
                </c:pt>
                <c:pt idx="5">
                  <c:v>1.2917946440000001</c:v>
                </c:pt>
                <c:pt idx="6">
                  <c:v>1.4021034440000002</c:v>
                </c:pt>
                <c:pt idx="7">
                  <c:v>1.475423124</c:v>
                </c:pt>
                <c:pt idx="8">
                  <c:v>1.504399764</c:v>
                </c:pt>
                <c:pt idx="9">
                  <c:v>1.534364244</c:v>
                </c:pt>
                <c:pt idx="10">
                  <c:v>1.6004397640000001</c:v>
                </c:pt>
                <c:pt idx="11">
                  <c:v>1.639843604</c:v>
                </c:pt>
                <c:pt idx="12">
                  <c:v>1.6870404040000002</c:v>
                </c:pt>
                <c:pt idx="13">
                  <c:v>1.7621162440000002</c:v>
                </c:pt>
                <c:pt idx="14">
                  <c:v>1.8314845640000001</c:v>
                </c:pt>
                <c:pt idx="15">
                  <c:v>1.8573879240000002</c:v>
                </c:pt>
                <c:pt idx="16">
                  <c:v>1.8760471240000001</c:v>
                </c:pt>
                <c:pt idx="17">
                  <c:v>1.8705591240000001</c:v>
                </c:pt>
                <c:pt idx="18">
                  <c:v>1.8333504840000001</c:v>
                </c:pt>
                <c:pt idx="19">
                  <c:v>1.7950442440000001</c:v>
                </c:pt>
                <c:pt idx="20">
                  <c:v>1.8244599240000001</c:v>
                </c:pt>
                <c:pt idx="21">
                  <c:v>1.9060116040000001</c:v>
                </c:pt>
                <c:pt idx="22">
                  <c:v>1.9685748040000002</c:v>
                </c:pt>
                <c:pt idx="23">
                  <c:v>2.0398090440000001</c:v>
                </c:pt>
                <c:pt idx="24">
                  <c:v>2.1871069640000003</c:v>
                </c:pt>
                <c:pt idx="25">
                  <c:v>2.3372586440000003</c:v>
                </c:pt>
                <c:pt idx="26">
                  <c:v>2.4924592839999997</c:v>
                </c:pt>
                <c:pt idx="27">
                  <c:v>2.7547856840000002</c:v>
                </c:pt>
                <c:pt idx="28">
                  <c:v>3.0803338440000001</c:v>
                </c:pt>
                <c:pt idx="29">
                  <c:v>3.4608717640000002</c:v>
                </c:pt>
                <c:pt idx="30">
                  <c:v>3.9172538440000007</c:v>
                </c:pt>
                <c:pt idx="31">
                  <c:v>4.4315892039999998</c:v>
                </c:pt>
                <c:pt idx="32">
                  <c:v>5.0156221640000007</c:v>
                </c:pt>
                <c:pt idx="33">
                  <c:v>5.6313757640000004</c:v>
                </c:pt>
                <c:pt idx="34">
                  <c:v>6.2363728839999997</c:v>
                </c:pt>
                <c:pt idx="35">
                  <c:v>6.7637696840000006</c:v>
                </c:pt>
                <c:pt idx="36">
                  <c:v>7.8238317640000004</c:v>
                </c:pt>
                <c:pt idx="37">
                  <c:v>8.9914586439999997</c:v>
                </c:pt>
                <c:pt idx="38">
                  <c:v>10.051301204000001</c:v>
                </c:pt>
                <c:pt idx="39">
                  <c:v>11.004457044</c:v>
                </c:pt>
                <c:pt idx="40">
                  <c:v>11.707579604000001</c:v>
                </c:pt>
                <c:pt idx="41">
                  <c:v>12.375578964000001</c:v>
                </c:pt>
                <c:pt idx="42">
                  <c:v>12.988259284000002</c:v>
                </c:pt>
                <c:pt idx="43">
                  <c:v>13.561535764</c:v>
                </c:pt>
                <c:pt idx="44">
                  <c:v>14.202095124000001</c:v>
                </c:pt>
                <c:pt idx="45">
                  <c:v>14.916522964000002</c:v>
                </c:pt>
                <c:pt idx="46">
                  <c:v>15.660586004000001</c:v>
                </c:pt>
                <c:pt idx="47">
                  <c:v>16.460187604000001</c:v>
                </c:pt>
                <c:pt idx="48">
                  <c:v>17.315108244000001</c:v>
                </c:pt>
                <c:pt idx="49">
                  <c:v>18.167723924000001</c:v>
                </c:pt>
                <c:pt idx="50">
                  <c:v>19.020998164000002</c:v>
                </c:pt>
                <c:pt idx="51">
                  <c:v>19.901822164000002</c:v>
                </c:pt>
                <c:pt idx="52">
                  <c:v>20.765743124000004</c:v>
                </c:pt>
                <c:pt idx="53">
                  <c:v>21.634054484</c:v>
                </c:pt>
                <c:pt idx="54">
                  <c:v>22.535403604000003</c:v>
                </c:pt>
                <c:pt idx="55">
                  <c:v>23.383738644000005</c:v>
                </c:pt>
                <c:pt idx="56">
                  <c:v>24.136143444000002</c:v>
                </c:pt>
                <c:pt idx="57">
                  <c:v>24.807655124</c:v>
                </c:pt>
                <c:pt idx="58">
                  <c:v>25.394980884000002</c:v>
                </c:pt>
                <c:pt idx="59">
                  <c:v>25.899876884000005</c:v>
                </c:pt>
                <c:pt idx="60">
                  <c:v>26.347478164000002</c:v>
                </c:pt>
                <c:pt idx="61">
                  <c:v>26.777956884000002</c:v>
                </c:pt>
                <c:pt idx="62">
                  <c:v>27.252229844000002</c:v>
                </c:pt>
                <c:pt idx="63">
                  <c:v>27.798395604</c:v>
                </c:pt>
                <c:pt idx="64">
                  <c:v>28.516445524000002</c:v>
                </c:pt>
                <c:pt idx="65">
                  <c:v>29.345023764</c:v>
                </c:pt>
                <c:pt idx="66">
                  <c:v>30.086123284000003</c:v>
                </c:pt>
                <c:pt idx="67">
                  <c:v>30.599800084000002</c:v>
                </c:pt>
                <c:pt idx="68">
                  <c:v>30.880017364000004</c:v>
                </c:pt>
                <c:pt idx="69">
                  <c:v>30.994167764000004</c:v>
                </c:pt>
                <c:pt idx="70">
                  <c:v>31.155624724000003</c:v>
                </c:pt>
                <c:pt idx="71">
                  <c:v>31.473160404000001</c:v>
                </c:pt>
                <c:pt idx="72">
                  <c:v>31.993861844000001</c:v>
                </c:pt>
                <c:pt idx="73">
                  <c:v>32.523563604000003</c:v>
                </c:pt>
                <c:pt idx="74">
                  <c:v>32.971494164000006</c:v>
                </c:pt>
                <c:pt idx="75">
                  <c:v>33.319433364000005</c:v>
                </c:pt>
                <c:pt idx="76">
                  <c:v>33.549819604000007</c:v>
                </c:pt>
                <c:pt idx="77">
                  <c:v>33.860330644000001</c:v>
                </c:pt>
                <c:pt idx="78">
                  <c:v>34.273028244000002</c:v>
                </c:pt>
                <c:pt idx="79">
                  <c:v>34.789888084000005</c:v>
                </c:pt>
                <c:pt idx="80">
                  <c:v>35.177889684</c:v>
                </c:pt>
                <c:pt idx="81">
                  <c:v>35.376335764000004</c:v>
                </c:pt>
                <c:pt idx="82">
                  <c:v>35.455253204000002</c:v>
                </c:pt>
                <c:pt idx="83">
                  <c:v>35.552171284000003</c:v>
                </c:pt>
                <c:pt idx="84">
                  <c:v>35.745458644000003</c:v>
                </c:pt>
                <c:pt idx="85">
                  <c:v>35.984845204000003</c:v>
                </c:pt>
                <c:pt idx="86">
                  <c:v>36.233890643999999</c:v>
                </c:pt>
                <c:pt idx="87">
                  <c:v>36.478765204000005</c:v>
                </c:pt>
                <c:pt idx="88">
                  <c:v>36.674906324000005</c:v>
                </c:pt>
                <c:pt idx="89">
                  <c:v>36.766446164000001</c:v>
                </c:pt>
                <c:pt idx="90">
                  <c:v>36.921098004000001</c:v>
                </c:pt>
                <c:pt idx="91">
                  <c:v>37.056432084000001</c:v>
                </c:pt>
                <c:pt idx="92">
                  <c:v>37.106043604</c:v>
                </c:pt>
                <c:pt idx="93">
                  <c:v>37.138752084000004</c:v>
                </c:pt>
                <c:pt idx="94">
                  <c:v>37.183753684000003</c:v>
                </c:pt>
                <c:pt idx="95">
                  <c:v>37.245219284000001</c:v>
                </c:pt>
                <c:pt idx="96">
                  <c:v>37.353552404000006</c:v>
                </c:pt>
                <c:pt idx="97">
                  <c:v>37.520277843999999</c:v>
                </c:pt>
                <c:pt idx="98">
                  <c:v>37.580316564</c:v>
                </c:pt>
                <c:pt idx="99">
                  <c:v>37.581853204000005</c:v>
                </c:pt>
                <c:pt idx="100">
                  <c:v>37.628281684000001</c:v>
                </c:pt>
                <c:pt idx="101">
                  <c:v>37.685137363999999</c:v>
                </c:pt>
                <c:pt idx="102">
                  <c:v>37.704894164000002</c:v>
                </c:pt>
                <c:pt idx="103">
                  <c:v>37.743419924000001</c:v>
                </c:pt>
                <c:pt idx="104">
                  <c:v>37.773933204000002</c:v>
                </c:pt>
                <c:pt idx="105">
                  <c:v>37.820581204</c:v>
                </c:pt>
                <c:pt idx="106">
                  <c:v>37.969964564000001</c:v>
                </c:pt>
                <c:pt idx="107">
                  <c:v>38.154141844000002</c:v>
                </c:pt>
                <c:pt idx="108">
                  <c:v>38.328989524000001</c:v>
                </c:pt>
                <c:pt idx="109">
                  <c:v>38.377832724000001</c:v>
                </c:pt>
                <c:pt idx="110">
                  <c:v>38.150190483999999</c:v>
                </c:pt>
                <c:pt idx="111">
                  <c:v>37.651660564000004</c:v>
                </c:pt>
                <c:pt idx="112">
                  <c:v>37.059395604000002</c:v>
                </c:pt>
                <c:pt idx="113">
                  <c:v>36.872474324000002</c:v>
                </c:pt>
                <c:pt idx="114">
                  <c:v>37.238633684</c:v>
                </c:pt>
                <c:pt idx="115">
                  <c:v>37.782055444000001</c:v>
                </c:pt>
                <c:pt idx="116">
                  <c:v>38.024186004000001</c:v>
                </c:pt>
                <c:pt idx="117">
                  <c:v>37.872278164000001</c:v>
                </c:pt>
                <c:pt idx="118">
                  <c:v>37.353223124000003</c:v>
                </c:pt>
                <c:pt idx="119">
                  <c:v>36.749872404000001</c:v>
                </c:pt>
                <c:pt idx="120">
                  <c:v>36.524864404000006</c:v>
                </c:pt>
                <c:pt idx="121">
                  <c:v>36.873242644000001</c:v>
                </c:pt>
                <c:pt idx="122">
                  <c:v>37.527412244000004</c:v>
                </c:pt>
                <c:pt idx="123">
                  <c:v>38.027917844000001</c:v>
                </c:pt>
                <c:pt idx="124">
                  <c:v>37.945158804000002</c:v>
                </c:pt>
                <c:pt idx="125">
                  <c:v>37.273866644000002</c:v>
                </c:pt>
                <c:pt idx="126">
                  <c:v>36.457142484000002</c:v>
                </c:pt>
                <c:pt idx="127">
                  <c:v>36.058823444000005</c:v>
                </c:pt>
                <c:pt idx="128">
                  <c:v>36.058164884</c:v>
                </c:pt>
                <c:pt idx="129">
                  <c:v>36.251891284000003</c:v>
                </c:pt>
                <c:pt idx="130">
                  <c:v>36.306222484000003</c:v>
                </c:pt>
                <c:pt idx="131">
                  <c:v>36.058164884</c:v>
                </c:pt>
                <c:pt idx="132">
                  <c:v>35.539219604000003</c:v>
                </c:pt>
                <c:pt idx="133">
                  <c:v>34.855963604000003</c:v>
                </c:pt>
                <c:pt idx="134">
                  <c:v>34.418679764000004</c:v>
                </c:pt>
                <c:pt idx="135">
                  <c:v>34.411435604000005</c:v>
                </c:pt>
                <c:pt idx="136">
                  <c:v>34.664432404000003</c:v>
                </c:pt>
                <c:pt idx="137">
                  <c:v>34.757838164000006</c:v>
                </c:pt>
                <c:pt idx="138">
                  <c:v>34.417143124000006</c:v>
                </c:pt>
                <c:pt idx="139">
                  <c:v>33.797547924</c:v>
                </c:pt>
                <c:pt idx="140">
                  <c:v>33.262028884000003</c:v>
                </c:pt>
                <c:pt idx="141">
                  <c:v>32.954152084</c:v>
                </c:pt>
                <c:pt idx="142">
                  <c:v>32.799939284000004</c:v>
                </c:pt>
                <c:pt idx="143">
                  <c:v>32.519063444000004</c:v>
                </c:pt>
                <c:pt idx="144">
                  <c:v>32.107243924000002</c:v>
                </c:pt>
                <c:pt idx="145">
                  <c:v>31.711449364</c:v>
                </c:pt>
                <c:pt idx="146">
                  <c:v>31.335411604000001</c:v>
                </c:pt>
                <c:pt idx="147">
                  <c:v>31.044437844000004</c:v>
                </c:pt>
                <c:pt idx="148">
                  <c:v>30.936982804000003</c:v>
                </c:pt>
                <c:pt idx="149">
                  <c:v>30.817893204000001</c:v>
                </c:pt>
                <c:pt idx="150">
                  <c:v>30.451733844000003</c:v>
                </c:pt>
                <c:pt idx="151">
                  <c:v>29.967253204000002</c:v>
                </c:pt>
                <c:pt idx="152">
                  <c:v>29.429209684000003</c:v>
                </c:pt>
                <c:pt idx="153">
                  <c:v>29.053281684000002</c:v>
                </c:pt>
                <c:pt idx="154">
                  <c:v>28.807419284000002</c:v>
                </c:pt>
                <c:pt idx="155">
                  <c:v>28.073673683999999</c:v>
                </c:pt>
                <c:pt idx="156">
                  <c:v>27.322256723999999</c:v>
                </c:pt>
                <c:pt idx="157">
                  <c:v>26.797274644000002</c:v>
                </c:pt>
                <c:pt idx="158">
                  <c:v>26.386772243999999</c:v>
                </c:pt>
                <c:pt idx="159">
                  <c:v>25.942354004000002</c:v>
                </c:pt>
                <c:pt idx="160">
                  <c:v>25.435592084</c:v>
                </c:pt>
                <c:pt idx="161">
                  <c:v>24.748165203999999</c:v>
                </c:pt>
                <c:pt idx="162">
                  <c:v>23.857572564000002</c:v>
                </c:pt>
                <c:pt idx="163">
                  <c:v>22.870720404</c:v>
                </c:pt>
                <c:pt idx="164">
                  <c:v>21.915918164000001</c:v>
                </c:pt>
                <c:pt idx="165">
                  <c:v>21.141012564</c:v>
                </c:pt>
                <c:pt idx="166">
                  <c:v>20.569382484000002</c:v>
                </c:pt>
                <c:pt idx="167">
                  <c:v>20.161075284000002</c:v>
                </c:pt>
                <c:pt idx="168">
                  <c:v>19.779878803999999</c:v>
                </c:pt>
                <c:pt idx="169">
                  <c:v>19.248201364000003</c:v>
                </c:pt>
                <c:pt idx="170">
                  <c:v>18.480869204000001</c:v>
                </c:pt>
                <c:pt idx="171">
                  <c:v>17.655474004000002</c:v>
                </c:pt>
                <c:pt idx="172">
                  <c:v>16.940387604000001</c:v>
                </c:pt>
                <c:pt idx="173">
                  <c:v>16.117187604000001</c:v>
                </c:pt>
                <c:pt idx="174">
                  <c:v>15.238010004000001</c:v>
                </c:pt>
                <c:pt idx="175">
                  <c:v>14.476165844000001</c:v>
                </c:pt>
                <c:pt idx="176">
                  <c:v>13.788738964</c:v>
                </c:pt>
                <c:pt idx="177">
                  <c:v>13.103507284000001</c:v>
                </c:pt>
                <c:pt idx="178">
                  <c:v>12.442422804000001</c:v>
                </c:pt>
                <c:pt idx="179">
                  <c:v>11.808668564000001</c:v>
                </c:pt>
                <c:pt idx="180">
                  <c:v>11.208171604</c:v>
                </c:pt>
                <c:pt idx="181">
                  <c:v>10.621833684000002</c:v>
                </c:pt>
                <c:pt idx="182">
                  <c:v>10.059642964000002</c:v>
                </c:pt>
                <c:pt idx="183">
                  <c:v>9.4313767239999997</c:v>
                </c:pt>
                <c:pt idx="184">
                  <c:v>8.7980615240000013</c:v>
                </c:pt>
                <c:pt idx="185">
                  <c:v>8.1561850440000008</c:v>
                </c:pt>
                <c:pt idx="186">
                  <c:v>7.554919764000001</c:v>
                </c:pt>
                <c:pt idx="187">
                  <c:v>6.9932778440000005</c:v>
                </c:pt>
                <c:pt idx="188">
                  <c:v>6.4828938440000003</c:v>
                </c:pt>
                <c:pt idx="189">
                  <c:v>6.0846845639999998</c:v>
                </c:pt>
                <c:pt idx="190">
                  <c:v>5.7128176840000009</c:v>
                </c:pt>
                <c:pt idx="191">
                  <c:v>5.3134010440000008</c:v>
                </c:pt>
                <c:pt idx="192">
                  <c:v>4.9305581639999998</c:v>
                </c:pt>
                <c:pt idx="193">
                  <c:v>4.5678013640000001</c:v>
                </c:pt>
                <c:pt idx="194">
                  <c:v>4.1981296840000004</c:v>
                </c:pt>
                <c:pt idx="195">
                  <c:v>3.8271408840000003</c:v>
                </c:pt>
                <c:pt idx="196">
                  <c:v>3.4964340040000006</c:v>
                </c:pt>
                <c:pt idx="197">
                  <c:v>3.2117165640000001</c:v>
                </c:pt>
                <c:pt idx="198">
                  <c:v>2.9916477640000001</c:v>
                </c:pt>
                <c:pt idx="199">
                  <c:v>2.7607127240000002</c:v>
                </c:pt>
                <c:pt idx="200">
                  <c:v>2.5916823240000002</c:v>
                </c:pt>
                <c:pt idx="201">
                  <c:v>2.4374695239999999</c:v>
                </c:pt>
                <c:pt idx="202">
                  <c:v>2.3136602440000003</c:v>
                </c:pt>
                <c:pt idx="203">
                  <c:v>2.2147664840000001</c:v>
                </c:pt>
                <c:pt idx="204">
                  <c:v>2.101494164</c:v>
                </c:pt>
                <c:pt idx="205">
                  <c:v>2.044858004</c:v>
                </c:pt>
                <c:pt idx="206">
                  <c:v>1.9994173640000001</c:v>
                </c:pt>
                <c:pt idx="207">
                  <c:v>1.9361956040000001</c:v>
                </c:pt>
                <c:pt idx="208">
                  <c:v>1.8049226440000001</c:v>
                </c:pt>
                <c:pt idx="209">
                  <c:v>1.6744180040000001</c:v>
                </c:pt>
                <c:pt idx="210">
                  <c:v>1.5558772040000002</c:v>
                </c:pt>
                <c:pt idx="211">
                  <c:v>1.477069524</c:v>
                </c:pt>
                <c:pt idx="212">
                  <c:v>1.4247140039999999</c:v>
                </c:pt>
                <c:pt idx="213">
                  <c:v>1.3821271240000002</c:v>
                </c:pt>
                <c:pt idx="214">
                  <c:v>1.3609434440000001</c:v>
                </c:pt>
                <c:pt idx="215">
                  <c:v>1.3470039240000002</c:v>
                </c:pt>
                <c:pt idx="216">
                  <c:v>1.353479764</c:v>
                </c:pt>
                <c:pt idx="217">
                  <c:v>1.3130880840000001</c:v>
                </c:pt>
                <c:pt idx="218">
                  <c:v>1.2892701640000002</c:v>
                </c:pt>
                <c:pt idx="219">
                  <c:v>1.323295764</c:v>
                </c:pt>
                <c:pt idx="220">
                  <c:v>1.2792820040000001</c:v>
                </c:pt>
                <c:pt idx="221">
                  <c:v>1.239987924</c:v>
                </c:pt>
                <c:pt idx="222">
                  <c:v>1.2025597640000001</c:v>
                </c:pt>
                <c:pt idx="223">
                  <c:v>1.2036573640000001</c:v>
                </c:pt>
                <c:pt idx="224">
                  <c:v>1.1984986440000001</c:v>
                </c:pt>
                <c:pt idx="225">
                  <c:v>1.1529482440000001</c:v>
                </c:pt>
                <c:pt idx="226">
                  <c:v>1.1502042440000002</c:v>
                </c:pt>
                <c:pt idx="227">
                  <c:v>1.1663389640000001</c:v>
                </c:pt>
                <c:pt idx="228">
                  <c:v>1.1603021640000002</c:v>
                </c:pt>
                <c:pt idx="229">
                  <c:v>1.179180884</c:v>
                </c:pt>
                <c:pt idx="230">
                  <c:v>1.225828884</c:v>
                </c:pt>
                <c:pt idx="231">
                  <c:v>1.3006852040000001</c:v>
                </c:pt>
                <c:pt idx="232">
                  <c:v>1.3988106440000001</c:v>
                </c:pt>
                <c:pt idx="233">
                  <c:v>1.4780573640000001</c:v>
                </c:pt>
                <c:pt idx="234">
                  <c:v>1.4906797640000002</c:v>
                </c:pt>
                <c:pt idx="235">
                  <c:v>1.4719108040000002</c:v>
                </c:pt>
                <c:pt idx="236">
                  <c:v>1.391456724</c:v>
                </c:pt>
                <c:pt idx="237">
                  <c:v>1.3667607240000001</c:v>
                </c:pt>
                <c:pt idx="238">
                  <c:v>1.4134087239999999</c:v>
                </c:pt>
                <c:pt idx="239">
                  <c:v>1.508570644</c:v>
                </c:pt>
                <c:pt idx="240">
                  <c:v>1.6310628040000001</c:v>
                </c:pt>
                <c:pt idx="241">
                  <c:v>1.7463108040000002</c:v>
                </c:pt>
                <c:pt idx="242">
                  <c:v>1.8648516040000001</c:v>
                </c:pt>
                <c:pt idx="243">
                  <c:v>2.0280647240000005</c:v>
                </c:pt>
                <c:pt idx="244">
                  <c:v>2.1868874439999999</c:v>
                </c:pt>
                <c:pt idx="245">
                  <c:v>2.330782804</c:v>
                </c:pt>
                <c:pt idx="246">
                  <c:v>2.4606288840000001</c:v>
                </c:pt>
                <c:pt idx="247">
                  <c:v>2.602987604</c:v>
                </c:pt>
                <c:pt idx="248">
                  <c:v>2.7879332040000002</c:v>
                </c:pt>
                <c:pt idx="249">
                  <c:v>2.9803424840000003</c:v>
                </c:pt>
                <c:pt idx="250">
                  <c:v>3.1897645640000003</c:v>
                </c:pt>
                <c:pt idx="251">
                  <c:v>3.419931284</c:v>
                </c:pt>
                <c:pt idx="252">
                  <c:v>3.6846724040000005</c:v>
                </c:pt>
                <c:pt idx="253">
                  <c:v>3.9982567240000004</c:v>
                </c:pt>
                <c:pt idx="254">
                  <c:v>4.305694484</c:v>
                </c:pt>
                <c:pt idx="255">
                  <c:v>4.5693380040000005</c:v>
                </c:pt>
                <c:pt idx="256">
                  <c:v>5.2766314440000004</c:v>
                </c:pt>
                <c:pt idx="257">
                  <c:v>6.4075984840000002</c:v>
                </c:pt>
                <c:pt idx="258">
                  <c:v>7.8101117640000002</c:v>
                </c:pt>
                <c:pt idx="259">
                  <c:v>9.4815370440000013</c:v>
                </c:pt>
                <c:pt idx="260">
                  <c:v>11.153181844000001</c:v>
                </c:pt>
                <c:pt idx="261">
                  <c:v>12.672589524000001</c:v>
                </c:pt>
                <c:pt idx="262">
                  <c:v>13.961720724000001</c:v>
                </c:pt>
                <c:pt idx="263">
                  <c:v>15.074906644000002</c:v>
                </c:pt>
                <c:pt idx="264">
                  <c:v>15.985256084000001</c:v>
                </c:pt>
                <c:pt idx="265">
                  <c:v>16.697269204000001</c:v>
                </c:pt>
                <c:pt idx="266">
                  <c:v>17.365488083999999</c:v>
                </c:pt>
                <c:pt idx="267">
                  <c:v>18.080135444</c:v>
                </c:pt>
                <c:pt idx="268">
                  <c:v>18.831442644000003</c:v>
                </c:pt>
                <c:pt idx="269">
                  <c:v>19.619629203999999</c:v>
                </c:pt>
                <c:pt idx="270">
                  <c:v>20.387949204000002</c:v>
                </c:pt>
                <c:pt idx="271">
                  <c:v>21.107096724000002</c:v>
                </c:pt>
                <c:pt idx="272">
                  <c:v>21.718679443999999</c:v>
                </c:pt>
                <c:pt idx="273">
                  <c:v>22.258040084000001</c:v>
                </c:pt>
                <c:pt idx="274">
                  <c:v>22.743179284000004</c:v>
                </c:pt>
                <c:pt idx="275">
                  <c:v>23.139522643999999</c:v>
                </c:pt>
                <c:pt idx="276">
                  <c:v>23.508974804000001</c:v>
                </c:pt>
                <c:pt idx="277">
                  <c:v>23.989504084</c:v>
                </c:pt>
                <c:pt idx="278">
                  <c:v>24.602403924000001</c:v>
                </c:pt>
                <c:pt idx="279">
                  <c:v>25.318697684000004</c:v>
                </c:pt>
                <c:pt idx="280">
                  <c:v>26.076151444000004</c:v>
                </c:pt>
                <c:pt idx="281">
                  <c:v>26.759078163999998</c:v>
                </c:pt>
                <c:pt idx="282">
                  <c:v>27.274620884000001</c:v>
                </c:pt>
                <c:pt idx="283">
                  <c:v>27.664488404</c:v>
                </c:pt>
                <c:pt idx="284">
                  <c:v>28.009025044000005</c:v>
                </c:pt>
                <c:pt idx="285">
                  <c:v>28.430283924000001</c:v>
                </c:pt>
                <c:pt idx="286">
                  <c:v>29.007511764</c:v>
                </c:pt>
                <c:pt idx="287">
                  <c:v>29.572995284000001</c:v>
                </c:pt>
                <c:pt idx="288">
                  <c:v>30.079866964000004</c:v>
                </c:pt>
                <c:pt idx="289">
                  <c:v>30.435599123999999</c:v>
                </c:pt>
                <c:pt idx="290">
                  <c:v>30.624605844000005</c:v>
                </c:pt>
                <c:pt idx="291">
                  <c:v>30.770257364000003</c:v>
                </c:pt>
                <c:pt idx="292">
                  <c:v>30.989118804</c:v>
                </c:pt>
                <c:pt idx="293">
                  <c:v>31.326411284000006</c:v>
                </c:pt>
                <c:pt idx="294">
                  <c:v>31.642190804000002</c:v>
                </c:pt>
                <c:pt idx="295">
                  <c:v>32.009447764000001</c:v>
                </c:pt>
                <c:pt idx="296">
                  <c:v>32.432792083999999</c:v>
                </c:pt>
                <c:pt idx="297">
                  <c:v>32.892027924000004</c:v>
                </c:pt>
                <c:pt idx="298">
                  <c:v>33.230747284000003</c:v>
                </c:pt>
                <c:pt idx="299">
                  <c:v>33.562881044000001</c:v>
                </c:pt>
                <c:pt idx="300">
                  <c:v>33.838488404000003</c:v>
                </c:pt>
                <c:pt idx="301">
                  <c:v>33.963614804000002</c:v>
                </c:pt>
                <c:pt idx="302">
                  <c:v>33.966578324000004</c:v>
                </c:pt>
                <c:pt idx="303">
                  <c:v>34.053837524000002</c:v>
                </c:pt>
                <c:pt idx="304">
                  <c:v>34.278186964</c:v>
                </c:pt>
                <c:pt idx="305">
                  <c:v>34.605820563999998</c:v>
                </c:pt>
                <c:pt idx="306">
                  <c:v>34.797351764000005</c:v>
                </c:pt>
                <c:pt idx="307">
                  <c:v>34.916441364000001</c:v>
                </c:pt>
                <c:pt idx="308">
                  <c:v>34.972638484000001</c:v>
                </c:pt>
                <c:pt idx="309">
                  <c:v>34.968467604000004</c:v>
                </c:pt>
                <c:pt idx="310">
                  <c:v>34.961991764000004</c:v>
                </c:pt>
                <c:pt idx="311">
                  <c:v>34.992614804000006</c:v>
                </c:pt>
                <c:pt idx="312">
                  <c:v>35.100179604000004</c:v>
                </c:pt>
                <c:pt idx="313">
                  <c:v>35.304552724000004</c:v>
                </c:pt>
                <c:pt idx="314">
                  <c:v>35.571708563999998</c:v>
                </c:pt>
                <c:pt idx="315">
                  <c:v>35.762581204</c:v>
                </c:pt>
                <c:pt idx="316">
                  <c:v>35.767300884000001</c:v>
                </c:pt>
                <c:pt idx="317">
                  <c:v>35.621868884000001</c:v>
                </c:pt>
                <c:pt idx="318">
                  <c:v>35.501462164000003</c:v>
                </c:pt>
                <c:pt idx="319">
                  <c:v>35.644808724000001</c:v>
                </c:pt>
                <c:pt idx="320">
                  <c:v>35.904939924000004</c:v>
                </c:pt>
                <c:pt idx="321">
                  <c:v>35.971015444000003</c:v>
                </c:pt>
                <c:pt idx="322">
                  <c:v>35.691676244000007</c:v>
                </c:pt>
                <c:pt idx="323">
                  <c:v>35.087666964000007</c:v>
                </c:pt>
                <c:pt idx="324">
                  <c:v>34.653236884000002</c:v>
                </c:pt>
                <c:pt idx="325">
                  <c:v>34.883732884000004</c:v>
                </c:pt>
                <c:pt idx="326">
                  <c:v>35.437801364000002</c:v>
                </c:pt>
                <c:pt idx="327">
                  <c:v>35.903403284000007</c:v>
                </c:pt>
                <c:pt idx="328">
                  <c:v>35.956636884000005</c:v>
                </c:pt>
                <c:pt idx="329">
                  <c:v>35.634162004000004</c:v>
                </c:pt>
                <c:pt idx="330">
                  <c:v>35.219708244000003</c:v>
                </c:pt>
                <c:pt idx="331">
                  <c:v>34.992066004000002</c:v>
                </c:pt>
                <c:pt idx="332">
                  <c:v>35.226952404000002</c:v>
                </c:pt>
                <c:pt idx="333">
                  <c:v>35.651174804</c:v>
                </c:pt>
                <c:pt idx="334">
                  <c:v>36.022712404000004</c:v>
                </c:pt>
                <c:pt idx="335">
                  <c:v>36.191633044</c:v>
                </c:pt>
                <c:pt idx="336">
                  <c:v>35.868499604</c:v>
                </c:pt>
                <c:pt idx="337">
                  <c:v>35.143095764000002</c:v>
                </c:pt>
                <c:pt idx="338">
                  <c:v>34.615918484000005</c:v>
                </c:pt>
                <c:pt idx="339">
                  <c:v>34.776497364000001</c:v>
                </c:pt>
                <c:pt idx="340">
                  <c:v>35.370957524000005</c:v>
                </c:pt>
                <c:pt idx="341">
                  <c:v>35.739860884000002</c:v>
                </c:pt>
                <c:pt idx="342">
                  <c:v>35.464473044000002</c:v>
                </c:pt>
                <c:pt idx="343">
                  <c:v>34.866390804000005</c:v>
                </c:pt>
                <c:pt idx="344">
                  <c:v>34.509451284000001</c:v>
                </c:pt>
                <c:pt idx="345">
                  <c:v>34.498475284000001</c:v>
                </c:pt>
                <c:pt idx="346">
                  <c:v>34.555770004000003</c:v>
                </c:pt>
                <c:pt idx="347">
                  <c:v>34.496499604000007</c:v>
                </c:pt>
                <c:pt idx="348">
                  <c:v>34.537659604000005</c:v>
                </c:pt>
                <c:pt idx="349">
                  <c:v>34.648078164000005</c:v>
                </c:pt>
                <c:pt idx="350">
                  <c:v>34.462254484000006</c:v>
                </c:pt>
                <c:pt idx="351">
                  <c:v>34.007189524000005</c:v>
                </c:pt>
                <c:pt idx="352">
                  <c:v>33.524574804000004</c:v>
                </c:pt>
                <c:pt idx="353">
                  <c:v>33.123292244000005</c:v>
                </c:pt>
                <c:pt idx="354">
                  <c:v>32.850319124000002</c:v>
                </c:pt>
                <c:pt idx="355">
                  <c:v>32.754388884000001</c:v>
                </c:pt>
                <c:pt idx="356">
                  <c:v>32.678874004000001</c:v>
                </c:pt>
                <c:pt idx="357">
                  <c:v>32.468793364</c:v>
                </c:pt>
                <c:pt idx="358">
                  <c:v>32.201198484000003</c:v>
                </c:pt>
                <c:pt idx="359">
                  <c:v>31.921639764000005</c:v>
                </c:pt>
                <c:pt idx="360">
                  <c:v>31.500819924000002</c:v>
                </c:pt>
                <c:pt idx="361">
                  <c:v>31.102720404000003</c:v>
                </c:pt>
                <c:pt idx="362">
                  <c:v>30.790892244000002</c:v>
                </c:pt>
                <c:pt idx="363">
                  <c:v>30.405634643999999</c:v>
                </c:pt>
                <c:pt idx="364">
                  <c:v>30.041011924000003</c:v>
                </c:pt>
                <c:pt idx="365">
                  <c:v>29.726659284000004</c:v>
                </c:pt>
                <c:pt idx="366">
                  <c:v>29.404952724000001</c:v>
                </c:pt>
                <c:pt idx="367">
                  <c:v>28.758356564000003</c:v>
                </c:pt>
                <c:pt idx="368">
                  <c:v>27.557033364000002</c:v>
                </c:pt>
                <c:pt idx="369">
                  <c:v>26.430566484000003</c:v>
                </c:pt>
                <c:pt idx="370">
                  <c:v>25.595622164000002</c:v>
                </c:pt>
                <c:pt idx="371">
                  <c:v>25.073384084000001</c:v>
                </c:pt>
                <c:pt idx="372">
                  <c:v>24.689553364000005</c:v>
                </c:pt>
                <c:pt idx="373">
                  <c:v>24.326028244</c:v>
                </c:pt>
                <c:pt idx="374">
                  <c:v>23.824644564</c:v>
                </c:pt>
                <c:pt idx="375">
                  <c:v>23.093642964000001</c:v>
                </c:pt>
                <c:pt idx="376">
                  <c:v>22.240478484</c:v>
                </c:pt>
                <c:pt idx="377">
                  <c:v>21.343958804</c:v>
                </c:pt>
                <c:pt idx="378">
                  <c:v>20.488818644000002</c:v>
                </c:pt>
                <c:pt idx="379">
                  <c:v>19.676814164</c:v>
                </c:pt>
                <c:pt idx="380">
                  <c:v>18.936043924</c:v>
                </c:pt>
                <c:pt idx="381">
                  <c:v>18.276386324000001</c:v>
                </c:pt>
                <c:pt idx="382">
                  <c:v>17.771490324000002</c:v>
                </c:pt>
                <c:pt idx="383">
                  <c:v>17.360439124000003</c:v>
                </c:pt>
                <c:pt idx="384">
                  <c:v>16.658084884000001</c:v>
                </c:pt>
                <c:pt idx="385">
                  <c:v>16.010500884000002</c:v>
                </c:pt>
                <c:pt idx="386">
                  <c:v>15.403198804000001</c:v>
                </c:pt>
                <c:pt idx="387">
                  <c:v>14.765054164</c:v>
                </c:pt>
                <c:pt idx="388">
                  <c:v>13.974013844000002</c:v>
                </c:pt>
                <c:pt idx="389">
                  <c:v>13.114044244</c:v>
                </c:pt>
                <c:pt idx="390">
                  <c:v>12.240135124</c:v>
                </c:pt>
                <c:pt idx="391">
                  <c:v>11.426484243999999</c:v>
                </c:pt>
                <c:pt idx="392">
                  <c:v>10.671994004000002</c:v>
                </c:pt>
                <c:pt idx="393">
                  <c:v>9.9846768840000024</c:v>
                </c:pt>
                <c:pt idx="394">
                  <c:v>9.3483981640000007</c:v>
                </c:pt>
                <c:pt idx="395">
                  <c:v>8.711570644</c:v>
                </c:pt>
                <c:pt idx="396">
                  <c:v>8.1373063240000008</c:v>
                </c:pt>
                <c:pt idx="397">
                  <c:v>7.618800084000001</c:v>
                </c:pt>
                <c:pt idx="398">
                  <c:v>7.1186237640000005</c:v>
                </c:pt>
                <c:pt idx="399">
                  <c:v>6.6511559240000002</c:v>
                </c:pt>
                <c:pt idx="400">
                  <c:v>6.2013594440000004</c:v>
                </c:pt>
                <c:pt idx="401">
                  <c:v>5.7779053639999995</c:v>
                </c:pt>
                <c:pt idx="402">
                  <c:v>5.419319444000001</c:v>
                </c:pt>
                <c:pt idx="403">
                  <c:v>5.1182477640000004</c:v>
                </c:pt>
                <c:pt idx="404">
                  <c:v>4.8900567239999999</c:v>
                </c:pt>
                <c:pt idx="405">
                  <c:v>4.6653780040000008</c:v>
                </c:pt>
                <c:pt idx="406">
                  <c:v>4.4516752840000002</c:v>
                </c:pt>
                <c:pt idx="407">
                  <c:v>4.1913245640000003</c:v>
                </c:pt>
                <c:pt idx="408">
                  <c:v>3.8782890440000002</c:v>
                </c:pt>
                <c:pt idx="409">
                  <c:v>3.5409965640000003</c:v>
                </c:pt>
                <c:pt idx="410">
                  <c:v>3.2136922440000002</c:v>
                </c:pt>
                <c:pt idx="411">
                  <c:v>2.9508170439999999</c:v>
                </c:pt>
                <c:pt idx="412">
                  <c:v>2.6671972040000003</c:v>
                </c:pt>
                <c:pt idx="413">
                  <c:v>2.421883604</c:v>
                </c:pt>
                <c:pt idx="414">
                  <c:v>2.2236570440000003</c:v>
                </c:pt>
                <c:pt idx="415">
                  <c:v>2.1107140040000001</c:v>
                </c:pt>
                <c:pt idx="416">
                  <c:v>2.0472727240000004</c:v>
                </c:pt>
                <c:pt idx="417">
                  <c:v>1.9896487240000003</c:v>
                </c:pt>
                <c:pt idx="418">
                  <c:v>1.8767056840000003</c:v>
                </c:pt>
                <c:pt idx="419">
                  <c:v>1.7275418440000001</c:v>
                </c:pt>
                <c:pt idx="420">
                  <c:v>1.6234893640000001</c:v>
                </c:pt>
                <c:pt idx="421">
                  <c:v>1.5439133640000002</c:v>
                </c:pt>
                <c:pt idx="422">
                  <c:v>1.4390925640000001</c:v>
                </c:pt>
                <c:pt idx="423">
                  <c:v>1.3553456840000002</c:v>
                </c:pt>
                <c:pt idx="424">
                  <c:v>1.2471223240000002</c:v>
                </c:pt>
                <c:pt idx="425">
                  <c:v>1.1618388040000001</c:v>
                </c:pt>
                <c:pt idx="426">
                  <c:v>1.0967511240000001</c:v>
                </c:pt>
                <c:pt idx="427">
                  <c:v>0.99434504400000012</c:v>
                </c:pt>
                <c:pt idx="428">
                  <c:v>0.93606248400000014</c:v>
                </c:pt>
                <c:pt idx="429">
                  <c:v>0.88118248399999999</c:v>
                </c:pt>
                <c:pt idx="430">
                  <c:v>0.83442472400000012</c:v>
                </c:pt>
                <c:pt idx="431">
                  <c:v>0.7886548040000001</c:v>
                </c:pt>
                <c:pt idx="432">
                  <c:v>0.754629204</c:v>
                </c:pt>
                <c:pt idx="433">
                  <c:v>0.72828680400000012</c:v>
                </c:pt>
                <c:pt idx="434">
                  <c:v>0.72225000400000006</c:v>
                </c:pt>
                <c:pt idx="435">
                  <c:v>0.68493160400000008</c:v>
                </c:pt>
                <c:pt idx="436">
                  <c:v>0.65782088400000005</c:v>
                </c:pt>
                <c:pt idx="437">
                  <c:v>0.63400296400000011</c:v>
                </c:pt>
                <c:pt idx="438">
                  <c:v>0.64267400399999997</c:v>
                </c:pt>
                <c:pt idx="439">
                  <c:v>0.61523400400000006</c:v>
                </c:pt>
                <c:pt idx="440">
                  <c:v>0.59503816399999998</c:v>
                </c:pt>
                <c:pt idx="441">
                  <c:v>0.61325832400000002</c:v>
                </c:pt>
                <c:pt idx="442">
                  <c:v>0.59613576400000001</c:v>
                </c:pt>
                <c:pt idx="443">
                  <c:v>0.55321960400000003</c:v>
                </c:pt>
                <c:pt idx="444">
                  <c:v>0.56770792400000003</c:v>
                </c:pt>
                <c:pt idx="445">
                  <c:v>0.57352520400000007</c:v>
                </c:pt>
                <c:pt idx="446">
                  <c:v>0.58976968400000007</c:v>
                </c:pt>
                <c:pt idx="447">
                  <c:v>0.60678248400000001</c:v>
                </c:pt>
                <c:pt idx="448">
                  <c:v>0.61907560400000006</c:v>
                </c:pt>
                <c:pt idx="449">
                  <c:v>0.62225864400000008</c:v>
                </c:pt>
                <c:pt idx="450">
                  <c:v>0.67988264399999998</c:v>
                </c:pt>
                <c:pt idx="451">
                  <c:v>0.74057992400000006</c:v>
                </c:pt>
                <c:pt idx="452">
                  <c:v>0.81477768400000017</c:v>
                </c:pt>
                <c:pt idx="453">
                  <c:v>0.89336584400000008</c:v>
                </c:pt>
                <c:pt idx="454">
                  <c:v>0.96997832400000006</c:v>
                </c:pt>
                <c:pt idx="455">
                  <c:v>1.0475786440000001</c:v>
                </c:pt>
                <c:pt idx="456">
                  <c:v>1.136045204</c:v>
                </c:pt>
                <c:pt idx="457">
                  <c:v>1.2650132040000002</c:v>
                </c:pt>
                <c:pt idx="458">
                  <c:v>1.3656631240000001</c:v>
                </c:pt>
                <c:pt idx="459">
                  <c:v>1.457093204</c:v>
                </c:pt>
                <c:pt idx="460">
                  <c:v>1.5814512839999999</c:v>
                </c:pt>
                <c:pt idx="461">
                  <c:v>1.7501524040000003</c:v>
                </c:pt>
                <c:pt idx="462">
                  <c:v>1.9091946440000001</c:v>
                </c:pt>
                <c:pt idx="463">
                  <c:v>2.1472640840000001</c:v>
                </c:pt>
                <c:pt idx="464">
                  <c:v>2.4048708040000002</c:v>
                </c:pt>
                <c:pt idx="465">
                  <c:v>2.6626970440000002</c:v>
                </c:pt>
                <c:pt idx="466">
                  <c:v>2.9327066440000005</c:v>
                </c:pt>
                <c:pt idx="467">
                  <c:v>3.2765847240000006</c:v>
                </c:pt>
                <c:pt idx="468">
                  <c:v>3.6309997640000007</c:v>
                </c:pt>
                <c:pt idx="469">
                  <c:v>3.9967200840000001</c:v>
                </c:pt>
                <c:pt idx="470">
                  <c:v>4.4445408840000002</c:v>
                </c:pt>
                <c:pt idx="471">
                  <c:v>5.019463764000001</c:v>
                </c:pt>
                <c:pt idx="472">
                  <c:v>5.7037076039999999</c:v>
                </c:pt>
                <c:pt idx="473">
                  <c:v>6.3032167240000003</c:v>
                </c:pt>
                <c:pt idx="474">
                  <c:v>6.7273293640000009</c:v>
                </c:pt>
                <c:pt idx="475">
                  <c:v>7.5274797640000006</c:v>
                </c:pt>
                <c:pt idx="476">
                  <c:v>8.2178701640000007</c:v>
                </c:pt>
                <c:pt idx="477">
                  <c:v>8.7522916039999998</c:v>
                </c:pt>
                <c:pt idx="478">
                  <c:v>9.3025184840000001</c:v>
                </c:pt>
                <c:pt idx="479">
                  <c:v>9.9048813640000013</c:v>
                </c:pt>
                <c:pt idx="480">
                  <c:v>10.594832724</c:v>
                </c:pt>
                <c:pt idx="481">
                  <c:v>11.427033044</c:v>
                </c:pt>
                <c:pt idx="482">
                  <c:v>12.315430484</c:v>
                </c:pt>
                <c:pt idx="483">
                  <c:v>13.145874644000001</c:v>
                </c:pt>
                <c:pt idx="484">
                  <c:v>13.891584084000002</c:v>
                </c:pt>
                <c:pt idx="485">
                  <c:v>14.532582484000001</c:v>
                </c:pt>
                <c:pt idx="486">
                  <c:v>15.108932244000002</c:v>
                </c:pt>
                <c:pt idx="487">
                  <c:v>15.655427284</c:v>
                </c:pt>
                <c:pt idx="488">
                  <c:v>16.297194004000001</c:v>
                </c:pt>
                <c:pt idx="489">
                  <c:v>17.107442324000001</c:v>
                </c:pt>
                <c:pt idx="490">
                  <c:v>18.022291924000001</c:v>
                </c:pt>
                <c:pt idx="491">
                  <c:v>18.941531924</c:v>
                </c:pt>
                <c:pt idx="492">
                  <c:v>19.757268244000002</c:v>
                </c:pt>
                <c:pt idx="493">
                  <c:v>20.423621204</c:v>
                </c:pt>
                <c:pt idx="494">
                  <c:v>20.944212883999999</c:v>
                </c:pt>
                <c:pt idx="495">
                  <c:v>21.363605844000002</c:v>
                </c:pt>
                <c:pt idx="496">
                  <c:v>21.805170324000002</c:v>
                </c:pt>
                <c:pt idx="497">
                  <c:v>22.361434003999999</c:v>
                </c:pt>
                <c:pt idx="498">
                  <c:v>22.993651604000004</c:v>
                </c:pt>
                <c:pt idx="499">
                  <c:v>23.642991764000005</c:v>
                </c:pt>
                <c:pt idx="500">
                  <c:v>24.245903444000003</c:v>
                </c:pt>
                <c:pt idx="501">
                  <c:v>24.762763284000002</c:v>
                </c:pt>
                <c:pt idx="502">
                  <c:v>25.204547284000004</c:v>
                </c:pt>
                <c:pt idx="503">
                  <c:v>25.700662484000002</c:v>
                </c:pt>
                <c:pt idx="504">
                  <c:v>26.182289364000003</c:v>
                </c:pt>
                <c:pt idx="505">
                  <c:v>26.620341524000001</c:v>
                </c:pt>
                <c:pt idx="506">
                  <c:v>27.058832724000002</c:v>
                </c:pt>
                <c:pt idx="507">
                  <c:v>27.487774804000004</c:v>
                </c:pt>
                <c:pt idx="508">
                  <c:v>27.972804244000002</c:v>
                </c:pt>
                <c:pt idx="509">
                  <c:v>28.511286804000001</c:v>
                </c:pt>
                <c:pt idx="510">
                  <c:v>29.099271124000001</c:v>
                </c:pt>
                <c:pt idx="511">
                  <c:v>29.676608724000001</c:v>
                </c:pt>
                <c:pt idx="512">
                  <c:v>30.177992404000005</c:v>
                </c:pt>
                <c:pt idx="513">
                  <c:v>30.541627284000004</c:v>
                </c:pt>
                <c:pt idx="514">
                  <c:v>30.829637524000002</c:v>
                </c:pt>
                <c:pt idx="515">
                  <c:v>31.069024084000002</c:v>
                </c:pt>
                <c:pt idx="516">
                  <c:v>31.230810324</c:v>
                </c:pt>
                <c:pt idx="517">
                  <c:v>31.410487444000001</c:v>
                </c:pt>
                <c:pt idx="518">
                  <c:v>31.657886484000002</c:v>
                </c:pt>
                <c:pt idx="519">
                  <c:v>31.958628884000003</c:v>
                </c:pt>
                <c:pt idx="520">
                  <c:v>32.180124564000003</c:v>
                </c:pt>
                <c:pt idx="521">
                  <c:v>32.378351124000005</c:v>
                </c:pt>
                <c:pt idx="522">
                  <c:v>32.561540564000005</c:v>
                </c:pt>
                <c:pt idx="523">
                  <c:v>32.858880404000004</c:v>
                </c:pt>
                <c:pt idx="524">
                  <c:v>33.101998804000004</c:v>
                </c:pt>
                <c:pt idx="525">
                  <c:v>33.287932244000004</c:v>
                </c:pt>
                <c:pt idx="526">
                  <c:v>33.462779924000003</c:v>
                </c:pt>
                <c:pt idx="527">
                  <c:v>33.654969684000001</c:v>
                </c:pt>
                <c:pt idx="528">
                  <c:v>33.772851924000001</c:v>
                </c:pt>
                <c:pt idx="529">
                  <c:v>33.740472724</c:v>
                </c:pt>
                <c:pt idx="530">
                  <c:v>33.656725844</c:v>
                </c:pt>
                <c:pt idx="531">
                  <c:v>33.559588244000004</c:v>
                </c:pt>
                <c:pt idx="532">
                  <c:v>33.552014804000002</c:v>
                </c:pt>
                <c:pt idx="533">
                  <c:v>33.696129684000006</c:v>
                </c:pt>
                <c:pt idx="534">
                  <c:v>33.983371604000006</c:v>
                </c:pt>
                <c:pt idx="535">
                  <c:v>34.190927764000001</c:v>
                </c:pt>
                <c:pt idx="536">
                  <c:v>34.296407124000005</c:v>
                </c:pt>
                <c:pt idx="537">
                  <c:v>34.244380884000002</c:v>
                </c:pt>
                <c:pt idx="538">
                  <c:v>34.069972244000006</c:v>
                </c:pt>
                <c:pt idx="539">
                  <c:v>33.892600084000001</c:v>
                </c:pt>
                <c:pt idx="540">
                  <c:v>33.846830164000004</c:v>
                </c:pt>
                <c:pt idx="541">
                  <c:v>34.021238804000006</c:v>
                </c:pt>
                <c:pt idx="542">
                  <c:v>34.161182803999999</c:v>
                </c:pt>
                <c:pt idx="543">
                  <c:v>34.141645524000005</c:v>
                </c:pt>
                <c:pt idx="544">
                  <c:v>34.043410324</c:v>
                </c:pt>
                <c:pt idx="545">
                  <c:v>33.944736083999999</c:v>
                </c:pt>
                <c:pt idx="546">
                  <c:v>33.923003604000002</c:v>
                </c:pt>
                <c:pt idx="547">
                  <c:v>33.976346964000001</c:v>
                </c:pt>
                <c:pt idx="548">
                  <c:v>34.052739924000001</c:v>
                </c:pt>
                <c:pt idx="549">
                  <c:v>34.142523603999997</c:v>
                </c:pt>
                <c:pt idx="550">
                  <c:v>34.137584404000002</c:v>
                </c:pt>
                <c:pt idx="551">
                  <c:v>34.024421844000003</c:v>
                </c:pt>
                <c:pt idx="552">
                  <c:v>33.945284884000003</c:v>
                </c:pt>
                <c:pt idx="553">
                  <c:v>33.956480404000004</c:v>
                </c:pt>
                <c:pt idx="554">
                  <c:v>34.016519124000006</c:v>
                </c:pt>
                <c:pt idx="555">
                  <c:v>34.125181524000006</c:v>
                </c:pt>
                <c:pt idx="556">
                  <c:v>34.132535443999998</c:v>
                </c:pt>
                <c:pt idx="557">
                  <c:v>34.026617043999998</c:v>
                </c:pt>
                <c:pt idx="558">
                  <c:v>33.800950483999998</c:v>
                </c:pt>
                <c:pt idx="559">
                  <c:v>33.602284883999999</c:v>
                </c:pt>
                <c:pt idx="560">
                  <c:v>33.469585044000006</c:v>
                </c:pt>
                <c:pt idx="561">
                  <c:v>33.504159444000003</c:v>
                </c:pt>
                <c:pt idx="562">
                  <c:v>33.701946964000001</c:v>
                </c:pt>
                <c:pt idx="563">
                  <c:v>33.820707284000001</c:v>
                </c:pt>
                <c:pt idx="564">
                  <c:v>33.727850324000002</c:v>
                </c:pt>
                <c:pt idx="565">
                  <c:v>33.497573844000001</c:v>
                </c:pt>
                <c:pt idx="566">
                  <c:v>33.253906644000004</c:v>
                </c:pt>
                <c:pt idx="567">
                  <c:v>33.087839764000002</c:v>
                </c:pt>
                <c:pt idx="568">
                  <c:v>33.030215764000005</c:v>
                </c:pt>
                <c:pt idx="569">
                  <c:v>33.041082004000003</c:v>
                </c:pt>
                <c:pt idx="570">
                  <c:v>33.029996244000003</c:v>
                </c:pt>
                <c:pt idx="571">
                  <c:v>33.038996564000001</c:v>
                </c:pt>
                <c:pt idx="572">
                  <c:v>33.007714964000002</c:v>
                </c:pt>
                <c:pt idx="573">
                  <c:v>32.953054484000006</c:v>
                </c:pt>
                <c:pt idx="574">
                  <c:v>32.888515603999998</c:v>
                </c:pt>
                <c:pt idx="575">
                  <c:v>32.680739924000001</c:v>
                </c:pt>
                <c:pt idx="576">
                  <c:v>32.364301844000003</c:v>
                </c:pt>
                <c:pt idx="577">
                  <c:v>32.108780564</c:v>
                </c:pt>
                <c:pt idx="578">
                  <c:v>32.015484564000005</c:v>
                </c:pt>
                <c:pt idx="579">
                  <c:v>32.054668884000002</c:v>
                </c:pt>
                <c:pt idx="580">
                  <c:v>32.090670164000002</c:v>
                </c:pt>
                <c:pt idx="581">
                  <c:v>31.780927444</c:v>
                </c:pt>
                <c:pt idx="582">
                  <c:v>31.167808084000001</c:v>
                </c:pt>
                <c:pt idx="583">
                  <c:v>30.638655124000003</c:v>
                </c:pt>
                <c:pt idx="584">
                  <c:v>30.326058644</c:v>
                </c:pt>
                <c:pt idx="585">
                  <c:v>30.169321364000002</c:v>
                </c:pt>
                <c:pt idx="586">
                  <c:v>30.009840084000004</c:v>
                </c:pt>
                <c:pt idx="587">
                  <c:v>29.693292244000002</c:v>
                </c:pt>
                <c:pt idx="588">
                  <c:v>29.199042964000004</c:v>
                </c:pt>
                <c:pt idx="589">
                  <c:v>28.674829204000002</c:v>
                </c:pt>
                <c:pt idx="590">
                  <c:v>28.246326164000003</c:v>
                </c:pt>
                <c:pt idx="591">
                  <c:v>28.102321044</c:v>
                </c:pt>
                <c:pt idx="592">
                  <c:v>27.744722964000001</c:v>
                </c:pt>
                <c:pt idx="593">
                  <c:v>27.223911764</c:v>
                </c:pt>
                <c:pt idx="594">
                  <c:v>26.562168724000003</c:v>
                </c:pt>
                <c:pt idx="595">
                  <c:v>25.789238804000004</c:v>
                </c:pt>
                <c:pt idx="596">
                  <c:v>24.925647124000005</c:v>
                </c:pt>
                <c:pt idx="597">
                  <c:v>24.078738963999999</c:v>
                </c:pt>
                <c:pt idx="598">
                  <c:v>23.315577684000001</c:v>
                </c:pt>
                <c:pt idx="599">
                  <c:v>22.627931283999999</c:v>
                </c:pt>
                <c:pt idx="600">
                  <c:v>22.034019924000003</c:v>
                </c:pt>
                <c:pt idx="601">
                  <c:v>21.397960724000001</c:v>
                </c:pt>
                <c:pt idx="602">
                  <c:v>20.752791444</c:v>
                </c:pt>
                <c:pt idx="603">
                  <c:v>20.132647444000003</c:v>
                </c:pt>
                <c:pt idx="604">
                  <c:v>19.545541204000003</c:v>
                </c:pt>
                <c:pt idx="605">
                  <c:v>19.010131924000003</c:v>
                </c:pt>
                <c:pt idx="606">
                  <c:v>18.490418324</c:v>
                </c:pt>
                <c:pt idx="607">
                  <c:v>17.936788884000002</c:v>
                </c:pt>
                <c:pt idx="608">
                  <c:v>17.334974804000002</c:v>
                </c:pt>
                <c:pt idx="609">
                  <c:v>16.777174484000003</c:v>
                </c:pt>
                <c:pt idx="610">
                  <c:v>16.226947604000003</c:v>
                </c:pt>
                <c:pt idx="611">
                  <c:v>15.695599444000001</c:v>
                </c:pt>
                <c:pt idx="612">
                  <c:v>15.353148244000002</c:v>
                </c:pt>
                <c:pt idx="613">
                  <c:v>14.909827604</c:v>
                </c:pt>
                <c:pt idx="614">
                  <c:v>14.174106324</c:v>
                </c:pt>
                <c:pt idx="615">
                  <c:v>13.325332244000002</c:v>
                </c:pt>
                <c:pt idx="616">
                  <c:v>12.469423764</c:v>
                </c:pt>
                <c:pt idx="617">
                  <c:v>11.667078164000001</c:v>
                </c:pt>
                <c:pt idx="618">
                  <c:v>11.025091924000002</c:v>
                </c:pt>
                <c:pt idx="619">
                  <c:v>10.533257364000001</c:v>
                </c:pt>
                <c:pt idx="620">
                  <c:v>10.139877524000001</c:v>
                </c:pt>
                <c:pt idx="621">
                  <c:v>9.7501197640000008</c:v>
                </c:pt>
                <c:pt idx="622">
                  <c:v>9.286054484000001</c:v>
                </c:pt>
                <c:pt idx="623">
                  <c:v>8.716400084</c:v>
                </c:pt>
                <c:pt idx="624">
                  <c:v>8.1174397640000002</c:v>
                </c:pt>
                <c:pt idx="625">
                  <c:v>7.5629322440000006</c:v>
                </c:pt>
                <c:pt idx="626">
                  <c:v>7.0102906440000003</c:v>
                </c:pt>
                <c:pt idx="627">
                  <c:v>6.4781741640000003</c:v>
                </c:pt>
                <c:pt idx="628">
                  <c:v>5.9710829640000007</c:v>
                </c:pt>
                <c:pt idx="629">
                  <c:v>5.4355639240000002</c:v>
                </c:pt>
                <c:pt idx="630">
                  <c:v>4.8694218440000006</c:v>
                </c:pt>
                <c:pt idx="631">
                  <c:v>4.291425684</c:v>
                </c:pt>
                <c:pt idx="632">
                  <c:v>3.7034413640000001</c:v>
                </c:pt>
                <c:pt idx="633">
                  <c:v>3.1745079240000003</c:v>
                </c:pt>
                <c:pt idx="634">
                  <c:v>2.7645543240000001</c:v>
                </c:pt>
                <c:pt idx="635">
                  <c:v>2.4698487240000002</c:v>
                </c:pt>
                <c:pt idx="636">
                  <c:v>2.1929242440000003</c:v>
                </c:pt>
                <c:pt idx="637">
                  <c:v>1.9793312840000004</c:v>
                </c:pt>
                <c:pt idx="638">
                  <c:v>1.7631040840000003</c:v>
                </c:pt>
                <c:pt idx="639">
                  <c:v>1.548742804</c:v>
                </c:pt>
                <c:pt idx="640">
                  <c:v>1.4152746440000001</c:v>
                </c:pt>
                <c:pt idx="641">
                  <c:v>1.286855444</c:v>
                </c:pt>
                <c:pt idx="642">
                  <c:v>1.1943277640000001</c:v>
                </c:pt>
                <c:pt idx="643">
                  <c:v>1.1247399240000002</c:v>
                </c:pt>
                <c:pt idx="644">
                  <c:v>1.0548228040000001</c:v>
                </c:pt>
                <c:pt idx="645">
                  <c:v>1.0239802440000001</c:v>
                </c:pt>
                <c:pt idx="646">
                  <c:v>1.0127847240000001</c:v>
                </c:pt>
                <c:pt idx="647">
                  <c:v>0.96877096400000007</c:v>
                </c:pt>
                <c:pt idx="648">
                  <c:v>0.93057448400000009</c:v>
                </c:pt>
                <c:pt idx="649">
                  <c:v>0.89698792400000005</c:v>
                </c:pt>
                <c:pt idx="650">
                  <c:v>0.91279336400000011</c:v>
                </c:pt>
                <c:pt idx="651">
                  <c:v>0.93880648400000011</c:v>
                </c:pt>
                <c:pt idx="652">
                  <c:v>0.96536840400000001</c:v>
                </c:pt>
                <c:pt idx="653">
                  <c:v>0.99807688400000016</c:v>
                </c:pt>
                <c:pt idx="654">
                  <c:v>1.033200084</c:v>
                </c:pt>
                <c:pt idx="655">
                  <c:v>1.0885191240000001</c:v>
                </c:pt>
                <c:pt idx="656">
                  <c:v>1.130557204</c:v>
                </c:pt>
                <c:pt idx="657">
                  <c:v>1.148996884</c:v>
                </c:pt>
                <c:pt idx="658">
                  <c:v>1.1251789640000001</c:v>
                </c:pt>
                <c:pt idx="659">
                  <c:v>1.0653597640000001</c:v>
                </c:pt>
                <c:pt idx="660">
                  <c:v>1.0054308040000002</c:v>
                </c:pt>
                <c:pt idx="661">
                  <c:v>0.95658760400000009</c:v>
                </c:pt>
                <c:pt idx="662">
                  <c:v>0.909829844</c:v>
                </c:pt>
                <c:pt idx="663">
                  <c:v>0.88140200400000013</c:v>
                </c:pt>
                <c:pt idx="664">
                  <c:v>0.84770568400000001</c:v>
                </c:pt>
                <c:pt idx="665">
                  <c:v>0.82685128400000008</c:v>
                </c:pt>
                <c:pt idx="666">
                  <c:v>0.82366824400000005</c:v>
                </c:pt>
                <c:pt idx="667">
                  <c:v>0.78854504400000003</c:v>
                </c:pt>
                <c:pt idx="668">
                  <c:v>0.770873684</c:v>
                </c:pt>
                <c:pt idx="669">
                  <c:v>0.75298280400000006</c:v>
                </c:pt>
                <c:pt idx="670">
                  <c:v>0.7472752840000001</c:v>
                </c:pt>
                <c:pt idx="671">
                  <c:v>0.73651880400000003</c:v>
                </c:pt>
                <c:pt idx="672">
                  <c:v>0.71687176399999997</c:v>
                </c:pt>
                <c:pt idx="673">
                  <c:v>0.68877320399999997</c:v>
                </c:pt>
                <c:pt idx="674">
                  <c:v>0.6662724040000001</c:v>
                </c:pt>
                <c:pt idx="675">
                  <c:v>0.63718600400000014</c:v>
                </c:pt>
                <c:pt idx="676">
                  <c:v>0.636966484</c:v>
                </c:pt>
                <c:pt idx="677">
                  <c:v>0.60645320400000002</c:v>
                </c:pt>
                <c:pt idx="678">
                  <c:v>0.55453672399999998</c:v>
                </c:pt>
                <c:pt idx="679">
                  <c:v>0.52742600400000006</c:v>
                </c:pt>
                <c:pt idx="680">
                  <c:v>0.53554824400000001</c:v>
                </c:pt>
                <c:pt idx="681">
                  <c:v>0.55190248399999997</c:v>
                </c:pt>
                <c:pt idx="682">
                  <c:v>0.57143976400000007</c:v>
                </c:pt>
                <c:pt idx="683">
                  <c:v>0.57912296400000007</c:v>
                </c:pt>
                <c:pt idx="684">
                  <c:v>0.64673512400000011</c:v>
                </c:pt>
                <c:pt idx="685">
                  <c:v>0.78437416400000004</c:v>
                </c:pt>
                <c:pt idx="686">
                  <c:v>0.94440424400000011</c:v>
                </c:pt>
                <c:pt idx="687">
                  <c:v>1.1777540040000001</c:v>
                </c:pt>
                <c:pt idx="688">
                  <c:v>1.4291044040000001</c:v>
                </c:pt>
                <c:pt idx="689">
                  <c:v>1.689894164</c:v>
                </c:pt>
                <c:pt idx="690">
                  <c:v>1.9682455240000003</c:v>
                </c:pt>
                <c:pt idx="691">
                  <c:v>2.2268400840000004</c:v>
                </c:pt>
                <c:pt idx="692">
                  <c:v>2.4887274440000002</c:v>
                </c:pt>
                <c:pt idx="693">
                  <c:v>2.7621396040000001</c:v>
                </c:pt>
                <c:pt idx="694">
                  <c:v>3.0881268040000003</c:v>
                </c:pt>
                <c:pt idx="695">
                  <c:v>3.4639450440000004</c:v>
                </c:pt>
                <c:pt idx="696">
                  <c:v>3.8879479240000006</c:v>
                </c:pt>
                <c:pt idx="697">
                  <c:v>4.3537693640000006</c:v>
                </c:pt>
                <c:pt idx="698">
                  <c:v>4.8626167240000004</c:v>
                </c:pt>
                <c:pt idx="699">
                  <c:v>5.3449021639999996</c:v>
                </c:pt>
                <c:pt idx="700">
                  <c:v>5.7775760840000006</c:v>
                </c:pt>
                <c:pt idx="701">
                  <c:v>6.2544832840000009</c:v>
                </c:pt>
                <c:pt idx="702">
                  <c:v>6.545347284</c:v>
                </c:pt>
                <c:pt idx="703">
                  <c:v>7.0105101640000003</c:v>
                </c:pt>
                <c:pt idx="704">
                  <c:v>8.103500244000001</c:v>
                </c:pt>
                <c:pt idx="705">
                  <c:v>9.2788103240000019</c:v>
                </c:pt>
                <c:pt idx="706">
                  <c:v>10.490890004000001</c:v>
                </c:pt>
                <c:pt idx="707">
                  <c:v>11.733592724000001</c:v>
                </c:pt>
                <c:pt idx="708">
                  <c:v>12.872572244000001</c:v>
                </c:pt>
                <c:pt idx="709">
                  <c:v>13.945805524000001</c:v>
                </c:pt>
                <c:pt idx="710">
                  <c:v>15.007404244000002</c:v>
                </c:pt>
                <c:pt idx="711">
                  <c:v>16.040026324000003</c:v>
                </c:pt>
                <c:pt idx="712">
                  <c:v>16.977266964000002</c:v>
                </c:pt>
                <c:pt idx="713">
                  <c:v>17.838882964000003</c:v>
                </c:pt>
                <c:pt idx="714">
                  <c:v>18.656046164000003</c:v>
                </c:pt>
                <c:pt idx="715">
                  <c:v>19.480782804</c:v>
                </c:pt>
                <c:pt idx="716">
                  <c:v>20.332630164000001</c:v>
                </c:pt>
                <c:pt idx="717">
                  <c:v>21.219930004000002</c:v>
                </c:pt>
                <c:pt idx="718">
                  <c:v>22.039507923999999</c:v>
                </c:pt>
                <c:pt idx="719">
                  <c:v>22.758216404000002</c:v>
                </c:pt>
                <c:pt idx="720">
                  <c:v>23.335883284000005</c:v>
                </c:pt>
                <c:pt idx="721">
                  <c:v>23.830132564000003</c:v>
                </c:pt>
                <c:pt idx="722">
                  <c:v>24.322735443999999</c:v>
                </c:pt>
                <c:pt idx="723">
                  <c:v>24.835643923999999</c:v>
                </c:pt>
                <c:pt idx="724">
                  <c:v>25.396407764000003</c:v>
                </c:pt>
                <c:pt idx="725">
                  <c:v>26.008758804000003</c:v>
                </c:pt>
                <c:pt idx="726">
                  <c:v>26.590377044</c:v>
                </c:pt>
                <c:pt idx="727">
                  <c:v>27.151031124000003</c:v>
                </c:pt>
                <c:pt idx="728">
                  <c:v>27.586558804000003</c:v>
                </c:pt>
                <c:pt idx="729">
                  <c:v>27.994426964000002</c:v>
                </c:pt>
                <c:pt idx="730">
                  <c:v>28.394502164000002</c:v>
                </c:pt>
                <c:pt idx="731">
                  <c:v>28.825310164000001</c:v>
                </c:pt>
                <c:pt idx="732">
                  <c:v>29.286850964000003</c:v>
                </c:pt>
                <c:pt idx="733">
                  <c:v>29.770124244000002</c:v>
                </c:pt>
                <c:pt idx="734">
                  <c:v>30.196871124000005</c:v>
                </c:pt>
                <c:pt idx="735">
                  <c:v>30.466441684000003</c:v>
                </c:pt>
                <c:pt idx="736">
                  <c:v>30.659290003999999</c:v>
                </c:pt>
                <c:pt idx="737">
                  <c:v>30.854114004000003</c:v>
                </c:pt>
                <c:pt idx="738">
                  <c:v>31.008326804000003</c:v>
                </c:pt>
                <c:pt idx="739">
                  <c:v>31.206443604</c:v>
                </c:pt>
                <c:pt idx="740">
                  <c:v>31.572163924000005</c:v>
                </c:pt>
                <c:pt idx="741">
                  <c:v>32.025802003999999</c:v>
                </c:pt>
                <c:pt idx="742">
                  <c:v>32.474171604000006</c:v>
                </c:pt>
                <c:pt idx="743">
                  <c:v>32.926053524000004</c:v>
                </c:pt>
                <c:pt idx="744">
                  <c:v>33.320530964000007</c:v>
                </c:pt>
                <c:pt idx="745">
                  <c:v>33.517989204000003</c:v>
                </c:pt>
                <c:pt idx="746">
                  <c:v>33.497793364000003</c:v>
                </c:pt>
                <c:pt idx="747">
                  <c:v>33.377496403999999</c:v>
                </c:pt>
                <c:pt idx="748">
                  <c:v>33.401753364000001</c:v>
                </c:pt>
                <c:pt idx="749">
                  <c:v>33.625224723999999</c:v>
                </c:pt>
                <c:pt idx="750">
                  <c:v>33.875367764000003</c:v>
                </c:pt>
                <c:pt idx="751">
                  <c:v>34.077765204000002</c:v>
                </c:pt>
                <c:pt idx="752">
                  <c:v>34.208489364000002</c:v>
                </c:pt>
                <c:pt idx="753">
                  <c:v>34.338445204000003</c:v>
                </c:pt>
                <c:pt idx="754">
                  <c:v>34.461925204000003</c:v>
                </c:pt>
                <c:pt idx="755">
                  <c:v>34.651590484000003</c:v>
                </c:pt>
                <c:pt idx="756">
                  <c:v>34.928405204000001</c:v>
                </c:pt>
                <c:pt idx="757">
                  <c:v>35.103582164000002</c:v>
                </c:pt>
                <c:pt idx="758">
                  <c:v>35.226952404000002</c:v>
                </c:pt>
                <c:pt idx="759">
                  <c:v>35.342639444</c:v>
                </c:pt>
                <c:pt idx="760">
                  <c:v>35.364701203999999</c:v>
                </c:pt>
                <c:pt idx="761">
                  <c:v>35.260978004000002</c:v>
                </c:pt>
                <c:pt idx="762">
                  <c:v>35.155279124000003</c:v>
                </c:pt>
                <c:pt idx="763">
                  <c:v>35.198414804000002</c:v>
                </c:pt>
                <c:pt idx="764">
                  <c:v>35.364591444000006</c:v>
                </c:pt>
                <c:pt idx="765">
                  <c:v>35.474570964000002</c:v>
                </c:pt>
                <c:pt idx="766">
                  <c:v>35.481485843999998</c:v>
                </c:pt>
                <c:pt idx="767">
                  <c:v>35.419361684000002</c:v>
                </c:pt>
                <c:pt idx="768">
                  <c:v>35.399714644000007</c:v>
                </c:pt>
                <c:pt idx="769">
                  <c:v>35.385445844000003</c:v>
                </c:pt>
                <c:pt idx="770">
                  <c:v>35.367994004000003</c:v>
                </c:pt>
                <c:pt idx="771">
                  <c:v>35.371286804000007</c:v>
                </c:pt>
                <c:pt idx="772">
                  <c:v>35.376884564000001</c:v>
                </c:pt>
                <c:pt idx="773">
                  <c:v>35.398946324000001</c:v>
                </c:pt>
                <c:pt idx="774">
                  <c:v>35.354822804000001</c:v>
                </c:pt>
                <c:pt idx="775">
                  <c:v>35.280954324</c:v>
                </c:pt>
                <c:pt idx="776">
                  <c:v>35.236282004000003</c:v>
                </c:pt>
                <c:pt idx="777">
                  <c:v>35.272612564000006</c:v>
                </c:pt>
                <c:pt idx="778">
                  <c:v>35.339675923999998</c:v>
                </c:pt>
                <c:pt idx="779">
                  <c:v>35.324309524</c:v>
                </c:pt>
                <c:pt idx="780">
                  <c:v>35.283039764000002</c:v>
                </c:pt>
                <c:pt idx="781">
                  <c:v>35.226842644000001</c:v>
                </c:pt>
                <c:pt idx="782">
                  <c:v>35.214769044000001</c:v>
                </c:pt>
                <c:pt idx="783">
                  <c:v>35.299284243999999</c:v>
                </c:pt>
                <c:pt idx="784">
                  <c:v>35.457338644000004</c:v>
                </c:pt>
                <c:pt idx="785">
                  <c:v>35.606502484000004</c:v>
                </c:pt>
                <c:pt idx="786">
                  <c:v>35.574233044000003</c:v>
                </c:pt>
                <c:pt idx="787">
                  <c:v>35.269210004000001</c:v>
                </c:pt>
                <c:pt idx="788">
                  <c:v>34.987456084000002</c:v>
                </c:pt>
                <c:pt idx="789">
                  <c:v>34.931588244000004</c:v>
                </c:pt>
                <c:pt idx="790">
                  <c:v>35.112582484000001</c:v>
                </c:pt>
                <c:pt idx="791">
                  <c:v>35.368652564000001</c:v>
                </c:pt>
                <c:pt idx="792">
                  <c:v>35.479619924000005</c:v>
                </c:pt>
                <c:pt idx="793">
                  <c:v>35.322772884000003</c:v>
                </c:pt>
                <c:pt idx="794">
                  <c:v>34.979333844000003</c:v>
                </c:pt>
                <c:pt idx="795">
                  <c:v>34.567733844000003</c:v>
                </c:pt>
                <c:pt idx="796">
                  <c:v>34.218916564000004</c:v>
                </c:pt>
                <c:pt idx="797">
                  <c:v>34.048130004000001</c:v>
                </c:pt>
                <c:pt idx="798">
                  <c:v>34.176439444000003</c:v>
                </c:pt>
                <c:pt idx="799">
                  <c:v>34.286199444000005</c:v>
                </c:pt>
                <c:pt idx="800">
                  <c:v>34.195318164000007</c:v>
                </c:pt>
                <c:pt idx="801">
                  <c:v>33.893478164000001</c:v>
                </c:pt>
                <c:pt idx="802">
                  <c:v>33.528635924000007</c:v>
                </c:pt>
                <c:pt idx="803">
                  <c:v>33.229759444000003</c:v>
                </c:pt>
                <c:pt idx="804">
                  <c:v>32.999812244000005</c:v>
                </c:pt>
                <c:pt idx="805">
                  <c:v>32.779633684000004</c:v>
                </c:pt>
                <c:pt idx="806">
                  <c:v>32.609395923999998</c:v>
                </c:pt>
                <c:pt idx="807">
                  <c:v>32.366277524000004</c:v>
                </c:pt>
                <c:pt idx="808">
                  <c:v>32.055546964000001</c:v>
                </c:pt>
                <c:pt idx="809">
                  <c:v>31.729889044000004</c:v>
                </c:pt>
                <c:pt idx="810">
                  <c:v>31.389523284000003</c:v>
                </c:pt>
                <c:pt idx="811">
                  <c:v>31.042901204000003</c:v>
                </c:pt>
                <c:pt idx="812">
                  <c:v>30.684095764000006</c:v>
                </c:pt>
                <c:pt idx="813">
                  <c:v>30.232213844</c:v>
                </c:pt>
                <c:pt idx="814">
                  <c:v>29.689670164000002</c:v>
                </c:pt>
                <c:pt idx="815">
                  <c:v>29.152175444000001</c:v>
                </c:pt>
                <c:pt idx="816">
                  <c:v>28.924423444000002</c:v>
                </c:pt>
                <c:pt idx="817">
                  <c:v>28.478139284000001</c:v>
                </c:pt>
                <c:pt idx="818">
                  <c:v>28.017696084000001</c:v>
                </c:pt>
                <c:pt idx="819">
                  <c:v>27.628816404000002</c:v>
                </c:pt>
                <c:pt idx="820">
                  <c:v>27.180117524000003</c:v>
                </c:pt>
                <c:pt idx="821">
                  <c:v>26.570181204000004</c:v>
                </c:pt>
                <c:pt idx="822">
                  <c:v>25.824252244</c:v>
                </c:pt>
                <c:pt idx="823">
                  <c:v>25.078652564000002</c:v>
                </c:pt>
                <c:pt idx="824">
                  <c:v>24.366090644000003</c:v>
                </c:pt>
                <c:pt idx="825">
                  <c:v>23.753520084000002</c:v>
                </c:pt>
                <c:pt idx="826">
                  <c:v>23.243684884000004</c:v>
                </c:pt>
                <c:pt idx="827">
                  <c:v>22.823194323999999</c:v>
                </c:pt>
                <c:pt idx="828">
                  <c:v>22.367909844</c:v>
                </c:pt>
                <c:pt idx="829">
                  <c:v>21.772132564000003</c:v>
                </c:pt>
                <c:pt idx="830">
                  <c:v>21.030703764000002</c:v>
                </c:pt>
                <c:pt idx="831">
                  <c:v>20.280055124000004</c:v>
                </c:pt>
                <c:pt idx="832">
                  <c:v>19.634007764</c:v>
                </c:pt>
                <c:pt idx="833">
                  <c:v>19.083122324000001</c:v>
                </c:pt>
                <c:pt idx="834">
                  <c:v>18.605007764</c:v>
                </c:pt>
                <c:pt idx="835">
                  <c:v>18.237202004</c:v>
                </c:pt>
                <c:pt idx="836">
                  <c:v>17.746355284</c:v>
                </c:pt>
                <c:pt idx="837">
                  <c:v>17.044001044000002</c:v>
                </c:pt>
                <c:pt idx="838">
                  <c:v>16.280071444000001</c:v>
                </c:pt>
                <c:pt idx="839">
                  <c:v>15.543691604000001</c:v>
                </c:pt>
                <c:pt idx="840">
                  <c:v>14.868667604000001</c:v>
                </c:pt>
                <c:pt idx="841">
                  <c:v>14.245340564000001</c:v>
                </c:pt>
                <c:pt idx="842">
                  <c:v>13.668002963999999</c:v>
                </c:pt>
                <c:pt idx="843">
                  <c:v>13.025028884000001</c:v>
                </c:pt>
                <c:pt idx="844">
                  <c:v>12.349785364000001</c:v>
                </c:pt>
                <c:pt idx="845">
                  <c:v>11.628223124000002</c:v>
                </c:pt>
                <c:pt idx="846">
                  <c:v>10.915441684000001</c:v>
                </c:pt>
                <c:pt idx="847">
                  <c:v>10.246015444000001</c:v>
                </c:pt>
                <c:pt idx="848">
                  <c:v>9.6416768840000007</c:v>
                </c:pt>
                <c:pt idx="849">
                  <c:v>9.0648880839999997</c:v>
                </c:pt>
                <c:pt idx="850">
                  <c:v>8.5670167240000001</c:v>
                </c:pt>
                <c:pt idx="851">
                  <c:v>8.0827556040000008</c:v>
                </c:pt>
                <c:pt idx="852">
                  <c:v>7.5540416840000004</c:v>
                </c:pt>
                <c:pt idx="853">
                  <c:v>7.0034855240000002</c:v>
                </c:pt>
                <c:pt idx="854">
                  <c:v>6.4617101640000003</c:v>
                </c:pt>
                <c:pt idx="855">
                  <c:v>5.9830468040000007</c:v>
                </c:pt>
                <c:pt idx="856">
                  <c:v>5.5190912840000008</c:v>
                </c:pt>
                <c:pt idx="857">
                  <c:v>5.0669898440000001</c:v>
                </c:pt>
                <c:pt idx="858">
                  <c:v>4.6969888840000005</c:v>
                </c:pt>
                <c:pt idx="859">
                  <c:v>4.3919658440000005</c:v>
                </c:pt>
                <c:pt idx="860">
                  <c:v>4.1418228040000002</c:v>
                </c:pt>
                <c:pt idx="861">
                  <c:v>3.9552308040000002</c:v>
                </c:pt>
                <c:pt idx="862">
                  <c:v>3.761614164</c:v>
                </c:pt>
                <c:pt idx="863">
                  <c:v>3.5026903240000005</c:v>
                </c:pt>
                <c:pt idx="864">
                  <c:v>3.2556205640000004</c:v>
                </c:pt>
                <c:pt idx="865">
                  <c:v>3.0108557640000004</c:v>
                </c:pt>
                <c:pt idx="866">
                  <c:v>2.7826647240000004</c:v>
                </c:pt>
                <c:pt idx="867">
                  <c:v>2.5797184840000003</c:v>
                </c:pt>
                <c:pt idx="868">
                  <c:v>2.3611863240000002</c:v>
                </c:pt>
                <c:pt idx="869">
                  <c:v>2.1951194440000004</c:v>
                </c:pt>
                <c:pt idx="870">
                  <c:v>2.097981844</c:v>
                </c:pt>
                <c:pt idx="871">
                  <c:v>2.0271866439999999</c:v>
                </c:pt>
                <c:pt idx="872">
                  <c:v>1.9759287240000001</c:v>
                </c:pt>
                <c:pt idx="873">
                  <c:v>1.9303783240000003</c:v>
                </c:pt>
                <c:pt idx="874">
                  <c:v>1.8270941640000002</c:v>
                </c:pt>
                <c:pt idx="875">
                  <c:v>1.7921904840000003</c:v>
                </c:pt>
                <c:pt idx="876">
                  <c:v>1.8008615240000001</c:v>
                </c:pt>
                <c:pt idx="877">
                  <c:v>1.820618324</c:v>
                </c:pt>
                <c:pt idx="878">
                  <c:v>1.838948244</c:v>
                </c:pt>
                <c:pt idx="879">
                  <c:v>1.8337895240000002</c:v>
                </c:pt>
                <c:pt idx="880">
                  <c:v>1.8240208840000003</c:v>
                </c:pt>
                <c:pt idx="881">
                  <c:v>1.8123863240000002</c:v>
                </c:pt>
                <c:pt idx="882">
                  <c:v>1.7503719240000002</c:v>
                </c:pt>
                <c:pt idx="883">
                  <c:v>1.7031751240000002</c:v>
                </c:pt>
                <c:pt idx="884">
                  <c:v>1.6615760840000002</c:v>
                </c:pt>
                <c:pt idx="885">
                  <c:v>1.6257943240000001</c:v>
                </c:pt>
                <c:pt idx="886">
                  <c:v>1.618550164</c:v>
                </c:pt>
                <c:pt idx="887">
                  <c:v>1.6079034440000002</c:v>
                </c:pt>
                <c:pt idx="888">
                  <c:v>1.5914394440000001</c:v>
                </c:pt>
                <c:pt idx="889">
                  <c:v>1.5744266440000001</c:v>
                </c:pt>
                <c:pt idx="890">
                  <c:v>1.5513770440000001</c:v>
                </c:pt>
                <c:pt idx="891">
                  <c:v>1.5079120840000002</c:v>
                </c:pt>
                <c:pt idx="892">
                  <c:v>1.471142484</c:v>
                </c:pt>
                <c:pt idx="893">
                  <c:v>1.4323972040000001</c:v>
                </c:pt>
                <c:pt idx="894">
                  <c:v>1.385968724</c:v>
                </c:pt>
                <c:pt idx="895">
                  <c:v>1.365882644</c:v>
                </c:pt>
                <c:pt idx="896">
                  <c:v>1.3621508040000001</c:v>
                </c:pt>
                <c:pt idx="897">
                  <c:v>1.3247226439999999</c:v>
                </c:pt>
                <c:pt idx="898">
                  <c:v>1.3017828039999999</c:v>
                </c:pt>
                <c:pt idx="899">
                  <c:v>1.3131978440000003</c:v>
                </c:pt>
                <c:pt idx="900">
                  <c:v>1.3293325640000002</c:v>
                </c:pt>
                <c:pt idx="901">
                  <c:v>1.3734560840000001</c:v>
                </c:pt>
                <c:pt idx="902">
                  <c:v>1.4430439240000001</c:v>
                </c:pt>
                <c:pt idx="903">
                  <c:v>1.5638896840000001</c:v>
                </c:pt>
                <c:pt idx="904">
                  <c:v>1.738956884</c:v>
                </c:pt>
                <c:pt idx="905">
                  <c:v>1.9392688840000001</c:v>
                </c:pt>
                <c:pt idx="906">
                  <c:v>2.1178484040000001</c:v>
                </c:pt>
                <c:pt idx="907">
                  <c:v>2.2854519240000002</c:v>
                </c:pt>
                <c:pt idx="908">
                  <c:v>2.5016791240000003</c:v>
                </c:pt>
                <c:pt idx="909">
                  <c:v>2.7424925640000004</c:v>
                </c:pt>
                <c:pt idx="910">
                  <c:v>2.9909892040000003</c:v>
                </c:pt>
                <c:pt idx="911">
                  <c:v>3.280426324</c:v>
                </c:pt>
                <c:pt idx="912">
                  <c:v>3.6498784840000003</c:v>
                </c:pt>
                <c:pt idx="913">
                  <c:v>4.0915527240000005</c:v>
                </c:pt>
                <c:pt idx="914">
                  <c:v>4.499530644</c:v>
                </c:pt>
                <c:pt idx="915">
                  <c:v>4.8248592840000004</c:v>
                </c:pt>
                <c:pt idx="916">
                  <c:v>5.4568573640000011</c:v>
                </c:pt>
                <c:pt idx="917">
                  <c:v>6.0680010439999998</c:v>
                </c:pt>
                <c:pt idx="918">
                  <c:v>6.6380944840000007</c:v>
                </c:pt>
                <c:pt idx="919">
                  <c:v>7.1602228040000009</c:v>
                </c:pt>
                <c:pt idx="920">
                  <c:v>7.6382276039999999</c:v>
                </c:pt>
                <c:pt idx="921">
                  <c:v>8.1184276040000007</c:v>
                </c:pt>
                <c:pt idx="922">
                  <c:v>8.6695325640000007</c:v>
                </c:pt>
                <c:pt idx="923">
                  <c:v>9.3022989640000002</c:v>
                </c:pt>
                <c:pt idx="924">
                  <c:v>9.9898356039999996</c:v>
                </c:pt>
                <c:pt idx="925">
                  <c:v>10.681323604000001</c:v>
                </c:pt>
                <c:pt idx="926">
                  <c:v>11.346249684000002</c:v>
                </c:pt>
                <c:pt idx="927">
                  <c:v>12.000199764000001</c:v>
                </c:pt>
                <c:pt idx="928">
                  <c:v>12.657113364000001</c:v>
                </c:pt>
                <c:pt idx="929">
                  <c:v>13.350906324000002</c:v>
                </c:pt>
                <c:pt idx="930">
                  <c:v>14.107921044000001</c:v>
                </c:pt>
                <c:pt idx="931">
                  <c:v>14.937816404000001</c:v>
                </c:pt>
                <c:pt idx="932">
                  <c:v>15.825884564000003</c:v>
                </c:pt>
                <c:pt idx="933">
                  <c:v>16.736563283999999</c:v>
                </c:pt>
                <c:pt idx="934">
                  <c:v>17.634180564000001</c:v>
                </c:pt>
                <c:pt idx="935">
                  <c:v>18.509845844000001</c:v>
                </c:pt>
                <c:pt idx="936">
                  <c:v>19.274543764000001</c:v>
                </c:pt>
                <c:pt idx="937">
                  <c:v>19.838271124000002</c:v>
                </c:pt>
                <c:pt idx="938">
                  <c:v>20.579151123999999</c:v>
                </c:pt>
                <c:pt idx="939">
                  <c:v>21.480829524000004</c:v>
                </c:pt>
                <c:pt idx="940">
                  <c:v>22.345628564000002</c:v>
                </c:pt>
                <c:pt idx="941">
                  <c:v>23.120863444000001</c:v>
                </c:pt>
                <c:pt idx="942">
                  <c:v>23.830791124000005</c:v>
                </c:pt>
                <c:pt idx="943">
                  <c:v>24.442483604000003</c:v>
                </c:pt>
                <c:pt idx="944">
                  <c:v>25.028053204000003</c:v>
                </c:pt>
                <c:pt idx="945">
                  <c:v>25.677942164000001</c:v>
                </c:pt>
                <c:pt idx="946">
                  <c:v>26.363173844000002</c:v>
                </c:pt>
                <c:pt idx="947">
                  <c:v>27.084845844000004</c:v>
                </c:pt>
                <c:pt idx="948">
                  <c:v>27.794773524</c:v>
                </c:pt>
                <c:pt idx="949">
                  <c:v>28.400099924000003</c:v>
                </c:pt>
                <c:pt idx="950">
                  <c:v>28.909935124</c:v>
                </c:pt>
                <c:pt idx="951">
                  <c:v>29.437002644</c:v>
                </c:pt>
                <c:pt idx="952">
                  <c:v>29.988656404000004</c:v>
                </c:pt>
                <c:pt idx="953">
                  <c:v>30.533944084000005</c:v>
                </c:pt>
                <c:pt idx="954">
                  <c:v>31.044876884000004</c:v>
                </c:pt>
                <c:pt idx="955">
                  <c:v>31.502466324</c:v>
                </c:pt>
                <c:pt idx="956">
                  <c:v>31.818245844000003</c:v>
                </c:pt>
                <c:pt idx="957">
                  <c:v>32.078925844000004</c:v>
                </c:pt>
                <c:pt idx="958">
                  <c:v>32.319519764000006</c:v>
                </c:pt>
                <c:pt idx="959">
                  <c:v>32.616749844000005</c:v>
                </c:pt>
                <c:pt idx="960">
                  <c:v>33.008373524</c:v>
                </c:pt>
                <c:pt idx="961">
                  <c:v>33.499330004000001</c:v>
                </c:pt>
                <c:pt idx="962">
                  <c:v>34.016299604000004</c:v>
                </c:pt>
                <c:pt idx="963">
                  <c:v>34.591112723999998</c:v>
                </c:pt>
                <c:pt idx="964">
                  <c:v>35.091947603999998</c:v>
                </c:pt>
                <c:pt idx="965">
                  <c:v>35.390385043999999</c:v>
                </c:pt>
                <c:pt idx="966">
                  <c:v>35.510682004000003</c:v>
                </c:pt>
                <c:pt idx="967">
                  <c:v>35.567866964000004</c:v>
                </c:pt>
                <c:pt idx="968">
                  <c:v>35.677187924000002</c:v>
                </c:pt>
                <c:pt idx="969">
                  <c:v>35.862243284000002</c:v>
                </c:pt>
                <c:pt idx="970">
                  <c:v>36.078909524000004</c:v>
                </c:pt>
                <c:pt idx="971">
                  <c:v>36.284160724000003</c:v>
                </c:pt>
                <c:pt idx="972">
                  <c:v>36.263196563999998</c:v>
                </c:pt>
                <c:pt idx="973">
                  <c:v>35.975625364000003</c:v>
                </c:pt>
                <c:pt idx="974">
                  <c:v>35.712311124000003</c:v>
                </c:pt>
                <c:pt idx="975">
                  <c:v>35.871353364000001</c:v>
                </c:pt>
                <c:pt idx="976">
                  <c:v>36.387444884000004</c:v>
                </c:pt>
                <c:pt idx="977">
                  <c:v>37.002759444000006</c:v>
                </c:pt>
                <c:pt idx="978">
                  <c:v>37.471544403999999</c:v>
                </c:pt>
                <c:pt idx="979">
                  <c:v>37.519290004000005</c:v>
                </c:pt>
                <c:pt idx="980">
                  <c:v>37.242036244000005</c:v>
                </c:pt>
                <c:pt idx="981">
                  <c:v>36.951721044000003</c:v>
                </c:pt>
                <c:pt idx="982">
                  <c:v>36.804752403999998</c:v>
                </c:pt>
                <c:pt idx="983">
                  <c:v>36.937891284000003</c:v>
                </c:pt>
                <c:pt idx="984">
                  <c:v>37.179802324000001</c:v>
                </c:pt>
                <c:pt idx="985">
                  <c:v>37.333905364000003</c:v>
                </c:pt>
                <c:pt idx="986">
                  <c:v>37.238414164000005</c:v>
                </c:pt>
                <c:pt idx="987">
                  <c:v>36.841522004000005</c:v>
                </c:pt>
                <c:pt idx="988">
                  <c:v>36.309734804000001</c:v>
                </c:pt>
                <c:pt idx="989">
                  <c:v>36.020626964000002</c:v>
                </c:pt>
                <c:pt idx="990">
                  <c:v>35.983747604000001</c:v>
                </c:pt>
                <c:pt idx="991">
                  <c:v>35.872011923999999</c:v>
                </c:pt>
                <c:pt idx="992">
                  <c:v>35.509803924000003</c:v>
                </c:pt>
                <c:pt idx="993">
                  <c:v>35.072739603999999</c:v>
                </c:pt>
                <c:pt idx="994">
                  <c:v>34.596710484000006</c:v>
                </c:pt>
                <c:pt idx="995">
                  <c:v>34.186866643999998</c:v>
                </c:pt>
                <c:pt idx="996">
                  <c:v>33.768571284000004</c:v>
                </c:pt>
                <c:pt idx="997">
                  <c:v>33.300883923999997</c:v>
                </c:pt>
                <c:pt idx="998">
                  <c:v>32.870075924000005</c:v>
                </c:pt>
                <c:pt idx="999">
                  <c:v>32.749669204000007</c:v>
                </c:pt>
                <c:pt idx="1000">
                  <c:v>32.883795923999998</c:v>
                </c:pt>
                <c:pt idx="1001">
                  <c:v>32.933846484000007</c:v>
                </c:pt>
                <c:pt idx="1002">
                  <c:v>32.687984084</c:v>
                </c:pt>
                <c:pt idx="1003">
                  <c:v>32.224357844000004</c:v>
                </c:pt>
                <c:pt idx="1004">
                  <c:v>31.841075924000002</c:v>
                </c:pt>
                <c:pt idx="1005">
                  <c:v>31.806282004000003</c:v>
                </c:pt>
                <c:pt idx="1006">
                  <c:v>32.162782484000005</c:v>
                </c:pt>
                <c:pt idx="1007">
                  <c:v>32.598639444</c:v>
                </c:pt>
                <c:pt idx="1008">
                  <c:v>32.654617044000005</c:v>
                </c:pt>
                <c:pt idx="1009">
                  <c:v>32.152904084000006</c:v>
                </c:pt>
                <c:pt idx="1010">
                  <c:v>31.530235604000005</c:v>
                </c:pt>
                <c:pt idx="1011">
                  <c:v>31.170771604000002</c:v>
                </c:pt>
                <c:pt idx="1012">
                  <c:v>31.185479444000002</c:v>
                </c:pt>
                <c:pt idx="1013">
                  <c:v>31.469757844</c:v>
                </c:pt>
                <c:pt idx="1014">
                  <c:v>31.679728724000004</c:v>
                </c:pt>
                <c:pt idx="1015">
                  <c:v>31.541870164000002</c:v>
                </c:pt>
                <c:pt idx="1016">
                  <c:v>31.165173844000002</c:v>
                </c:pt>
                <c:pt idx="1017">
                  <c:v>30.899993684000002</c:v>
                </c:pt>
                <c:pt idx="1018">
                  <c:v>30.877492884000002</c:v>
                </c:pt>
                <c:pt idx="1019">
                  <c:v>30.952898004000001</c:v>
                </c:pt>
                <c:pt idx="1020">
                  <c:v>30.938299924000003</c:v>
                </c:pt>
                <c:pt idx="1021">
                  <c:v>30.775306324000002</c:v>
                </c:pt>
                <c:pt idx="1022">
                  <c:v>30.502772244000003</c:v>
                </c:pt>
                <c:pt idx="1023">
                  <c:v>30.129588244000001</c:v>
                </c:pt>
                <c:pt idx="1024">
                  <c:v>29.820943124000003</c:v>
                </c:pt>
                <c:pt idx="1025">
                  <c:v>29.630838804000003</c:v>
                </c:pt>
                <c:pt idx="1026">
                  <c:v>29.397159764000005</c:v>
                </c:pt>
                <c:pt idx="1027">
                  <c:v>29.075892243999998</c:v>
                </c:pt>
                <c:pt idx="1028">
                  <c:v>28.797870163999999</c:v>
                </c:pt>
                <c:pt idx="1029">
                  <c:v>28.574398804000001</c:v>
                </c:pt>
                <c:pt idx="1030">
                  <c:v>27.866337044000002</c:v>
                </c:pt>
                <c:pt idx="1031">
                  <c:v>27.172983124000005</c:v>
                </c:pt>
                <c:pt idx="1032">
                  <c:v>26.672367764000001</c:v>
                </c:pt>
                <c:pt idx="1033">
                  <c:v>26.268780244000002</c:v>
                </c:pt>
                <c:pt idx="1034">
                  <c:v>25.739078484000004</c:v>
                </c:pt>
                <c:pt idx="1035">
                  <c:v>25.077445204000004</c:v>
                </c:pt>
                <c:pt idx="1036">
                  <c:v>24.303637204000001</c:v>
                </c:pt>
                <c:pt idx="1037">
                  <c:v>23.514901844000001</c:v>
                </c:pt>
                <c:pt idx="1038">
                  <c:v>22.859085844000003</c:v>
                </c:pt>
                <c:pt idx="1039">
                  <c:v>22.345957844000001</c:v>
                </c:pt>
                <c:pt idx="1040">
                  <c:v>21.843366803999999</c:v>
                </c:pt>
                <c:pt idx="1041">
                  <c:v>21.214332244000005</c:v>
                </c:pt>
                <c:pt idx="1042">
                  <c:v>20.339545044000005</c:v>
                </c:pt>
                <c:pt idx="1043">
                  <c:v>19.267848404000002</c:v>
                </c:pt>
                <c:pt idx="1044">
                  <c:v>18.206688723999999</c:v>
                </c:pt>
                <c:pt idx="1045">
                  <c:v>17.528152404</c:v>
                </c:pt>
                <c:pt idx="1046">
                  <c:v>17.228178324000002</c:v>
                </c:pt>
                <c:pt idx="1047">
                  <c:v>16.925240724000002</c:v>
                </c:pt>
                <c:pt idx="1048">
                  <c:v>16.594204564000002</c:v>
                </c:pt>
                <c:pt idx="1049">
                  <c:v>16.154506004000002</c:v>
                </c:pt>
                <c:pt idx="1050">
                  <c:v>15.530081364000003</c:v>
                </c:pt>
                <c:pt idx="1051">
                  <c:v>14.862191764000002</c:v>
                </c:pt>
                <c:pt idx="1052">
                  <c:v>14.180252884</c:v>
                </c:pt>
                <c:pt idx="1053">
                  <c:v>13.601707924000001</c:v>
                </c:pt>
                <c:pt idx="1054">
                  <c:v>13.079908884000002</c:v>
                </c:pt>
                <c:pt idx="1055">
                  <c:v>12.568427284</c:v>
                </c:pt>
                <c:pt idx="1056">
                  <c:v>11.977808724000001</c:v>
                </c:pt>
                <c:pt idx="1057">
                  <c:v>11.250099924000001</c:v>
                </c:pt>
                <c:pt idx="1058">
                  <c:v>10.501207444000002</c:v>
                </c:pt>
                <c:pt idx="1059">
                  <c:v>9.8017069639999992</c:v>
                </c:pt>
                <c:pt idx="1060">
                  <c:v>9.2310647240000012</c:v>
                </c:pt>
                <c:pt idx="1061">
                  <c:v>8.7660116040000009</c:v>
                </c:pt>
                <c:pt idx="1062">
                  <c:v>8.3817418440000004</c:v>
                </c:pt>
                <c:pt idx="1063">
                  <c:v>8.0682672840000009</c:v>
                </c:pt>
                <c:pt idx="1064">
                  <c:v>7.7210964040000007</c:v>
                </c:pt>
                <c:pt idx="1065">
                  <c:v>7.2831540040000009</c:v>
                </c:pt>
                <c:pt idx="1066">
                  <c:v>6.7965879240000007</c:v>
                </c:pt>
                <c:pt idx="1067">
                  <c:v>6.3234125640000007</c:v>
                </c:pt>
                <c:pt idx="1068">
                  <c:v>5.8877751240000009</c:v>
                </c:pt>
                <c:pt idx="1069">
                  <c:v>5.5070176840000009</c:v>
                </c:pt>
                <c:pt idx="1070">
                  <c:v>5.1517245640000002</c:v>
                </c:pt>
                <c:pt idx="1071">
                  <c:v>4.790394644</c:v>
                </c:pt>
                <c:pt idx="1072">
                  <c:v>4.4557364040000005</c:v>
                </c:pt>
                <c:pt idx="1073">
                  <c:v>4.1203098440000003</c:v>
                </c:pt>
                <c:pt idx="1074">
                  <c:v>3.7893834440000003</c:v>
                </c:pt>
                <c:pt idx="1075">
                  <c:v>3.5283741640000001</c:v>
                </c:pt>
                <c:pt idx="1076">
                  <c:v>3.2967805640000001</c:v>
                </c:pt>
                <c:pt idx="1077">
                  <c:v>3.1210548040000003</c:v>
                </c:pt>
                <c:pt idx="1078">
                  <c:v>2.9433533640000005</c:v>
                </c:pt>
                <c:pt idx="1079">
                  <c:v>2.7582980040000002</c:v>
                </c:pt>
                <c:pt idx="1080">
                  <c:v>2.5672058440000001</c:v>
                </c:pt>
                <c:pt idx="1081">
                  <c:v>2.4036634440000002</c:v>
                </c:pt>
                <c:pt idx="1082">
                  <c:v>2.2957693639999999</c:v>
                </c:pt>
                <c:pt idx="1083">
                  <c:v>2.1785456839999999</c:v>
                </c:pt>
                <c:pt idx="1084">
                  <c:v>2.0593463240000003</c:v>
                </c:pt>
                <c:pt idx="1085">
                  <c:v>2.0141252039999999</c:v>
                </c:pt>
                <c:pt idx="1086">
                  <c:v>1.9465130440000002</c:v>
                </c:pt>
                <c:pt idx="1087">
                  <c:v>1.8437776840000002</c:v>
                </c:pt>
                <c:pt idx="1088">
                  <c:v>1.734786004</c:v>
                </c:pt>
                <c:pt idx="1089">
                  <c:v>1.630733524</c:v>
                </c:pt>
                <c:pt idx="1090">
                  <c:v>1.5579626440000003</c:v>
                </c:pt>
                <c:pt idx="1091">
                  <c:v>1.4667520840000001</c:v>
                </c:pt>
                <c:pt idx="1092">
                  <c:v>1.3855296840000002</c:v>
                </c:pt>
                <c:pt idx="1093">
                  <c:v>1.3101245639999999</c:v>
                </c:pt>
                <c:pt idx="1094">
                  <c:v>1.2504151240000001</c:v>
                </c:pt>
                <c:pt idx="1095">
                  <c:v>1.2238532040000001</c:v>
                </c:pt>
                <c:pt idx="1096">
                  <c:v>1.2636960840000002</c:v>
                </c:pt>
                <c:pt idx="1097">
                  <c:v>1.2585373640000002</c:v>
                </c:pt>
                <c:pt idx="1098">
                  <c:v>1.2035476040000002</c:v>
                </c:pt>
                <c:pt idx="1099">
                  <c:v>1.159533844</c:v>
                </c:pt>
                <c:pt idx="1100">
                  <c:v>1.110032084</c:v>
                </c:pt>
                <c:pt idx="1101">
                  <c:v>1.112885844</c:v>
                </c:pt>
                <c:pt idx="1102">
                  <c:v>1.088628884</c:v>
                </c:pt>
                <c:pt idx="1103">
                  <c:v>1.102787924</c:v>
                </c:pt>
                <c:pt idx="1104">
                  <c:v>1.0765552840000001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6A7-4D6D-A306-28228DAEC12D}"/>
            </c:ext>
          </c:extLst>
        </c:ser>
        <c:ser>
          <c:idx val="2"/>
          <c:order val="1"/>
          <c:tx>
            <c:strRef>
              <c:f>[1]Sheet1!$K$1</c:f>
              <c:strCache>
                <c:ptCount val="1"/>
                <c:pt idx="0">
                  <c:v>B: 90mm</c:v>
                </c:pt>
              </c:strCache>
            </c:strRef>
          </c:tx>
          <c:spPr>
            <a:ln w="50800" cap="rnd">
              <a:solidFill>
                <a:schemeClr val="accent6"/>
              </a:solidFill>
              <a:round/>
            </a:ln>
            <a:effectLst/>
          </c:spPr>
          <c:marker>
            <c:spPr>
              <a:noFill/>
              <a:ln>
                <a:noFill/>
              </a:ln>
            </c:spPr>
          </c:marker>
          <c:xVal>
            <c:numRef>
              <c:f>[1]Sheet1!$G$2:$G$1293</c:f>
              <c:numCache>
                <c:formatCode>General</c:formatCode>
                <c:ptCount val="1292"/>
                <c:pt idx="1">
                  <c:v>1.2407757370000001</c:v>
                </c:pt>
                <c:pt idx="2">
                  <c:v>1.2394563380000001</c:v>
                </c:pt>
                <c:pt idx="3">
                  <c:v>1.2833686200000001</c:v>
                </c:pt>
                <c:pt idx="4">
                  <c:v>1.4870311810000001</c:v>
                </c:pt>
                <c:pt idx="5">
                  <c:v>1.673737969</c:v>
                </c:pt>
                <c:pt idx="6">
                  <c:v>1.8952880459999999</c:v>
                </c:pt>
                <c:pt idx="7">
                  <c:v>2.25652629</c:v>
                </c:pt>
                <c:pt idx="8">
                  <c:v>2.5487179819999999</c:v>
                </c:pt>
                <c:pt idx="9">
                  <c:v>2.8721639849999998</c:v>
                </c:pt>
                <c:pt idx="10">
                  <c:v>3.3895488290000002</c:v>
                </c:pt>
                <c:pt idx="11">
                  <c:v>3.9160735240000002</c:v>
                </c:pt>
                <c:pt idx="12">
                  <c:v>4.4829759679999999</c:v>
                </c:pt>
                <c:pt idx="13">
                  <c:v>5.1648818639999998</c:v>
                </c:pt>
                <c:pt idx="14">
                  <c:v>5.8150753330000002</c:v>
                </c:pt>
                <c:pt idx="15">
                  <c:v>6.7346431869999996</c:v>
                </c:pt>
                <c:pt idx="16">
                  <c:v>7.7544984020000003</c:v>
                </c:pt>
                <c:pt idx="17">
                  <c:v>8.8400162780000002</c:v>
                </c:pt>
                <c:pt idx="18">
                  <c:v>9.9652650479999991</c:v>
                </c:pt>
                <c:pt idx="19">
                  <c:v>10.89174592</c:v>
                </c:pt>
                <c:pt idx="20">
                  <c:v>11.42942057</c:v>
                </c:pt>
                <c:pt idx="21">
                  <c:v>11.771791029999999</c:v>
                </c:pt>
                <c:pt idx="22">
                  <c:v>11.84197363</c:v>
                </c:pt>
                <c:pt idx="23">
                  <c:v>11.911178809999999</c:v>
                </c:pt>
                <c:pt idx="24">
                  <c:v>11.89136491</c:v>
                </c:pt>
                <c:pt idx="25">
                  <c:v>11.87187877</c:v>
                </c:pt>
                <c:pt idx="26">
                  <c:v>11.96943712</c:v>
                </c:pt>
                <c:pt idx="27">
                  <c:v>12.149111749999999</c:v>
                </c:pt>
                <c:pt idx="28">
                  <c:v>12.22468327</c:v>
                </c:pt>
                <c:pt idx="29">
                  <c:v>12.27534215</c:v>
                </c:pt>
                <c:pt idx="30">
                  <c:v>12.27437844</c:v>
                </c:pt>
                <c:pt idx="31">
                  <c:v>12.26929737</c:v>
                </c:pt>
                <c:pt idx="32">
                  <c:v>12.332671550000001</c:v>
                </c:pt>
                <c:pt idx="33">
                  <c:v>12.41780254</c:v>
                </c:pt>
                <c:pt idx="34">
                  <c:v>12.51432743</c:v>
                </c:pt>
                <c:pt idx="35">
                  <c:v>12.61425114</c:v>
                </c:pt>
                <c:pt idx="36">
                  <c:v>12.672022269999999</c:v>
                </c:pt>
                <c:pt idx="37">
                  <c:v>12.724059410000001</c:v>
                </c:pt>
                <c:pt idx="38">
                  <c:v>12.795570039999999</c:v>
                </c:pt>
                <c:pt idx="39">
                  <c:v>12.878405750000001</c:v>
                </c:pt>
                <c:pt idx="40">
                  <c:v>12.94921371</c:v>
                </c:pt>
                <c:pt idx="41">
                  <c:v>12.99699772</c:v>
                </c:pt>
                <c:pt idx="42">
                  <c:v>13.22570417</c:v>
                </c:pt>
                <c:pt idx="43">
                  <c:v>13.19872939</c:v>
                </c:pt>
                <c:pt idx="44">
                  <c:v>13.19481444</c:v>
                </c:pt>
                <c:pt idx="45">
                  <c:v>13.20018569</c:v>
                </c:pt>
                <c:pt idx="46">
                  <c:v>13.19944499</c:v>
                </c:pt>
                <c:pt idx="47">
                  <c:v>13.106470379999999</c:v>
                </c:pt>
                <c:pt idx="48">
                  <c:v>13.07541442</c:v>
                </c:pt>
                <c:pt idx="49">
                  <c:v>13.030322180000001</c:v>
                </c:pt>
                <c:pt idx="50">
                  <c:v>13.020417370000001</c:v>
                </c:pt>
                <c:pt idx="51">
                  <c:v>12.931401210000001</c:v>
                </c:pt>
                <c:pt idx="52">
                  <c:v>12.855329060000001</c:v>
                </c:pt>
                <c:pt idx="53">
                  <c:v>12.63700929</c:v>
                </c:pt>
                <c:pt idx="54">
                  <c:v>12.098573460000001</c:v>
                </c:pt>
                <c:pt idx="55">
                  <c:v>11.57132567</c:v>
                </c:pt>
                <c:pt idx="56">
                  <c:v>11.025771499999999</c:v>
                </c:pt>
                <c:pt idx="57">
                  <c:v>10.310184850000001</c:v>
                </c:pt>
                <c:pt idx="58">
                  <c:v>9.7144205469999996</c:v>
                </c:pt>
                <c:pt idx="59">
                  <c:v>9.0335606049999999</c:v>
                </c:pt>
                <c:pt idx="60">
                  <c:v>8.3048458039999993</c:v>
                </c:pt>
                <c:pt idx="61">
                  <c:v>7.6158714349999999</c:v>
                </c:pt>
                <c:pt idx="62">
                  <c:v>6.9045725569999998</c:v>
                </c:pt>
                <c:pt idx="63">
                  <c:v>6.0562089820000002</c:v>
                </c:pt>
                <c:pt idx="64">
                  <c:v>5.1283300399999998</c:v>
                </c:pt>
                <c:pt idx="65">
                  <c:v>4.2465674389999997</c:v>
                </c:pt>
                <c:pt idx="66">
                  <c:v>3.474515174</c:v>
                </c:pt>
                <c:pt idx="67">
                  <c:v>3.0649039980000001</c:v>
                </c:pt>
                <c:pt idx="68">
                  <c:v>2.7310752780000001</c:v>
                </c:pt>
                <c:pt idx="69">
                  <c:v>2.365404727</c:v>
                </c:pt>
                <c:pt idx="70">
                  <c:v>2.0208754839999998</c:v>
                </c:pt>
                <c:pt idx="71">
                  <c:v>1.808682058</c:v>
                </c:pt>
                <c:pt idx="72">
                  <c:v>1.665264812</c:v>
                </c:pt>
                <c:pt idx="73">
                  <c:v>1.511249748</c:v>
                </c:pt>
                <c:pt idx="74">
                  <c:v>1.4023404880000001</c:v>
                </c:pt>
                <c:pt idx="75">
                  <c:v>1.269208592</c:v>
                </c:pt>
                <c:pt idx="76">
                  <c:v>1.1135294600000001</c:v>
                </c:pt>
                <c:pt idx="77">
                  <c:v>0.98191358799999995</c:v>
                </c:pt>
                <c:pt idx="78">
                  <c:v>0.93178988200000001</c:v>
                </c:pt>
                <c:pt idx="79">
                  <c:v>0.87570451400000004</c:v>
                </c:pt>
                <c:pt idx="80">
                  <c:v>0.81070302699999996</c:v>
                </c:pt>
                <c:pt idx="81">
                  <c:v>0.77559260299999999</c:v>
                </c:pt>
                <c:pt idx="82">
                  <c:v>0.73740781499999997</c:v>
                </c:pt>
                <c:pt idx="83">
                  <c:v>0.76496715000000004</c:v>
                </c:pt>
                <c:pt idx="84">
                  <c:v>0.76174978699999996</c:v>
                </c:pt>
                <c:pt idx="85">
                  <c:v>0.74974681499999996</c:v>
                </c:pt>
                <c:pt idx="86">
                  <c:v>0.76144051400000001</c:v>
                </c:pt>
                <c:pt idx="87">
                  <c:v>0.77010787000000003</c:v>
                </c:pt>
                <c:pt idx="88">
                  <c:v>0.776170201</c:v>
                </c:pt>
                <c:pt idx="89">
                  <c:v>0.77673294800000003</c:v>
                </c:pt>
                <c:pt idx="90">
                  <c:v>0.83537481000000002</c:v>
                </c:pt>
                <c:pt idx="91">
                  <c:v>0.79275535699999999</c:v>
                </c:pt>
                <c:pt idx="92">
                  <c:v>0.80307337099999998</c:v>
                </c:pt>
                <c:pt idx="93">
                  <c:v>0.80937664600000003</c:v>
                </c:pt>
                <c:pt idx="94">
                  <c:v>0.81142372600000001</c:v>
                </c:pt>
                <c:pt idx="95">
                  <c:v>0.80769671200000004</c:v>
                </c:pt>
                <c:pt idx="96">
                  <c:v>0.858681264</c:v>
                </c:pt>
                <c:pt idx="97">
                  <c:v>0.83967175199999999</c:v>
                </c:pt>
                <c:pt idx="98">
                  <c:v>0.87206446900000001</c:v>
                </c:pt>
                <c:pt idx="99">
                  <c:v>0.91224271599999995</c:v>
                </c:pt>
                <c:pt idx="100">
                  <c:v>1.0735410080000001</c:v>
                </c:pt>
                <c:pt idx="101">
                  <c:v>1.277789751</c:v>
                </c:pt>
                <c:pt idx="102">
                  <c:v>1.622532766</c:v>
                </c:pt>
                <c:pt idx="103">
                  <c:v>2.0357624329999999</c:v>
                </c:pt>
                <c:pt idx="104">
                  <c:v>2.0282367190000001</c:v>
                </c:pt>
                <c:pt idx="105">
                  <c:v>2.6234047999999999</c:v>
                </c:pt>
                <c:pt idx="106">
                  <c:v>3.1243710610000002</c:v>
                </c:pt>
                <c:pt idx="107">
                  <c:v>3.6450941399999999</c:v>
                </c:pt>
                <c:pt idx="108">
                  <c:v>4.302970116</c:v>
                </c:pt>
                <c:pt idx="109">
                  <c:v>5.1270035649999999</c:v>
                </c:pt>
                <c:pt idx="110">
                  <c:v>5.9979978909999998</c:v>
                </c:pt>
                <c:pt idx="111">
                  <c:v>6.9698006650000002</c:v>
                </c:pt>
                <c:pt idx="112">
                  <c:v>7.9162517929999998</c:v>
                </c:pt>
                <c:pt idx="113">
                  <c:v>8.7914488740000003</c:v>
                </c:pt>
                <c:pt idx="114">
                  <c:v>9.5259555339999995</c:v>
                </c:pt>
                <c:pt idx="115">
                  <c:v>10.28048823</c:v>
                </c:pt>
                <c:pt idx="116">
                  <c:v>10.58229684</c:v>
                </c:pt>
                <c:pt idx="117">
                  <c:v>10.885129839999999</c:v>
                </c:pt>
                <c:pt idx="118">
                  <c:v>11.31673211</c:v>
                </c:pt>
                <c:pt idx="119">
                  <c:v>11.636625309999999</c:v>
                </c:pt>
                <c:pt idx="120">
                  <c:v>11.84095705</c:v>
                </c:pt>
                <c:pt idx="121">
                  <c:v>11.92266656</c:v>
                </c:pt>
                <c:pt idx="122">
                  <c:v>12.02807726</c:v>
                </c:pt>
                <c:pt idx="123">
                  <c:v>12.15127423</c:v>
                </c:pt>
                <c:pt idx="124">
                  <c:v>12.26373991</c:v>
                </c:pt>
                <c:pt idx="125">
                  <c:v>12.356119209999999</c:v>
                </c:pt>
                <c:pt idx="126">
                  <c:v>12.468560180000001</c:v>
                </c:pt>
                <c:pt idx="127">
                  <c:v>12.56276184</c:v>
                </c:pt>
                <c:pt idx="128">
                  <c:v>12.599131939999999</c:v>
                </c:pt>
                <c:pt idx="129">
                  <c:v>12.63914991</c:v>
                </c:pt>
                <c:pt idx="130">
                  <c:v>12.7237443</c:v>
                </c:pt>
                <c:pt idx="131">
                  <c:v>12.756671000000001</c:v>
                </c:pt>
                <c:pt idx="132">
                  <c:v>12.789311290000001</c:v>
                </c:pt>
                <c:pt idx="133">
                  <c:v>12.90331286</c:v>
                </c:pt>
                <c:pt idx="134">
                  <c:v>12.91339889</c:v>
                </c:pt>
                <c:pt idx="135">
                  <c:v>13.00302602</c:v>
                </c:pt>
                <c:pt idx="136">
                  <c:v>12.979013459999999</c:v>
                </c:pt>
                <c:pt idx="137">
                  <c:v>12.974931659999999</c:v>
                </c:pt>
                <c:pt idx="138">
                  <c:v>13.0319524</c:v>
                </c:pt>
                <c:pt idx="139">
                  <c:v>13.04445241</c:v>
                </c:pt>
                <c:pt idx="140">
                  <c:v>13.16777008</c:v>
                </c:pt>
                <c:pt idx="141">
                  <c:v>13.19875637</c:v>
                </c:pt>
                <c:pt idx="142">
                  <c:v>13.17934745</c:v>
                </c:pt>
                <c:pt idx="143">
                  <c:v>13.23070199</c:v>
                </c:pt>
                <c:pt idx="144">
                  <c:v>13.253943939999999</c:v>
                </c:pt>
                <c:pt idx="145">
                  <c:v>13.28774325</c:v>
                </c:pt>
                <c:pt idx="146">
                  <c:v>13.335465729999999</c:v>
                </c:pt>
                <c:pt idx="147">
                  <c:v>13.335083709999999</c:v>
                </c:pt>
                <c:pt idx="148">
                  <c:v>13.361022609999999</c:v>
                </c:pt>
                <c:pt idx="149">
                  <c:v>13.393817950000001</c:v>
                </c:pt>
                <c:pt idx="150">
                  <c:v>13.38435874</c:v>
                </c:pt>
                <c:pt idx="151">
                  <c:v>13.38257855</c:v>
                </c:pt>
                <c:pt idx="152">
                  <c:v>13.39236262</c:v>
                </c:pt>
                <c:pt idx="153">
                  <c:v>13.375948040000001</c:v>
                </c:pt>
                <c:pt idx="154">
                  <c:v>13.33150365</c:v>
                </c:pt>
                <c:pt idx="155">
                  <c:v>13.27481423</c:v>
                </c:pt>
                <c:pt idx="156">
                  <c:v>13.04639158</c:v>
                </c:pt>
                <c:pt idx="157">
                  <c:v>12.48253723</c:v>
                </c:pt>
                <c:pt idx="158">
                  <c:v>11.9661489</c:v>
                </c:pt>
                <c:pt idx="159">
                  <c:v>11.22301689</c:v>
                </c:pt>
                <c:pt idx="160">
                  <c:v>10.41503618</c:v>
                </c:pt>
                <c:pt idx="161">
                  <c:v>9.1873661529999993</c:v>
                </c:pt>
                <c:pt idx="162">
                  <c:v>7.612815061</c:v>
                </c:pt>
                <c:pt idx="163">
                  <c:v>6.0179095929999997</c:v>
                </c:pt>
                <c:pt idx="164">
                  <c:v>4.6288286129999996</c:v>
                </c:pt>
                <c:pt idx="165">
                  <c:v>3.6555207689999998</c:v>
                </c:pt>
                <c:pt idx="166">
                  <c:v>3.0966726449999999</c:v>
                </c:pt>
                <c:pt idx="167">
                  <c:v>2.909217253</c:v>
                </c:pt>
                <c:pt idx="168">
                  <c:v>2.6225392740000002</c:v>
                </c:pt>
                <c:pt idx="169">
                  <c:v>2.3507363429999999</c:v>
                </c:pt>
                <c:pt idx="170">
                  <c:v>2.1528827709999998</c:v>
                </c:pt>
                <c:pt idx="171">
                  <c:v>1.8438838930000001</c:v>
                </c:pt>
                <c:pt idx="172">
                  <c:v>1.5586304959999999</c:v>
                </c:pt>
                <c:pt idx="173">
                  <c:v>1.401081695</c:v>
                </c:pt>
                <c:pt idx="174">
                  <c:v>1.296312492</c:v>
                </c:pt>
                <c:pt idx="175">
                  <c:v>1.110490591</c:v>
                </c:pt>
                <c:pt idx="176">
                  <c:v>1.008826537</c:v>
                </c:pt>
                <c:pt idx="177">
                  <c:v>0.83112350999999995</c:v>
                </c:pt>
                <c:pt idx="178">
                  <c:v>0.78311246800000001</c:v>
                </c:pt>
                <c:pt idx="179">
                  <c:v>0.74076563399999995</c:v>
                </c:pt>
                <c:pt idx="180">
                  <c:v>0.76241434299999999</c:v>
                </c:pt>
                <c:pt idx="181">
                  <c:v>0.74526522299999998</c:v>
                </c:pt>
                <c:pt idx="182">
                  <c:v>0.76365881999999996</c:v>
                </c:pt>
                <c:pt idx="183">
                  <c:v>0.72665432299999999</c:v>
                </c:pt>
                <c:pt idx="184">
                  <c:v>0.69093246100000005</c:v>
                </c:pt>
                <c:pt idx="185">
                  <c:v>0.61802308399999994</c:v>
                </c:pt>
                <c:pt idx="186">
                  <c:v>0.61221701399999995</c:v>
                </c:pt>
                <c:pt idx="187">
                  <c:v>0.48538287899999999</c:v>
                </c:pt>
                <c:pt idx="188">
                  <c:v>0.46114054700000001</c:v>
                </c:pt>
                <c:pt idx="189">
                  <c:v>0.40599684800000002</c:v>
                </c:pt>
                <c:pt idx="190">
                  <c:v>0.31830581499999999</c:v>
                </c:pt>
                <c:pt idx="191">
                  <c:v>0.32835950200000003</c:v>
                </c:pt>
                <c:pt idx="192">
                  <c:v>0.422834288</c:v>
                </c:pt>
                <c:pt idx="193">
                  <c:v>0.54878538200000004</c:v>
                </c:pt>
                <c:pt idx="194">
                  <c:v>0.70651968499999995</c:v>
                </c:pt>
                <c:pt idx="195">
                  <c:v>0.90699434800000001</c:v>
                </c:pt>
                <c:pt idx="196">
                  <c:v>1.0819159739999999</c:v>
                </c:pt>
                <c:pt idx="197">
                  <c:v>1.3570624179999999</c:v>
                </c:pt>
                <c:pt idx="198">
                  <c:v>1.6529508340000001</c:v>
                </c:pt>
                <c:pt idx="199">
                  <c:v>2.1465476489999999</c:v>
                </c:pt>
                <c:pt idx="200">
                  <c:v>2.9926446250000001</c:v>
                </c:pt>
                <c:pt idx="201">
                  <c:v>3.774007568</c:v>
                </c:pt>
                <c:pt idx="202">
                  <c:v>4.4684214999999998</c:v>
                </c:pt>
                <c:pt idx="203">
                  <c:v>5.32183267</c:v>
                </c:pt>
                <c:pt idx="204">
                  <c:v>6.1455752009999998</c:v>
                </c:pt>
                <c:pt idx="205">
                  <c:v>6.7773503970000002</c:v>
                </c:pt>
                <c:pt idx="206">
                  <c:v>7.3297158910000002</c:v>
                </c:pt>
                <c:pt idx="207">
                  <c:v>7.8223023559999998</c:v>
                </c:pt>
                <c:pt idx="208">
                  <c:v>8.1248745049999993</c:v>
                </c:pt>
                <c:pt idx="209">
                  <c:v>8.6094249929999993</c:v>
                </c:pt>
                <c:pt idx="210">
                  <c:v>9.2745284290000001</c:v>
                </c:pt>
                <c:pt idx="211">
                  <c:v>9.8460277939999994</c:v>
                </c:pt>
                <c:pt idx="212">
                  <c:v>10.35196706</c:v>
                </c:pt>
                <c:pt idx="213">
                  <c:v>10.95409143</c:v>
                </c:pt>
                <c:pt idx="214">
                  <c:v>11.225012189999999</c:v>
                </c:pt>
                <c:pt idx="215">
                  <c:v>11.31671248</c:v>
                </c:pt>
                <c:pt idx="216">
                  <c:v>11.4487942</c:v>
                </c:pt>
                <c:pt idx="217">
                  <c:v>11.58500111</c:v>
                </c:pt>
                <c:pt idx="218">
                  <c:v>11.80069512</c:v>
                </c:pt>
                <c:pt idx="219">
                  <c:v>11.96533711</c:v>
                </c:pt>
                <c:pt idx="220">
                  <c:v>11.989346919999999</c:v>
                </c:pt>
                <c:pt idx="221">
                  <c:v>12.015907609999999</c:v>
                </c:pt>
                <c:pt idx="222">
                  <c:v>12.06461191</c:v>
                </c:pt>
                <c:pt idx="223">
                  <c:v>12.102581349999999</c:v>
                </c:pt>
                <c:pt idx="224">
                  <c:v>12.11482839</c:v>
                </c:pt>
                <c:pt idx="225">
                  <c:v>12.14277892</c:v>
                </c:pt>
                <c:pt idx="226">
                  <c:v>12.11548971</c:v>
                </c:pt>
                <c:pt idx="227">
                  <c:v>12.092513070000001</c:v>
                </c:pt>
                <c:pt idx="228">
                  <c:v>12.106377</c:v>
                </c:pt>
                <c:pt idx="229">
                  <c:v>12.086494800000001</c:v>
                </c:pt>
                <c:pt idx="230">
                  <c:v>12.174415290000001</c:v>
                </c:pt>
                <c:pt idx="231">
                  <c:v>12.15678874</c:v>
                </c:pt>
                <c:pt idx="232">
                  <c:v>12.19013505</c:v>
                </c:pt>
                <c:pt idx="233">
                  <c:v>12.21278916</c:v>
                </c:pt>
                <c:pt idx="234">
                  <c:v>12.23059039</c:v>
                </c:pt>
                <c:pt idx="235">
                  <c:v>12.23761367</c:v>
                </c:pt>
                <c:pt idx="236">
                  <c:v>12.251233300000001</c:v>
                </c:pt>
                <c:pt idx="237">
                  <c:v>12.266371899999999</c:v>
                </c:pt>
                <c:pt idx="238">
                  <c:v>12.195276379999999</c:v>
                </c:pt>
                <c:pt idx="239">
                  <c:v>12.213184679999999</c:v>
                </c:pt>
                <c:pt idx="240">
                  <c:v>12.20464203</c:v>
                </c:pt>
                <c:pt idx="241">
                  <c:v>12.18644025</c:v>
                </c:pt>
                <c:pt idx="242">
                  <c:v>12.15485281</c:v>
                </c:pt>
                <c:pt idx="243">
                  <c:v>11.950041519999999</c:v>
                </c:pt>
                <c:pt idx="244">
                  <c:v>11.68372181</c:v>
                </c:pt>
                <c:pt idx="245">
                  <c:v>11.33817176</c:v>
                </c:pt>
                <c:pt idx="246">
                  <c:v>10.879923420000001</c:v>
                </c:pt>
                <c:pt idx="247">
                  <c:v>10.242306839999999</c:v>
                </c:pt>
                <c:pt idx="248">
                  <c:v>9.1841120150000002</c:v>
                </c:pt>
                <c:pt idx="249">
                  <c:v>8.1230283449999998</c:v>
                </c:pt>
                <c:pt idx="250">
                  <c:v>7.0396021529999997</c:v>
                </c:pt>
                <c:pt idx="251">
                  <c:v>5.6670477679999998</c:v>
                </c:pt>
                <c:pt idx="252">
                  <c:v>4.394512185</c:v>
                </c:pt>
                <c:pt idx="253">
                  <c:v>3.610381968</c:v>
                </c:pt>
                <c:pt idx="254">
                  <c:v>3.1073801959999998</c:v>
                </c:pt>
                <c:pt idx="255">
                  <c:v>2.9096778969999999</c:v>
                </c:pt>
                <c:pt idx="256">
                  <c:v>2.772445018</c:v>
                </c:pt>
                <c:pt idx="257">
                  <c:v>2.5303072019999999</c:v>
                </c:pt>
                <c:pt idx="258">
                  <c:v>2.1659822910000002</c:v>
                </c:pt>
                <c:pt idx="259">
                  <c:v>1.844266148</c:v>
                </c:pt>
                <c:pt idx="260">
                  <c:v>1.5506628680000001</c:v>
                </c:pt>
                <c:pt idx="261">
                  <c:v>1.342261981</c:v>
                </c:pt>
                <c:pt idx="262">
                  <c:v>1.2730250599999999</c:v>
                </c:pt>
                <c:pt idx="263">
                  <c:v>1.1896369369999999</c:v>
                </c:pt>
                <c:pt idx="264">
                  <c:v>1.157263462</c:v>
                </c:pt>
                <c:pt idx="265">
                  <c:v>1.2161187870000001</c:v>
                </c:pt>
                <c:pt idx="266">
                  <c:v>1.1433128969999999</c:v>
                </c:pt>
                <c:pt idx="267">
                  <c:v>1.0843251899999999</c:v>
                </c:pt>
                <c:pt idx="268">
                  <c:v>0.97843007800000004</c:v>
                </c:pt>
                <c:pt idx="269">
                  <c:v>0.915390598</c:v>
                </c:pt>
                <c:pt idx="270">
                  <c:v>0.84969896</c:v>
                </c:pt>
                <c:pt idx="271">
                  <c:v>0.84231397100000005</c:v>
                </c:pt>
                <c:pt idx="272">
                  <c:v>0.81094761599999998</c:v>
                </c:pt>
                <c:pt idx="273">
                  <c:v>0.781938621</c:v>
                </c:pt>
                <c:pt idx="274">
                  <c:v>0.80928328599999999</c:v>
                </c:pt>
                <c:pt idx="275">
                  <c:v>0.83210021599999995</c:v>
                </c:pt>
                <c:pt idx="276">
                  <c:v>0.80807627900000001</c:v>
                </c:pt>
                <c:pt idx="277">
                  <c:v>0.77709912999999997</c:v>
                </c:pt>
                <c:pt idx="278">
                  <c:v>0.77604541699999996</c:v>
                </c:pt>
                <c:pt idx="279">
                  <c:v>0.77730112900000004</c:v>
                </c:pt>
                <c:pt idx="280">
                  <c:v>0.86722798800000001</c:v>
                </c:pt>
                <c:pt idx="281">
                  <c:v>0.86162091399999996</c:v>
                </c:pt>
                <c:pt idx="282">
                  <c:v>1.6125209490000001</c:v>
                </c:pt>
                <c:pt idx="283">
                  <c:v>2.3403462419999999</c:v>
                </c:pt>
                <c:pt idx="284">
                  <c:v>2.8678217730000002</c:v>
                </c:pt>
                <c:pt idx="285">
                  <c:v>3.2516295749999999</c:v>
                </c:pt>
                <c:pt idx="286">
                  <c:v>3.8697986499999999</c:v>
                </c:pt>
                <c:pt idx="287">
                  <c:v>4.4941563980000003</c:v>
                </c:pt>
                <c:pt idx="288">
                  <c:v>5.2795573080000002</c:v>
                </c:pt>
                <c:pt idx="289">
                  <c:v>6.0249379449999996</c:v>
                </c:pt>
                <c:pt idx="290">
                  <c:v>6.7716178779999998</c:v>
                </c:pt>
                <c:pt idx="291">
                  <c:v>7.365110724</c:v>
                </c:pt>
                <c:pt idx="292">
                  <c:v>7.9369756210000002</c:v>
                </c:pt>
                <c:pt idx="293">
                  <c:v>8.7904917749999996</c:v>
                </c:pt>
                <c:pt idx="294">
                  <c:v>9.3793897059999995</c:v>
                </c:pt>
                <c:pt idx="295">
                  <c:v>10.019528299999999</c:v>
                </c:pt>
                <c:pt idx="296">
                  <c:v>10.40495973</c:v>
                </c:pt>
                <c:pt idx="297">
                  <c:v>10.6933992</c:v>
                </c:pt>
                <c:pt idx="298">
                  <c:v>10.81092933</c:v>
                </c:pt>
                <c:pt idx="299">
                  <c:v>10.921516179999999</c:v>
                </c:pt>
                <c:pt idx="300">
                  <c:v>11.097808860000001</c:v>
                </c:pt>
                <c:pt idx="301">
                  <c:v>11.306940819999999</c:v>
                </c:pt>
                <c:pt idx="302">
                  <c:v>11.51781121</c:v>
                </c:pt>
                <c:pt idx="303">
                  <c:v>11.61041767</c:v>
                </c:pt>
                <c:pt idx="304">
                  <c:v>11.681701820000001</c:v>
                </c:pt>
                <c:pt idx="305">
                  <c:v>11.866133339999999</c:v>
                </c:pt>
                <c:pt idx="306">
                  <c:v>11.899787</c:v>
                </c:pt>
                <c:pt idx="307">
                  <c:v>11.9477624</c:v>
                </c:pt>
                <c:pt idx="308">
                  <c:v>11.97691397</c:v>
                </c:pt>
                <c:pt idx="309">
                  <c:v>12.05415254</c:v>
                </c:pt>
                <c:pt idx="310">
                  <c:v>12.15052455</c:v>
                </c:pt>
                <c:pt idx="311">
                  <c:v>12.21462</c:v>
                </c:pt>
                <c:pt idx="312">
                  <c:v>12.29149731</c:v>
                </c:pt>
                <c:pt idx="313">
                  <c:v>12.43475827</c:v>
                </c:pt>
                <c:pt idx="314">
                  <c:v>12.72736059</c:v>
                </c:pt>
                <c:pt idx="315">
                  <c:v>12.778429360000001</c:v>
                </c:pt>
                <c:pt idx="316">
                  <c:v>12.81554055</c:v>
                </c:pt>
                <c:pt idx="317">
                  <c:v>12.825679210000001</c:v>
                </c:pt>
                <c:pt idx="318">
                  <c:v>12.828094</c:v>
                </c:pt>
                <c:pt idx="319">
                  <c:v>12.885474</c:v>
                </c:pt>
                <c:pt idx="320">
                  <c:v>12.85825176</c:v>
                </c:pt>
                <c:pt idx="321">
                  <c:v>12.84437088</c:v>
                </c:pt>
                <c:pt idx="322">
                  <c:v>12.82490481</c:v>
                </c:pt>
                <c:pt idx="323">
                  <c:v>12.863388949999999</c:v>
                </c:pt>
                <c:pt idx="324">
                  <c:v>12.8247448</c:v>
                </c:pt>
                <c:pt idx="325">
                  <c:v>12.782113280000001</c:v>
                </c:pt>
                <c:pt idx="326">
                  <c:v>12.71622848</c:v>
                </c:pt>
                <c:pt idx="327">
                  <c:v>12.594235080000001</c:v>
                </c:pt>
                <c:pt idx="328">
                  <c:v>12.40336885</c:v>
                </c:pt>
                <c:pt idx="329">
                  <c:v>12.08563655</c:v>
                </c:pt>
                <c:pt idx="330">
                  <c:v>11.5030892</c:v>
                </c:pt>
                <c:pt idx="331">
                  <c:v>10.965921679999999</c:v>
                </c:pt>
                <c:pt idx="332">
                  <c:v>10.142716829999999</c:v>
                </c:pt>
                <c:pt idx="333">
                  <c:v>9.2353067529999997</c:v>
                </c:pt>
                <c:pt idx="334">
                  <c:v>8.4100306180000004</c:v>
                </c:pt>
                <c:pt idx="335">
                  <c:v>7.4983926299999997</c:v>
                </c:pt>
                <c:pt idx="336">
                  <c:v>6.6008997660000004</c:v>
                </c:pt>
                <c:pt idx="337">
                  <c:v>5.710419688</c:v>
                </c:pt>
                <c:pt idx="338">
                  <c:v>4.9076602969999996</c:v>
                </c:pt>
                <c:pt idx="339">
                  <c:v>4.2143433720000001</c:v>
                </c:pt>
                <c:pt idx="340">
                  <c:v>3.7147452460000001</c:v>
                </c:pt>
                <c:pt idx="341">
                  <c:v>3.4887191400000002</c:v>
                </c:pt>
                <c:pt idx="342">
                  <c:v>3.2448617290000001</c:v>
                </c:pt>
                <c:pt idx="343">
                  <c:v>3.0023552410000001</c:v>
                </c:pt>
                <c:pt idx="344">
                  <c:v>2.8088652440000001</c:v>
                </c:pt>
                <c:pt idx="345">
                  <c:v>2.5857947979999998</c:v>
                </c:pt>
                <c:pt idx="346">
                  <c:v>2.3506597409999999</c:v>
                </c:pt>
                <c:pt idx="347">
                  <c:v>2.1230437819999999</c:v>
                </c:pt>
                <c:pt idx="348">
                  <c:v>1.8738527979999999</c:v>
                </c:pt>
                <c:pt idx="349">
                  <c:v>1.716900238</c:v>
                </c:pt>
                <c:pt idx="350">
                  <c:v>1.55985051</c:v>
                </c:pt>
                <c:pt idx="351">
                  <c:v>1.358911124</c:v>
                </c:pt>
                <c:pt idx="352">
                  <c:v>1.1712262040000001</c:v>
                </c:pt>
                <c:pt idx="353">
                  <c:v>0.95899785299999996</c:v>
                </c:pt>
                <c:pt idx="354">
                  <c:v>0.89454199999999995</c:v>
                </c:pt>
                <c:pt idx="355">
                  <c:v>0.86545099999999997</c:v>
                </c:pt>
                <c:pt idx="356">
                  <c:v>0.85135400000000006</c:v>
                </c:pt>
                <c:pt idx="357">
                  <c:v>0.76543499999999998</c:v>
                </c:pt>
                <c:pt idx="358">
                  <c:v>0.71655400000000002</c:v>
                </c:pt>
                <c:pt idx="359">
                  <c:v>0.68754300000000002</c:v>
                </c:pt>
                <c:pt idx="360">
                  <c:v>0.64879699999999996</c:v>
                </c:pt>
                <c:pt idx="361">
                  <c:v>0.69487399999999999</c:v>
                </c:pt>
                <c:pt idx="362">
                  <c:v>0.79151300000000002</c:v>
                </c:pt>
                <c:pt idx="363">
                  <c:v>0.784354</c:v>
                </c:pt>
                <c:pt idx="364">
                  <c:v>0.81215400000000004</c:v>
                </c:pt>
                <c:pt idx="365">
                  <c:v>0.84654600000000002</c:v>
                </c:pt>
                <c:pt idx="366">
                  <c:v>0.86591177200000002</c:v>
                </c:pt>
                <c:pt idx="367">
                  <c:v>1.4042346290000001</c:v>
                </c:pt>
                <c:pt idx="368">
                  <c:v>1.6943367540000001</c:v>
                </c:pt>
                <c:pt idx="369">
                  <c:v>1.972744751</c:v>
                </c:pt>
                <c:pt idx="370">
                  <c:v>2.231440455</c:v>
                </c:pt>
                <c:pt idx="371">
                  <c:v>2.4715462010000002</c:v>
                </c:pt>
                <c:pt idx="372">
                  <c:v>2.906157071</c:v>
                </c:pt>
                <c:pt idx="373">
                  <c:v>3.5527052590000001</c:v>
                </c:pt>
                <c:pt idx="374">
                  <c:v>4.1814147549999996</c:v>
                </c:pt>
                <c:pt idx="375">
                  <c:v>4.959488458</c:v>
                </c:pt>
                <c:pt idx="376">
                  <c:v>5.7157042159999998</c:v>
                </c:pt>
                <c:pt idx="377">
                  <c:v>6.567693931</c:v>
                </c:pt>
                <c:pt idx="378">
                  <c:v>7.4513982609999996</c:v>
                </c:pt>
                <c:pt idx="379">
                  <c:v>8.410475387</c:v>
                </c:pt>
                <c:pt idx="380">
                  <c:v>9.0846538330000008</c:v>
                </c:pt>
                <c:pt idx="381">
                  <c:v>9.8155134159999999</c:v>
                </c:pt>
                <c:pt idx="382">
                  <c:v>10.30638126</c:v>
                </c:pt>
                <c:pt idx="383">
                  <c:v>10.795881039999999</c:v>
                </c:pt>
                <c:pt idx="384">
                  <c:v>11.14598391</c:v>
                </c:pt>
                <c:pt idx="385">
                  <c:v>11.49396211</c:v>
                </c:pt>
                <c:pt idx="386">
                  <c:v>11.677578710000001</c:v>
                </c:pt>
                <c:pt idx="387">
                  <c:v>11.87722638</c:v>
                </c:pt>
                <c:pt idx="388">
                  <c:v>12.04795803</c:v>
                </c:pt>
                <c:pt idx="389">
                  <c:v>12.334052549999999</c:v>
                </c:pt>
                <c:pt idx="390">
                  <c:v>12.437741620000001</c:v>
                </c:pt>
                <c:pt idx="391">
                  <c:v>12.602133050000001</c:v>
                </c:pt>
                <c:pt idx="392">
                  <c:v>12.63903833</c:v>
                </c:pt>
                <c:pt idx="393">
                  <c:v>12.74191708</c:v>
                </c:pt>
                <c:pt idx="394">
                  <c:v>13.011668520000001</c:v>
                </c:pt>
                <c:pt idx="395">
                  <c:v>13.001162730000001</c:v>
                </c:pt>
                <c:pt idx="396">
                  <c:v>12.994778309999999</c:v>
                </c:pt>
                <c:pt idx="397">
                  <c:v>12.988548590000001</c:v>
                </c:pt>
                <c:pt idx="398">
                  <c:v>12.98926604</c:v>
                </c:pt>
                <c:pt idx="399">
                  <c:v>12.98576471</c:v>
                </c:pt>
                <c:pt idx="400">
                  <c:v>12.985769660000001</c:v>
                </c:pt>
                <c:pt idx="401">
                  <c:v>12.986210489999999</c:v>
                </c:pt>
                <c:pt idx="402">
                  <c:v>12.984993940000001</c:v>
                </c:pt>
                <c:pt idx="403">
                  <c:v>12.978773929999999</c:v>
                </c:pt>
                <c:pt idx="404">
                  <c:v>12.98942295</c:v>
                </c:pt>
                <c:pt idx="405">
                  <c:v>12.90511515</c:v>
                </c:pt>
                <c:pt idx="406">
                  <c:v>12.87765929</c:v>
                </c:pt>
                <c:pt idx="407">
                  <c:v>12.87601362</c:v>
                </c:pt>
                <c:pt idx="408">
                  <c:v>12.81898133</c:v>
                </c:pt>
                <c:pt idx="409">
                  <c:v>12.784125680000001</c:v>
                </c:pt>
                <c:pt idx="410">
                  <c:v>12.745942019999999</c:v>
                </c:pt>
                <c:pt idx="411">
                  <c:v>12.664207190000001</c:v>
                </c:pt>
                <c:pt idx="412">
                  <c:v>12.29434573</c:v>
                </c:pt>
                <c:pt idx="413">
                  <c:v>12.11862955</c:v>
                </c:pt>
                <c:pt idx="414">
                  <c:v>11.51442387</c:v>
                </c:pt>
                <c:pt idx="415">
                  <c:v>11.05206729</c:v>
                </c:pt>
                <c:pt idx="416">
                  <c:v>10.43272857</c:v>
                </c:pt>
                <c:pt idx="417">
                  <c:v>9.9772749610000009</c:v>
                </c:pt>
                <c:pt idx="418">
                  <c:v>9.2809057900000003</c:v>
                </c:pt>
                <c:pt idx="419">
                  <c:v>8.7036823390000002</c:v>
                </c:pt>
                <c:pt idx="420">
                  <c:v>7.6576250239999997</c:v>
                </c:pt>
                <c:pt idx="421">
                  <c:v>6.6706714399999996</c:v>
                </c:pt>
                <c:pt idx="422">
                  <c:v>5.5434526210000001</c:v>
                </c:pt>
                <c:pt idx="423">
                  <c:v>4.6324302089999998</c:v>
                </c:pt>
                <c:pt idx="424">
                  <c:v>4.048675405</c:v>
                </c:pt>
                <c:pt idx="425">
                  <c:v>3.6811118199999999</c:v>
                </c:pt>
                <c:pt idx="426">
                  <c:v>3.3542321720000001</c:v>
                </c:pt>
                <c:pt idx="427">
                  <c:v>2.9980153550000002</c:v>
                </c:pt>
                <c:pt idx="428">
                  <c:v>2.6228556680000001</c:v>
                </c:pt>
                <c:pt idx="429">
                  <c:v>2.2459724620000001</c:v>
                </c:pt>
                <c:pt idx="430">
                  <c:v>2.0606898889999998</c:v>
                </c:pt>
                <c:pt idx="431">
                  <c:v>1.8715019879999999</c:v>
                </c:pt>
                <c:pt idx="432">
                  <c:v>1.655268494</c:v>
                </c:pt>
                <c:pt idx="433">
                  <c:v>1.436003924</c:v>
                </c:pt>
                <c:pt idx="434">
                  <c:v>1.199442492</c:v>
                </c:pt>
                <c:pt idx="435">
                  <c:v>0.88664024299999999</c:v>
                </c:pt>
                <c:pt idx="436">
                  <c:v>0.565345985</c:v>
                </c:pt>
              </c:numCache>
            </c:numRef>
          </c:xVal>
          <c:yVal>
            <c:numRef>
              <c:f>[1]Sheet1!$K$2:$K$1293</c:f>
              <c:numCache>
                <c:formatCode>General</c:formatCode>
                <c:ptCount val="1292"/>
                <c:pt idx="1">
                  <c:v>2.8908880840000002</c:v>
                </c:pt>
                <c:pt idx="2">
                  <c:v>2.8439108040000001</c:v>
                </c:pt>
                <c:pt idx="3">
                  <c:v>2.8506061640000002</c:v>
                </c:pt>
                <c:pt idx="4">
                  <c:v>2.8652042440000005</c:v>
                </c:pt>
                <c:pt idx="5">
                  <c:v>2.8933028040000002</c:v>
                </c:pt>
                <c:pt idx="6">
                  <c:v>2.9970260040000003</c:v>
                </c:pt>
                <c:pt idx="7">
                  <c:v>3.2286196040000004</c:v>
                </c:pt>
                <c:pt idx="8">
                  <c:v>3.5602045640000002</c:v>
                </c:pt>
                <c:pt idx="9">
                  <c:v>3.985195284</c:v>
                </c:pt>
                <c:pt idx="10">
                  <c:v>4.3590378440000004</c:v>
                </c:pt>
                <c:pt idx="11">
                  <c:v>4.7082941640000007</c:v>
                </c:pt>
                <c:pt idx="12">
                  <c:v>5.0393303239999998</c:v>
                </c:pt>
                <c:pt idx="13">
                  <c:v>5.3596100040000003</c:v>
                </c:pt>
                <c:pt idx="14">
                  <c:v>5.715012884000001</c:v>
                </c:pt>
                <c:pt idx="15">
                  <c:v>6.1435159240000008</c:v>
                </c:pt>
                <c:pt idx="16">
                  <c:v>6.6588391240000009</c:v>
                </c:pt>
                <c:pt idx="17">
                  <c:v>7.2560432840000004</c:v>
                </c:pt>
                <c:pt idx="18">
                  <c:v>7.9614708040000002</c:v>
                </c:pt>
                <c:pt idx="19">
                  <c:v>8.6940090440000013</c:v>
                </c:pt>
                <c:pt idx="20">
                  <c:v>9.4550848840000015</c:v>
                </c:pt>
                <c:pt idx="21">
                  <c:v>10.233502804</c:v>
                </c:pt>
                <c:pt idx="22">
                  <c:v>10.997212884</c:v>
                </c:pt>
                <c:pt idx="23">
                  <c:v>11.780021204000002</c:v>
                </c:pt>
                <c:pt idx="24">
                  <c:v>12.636368724</c:v>
                </c:pt>
                <c:pt idx="25">
                  <c:v>13.668222484000001</c:v>
                </c:pt>
                <c:pt idx="26">
                  <c:v>14.962731924000002</c:v>
                </c:pt>
                <c:pt idx="27">
                  <c:v>16.438235604000003</c:v>
                </c:pt>
                <c:pt idx="28">
                  <c:v>17.921202964000003</c:v>
                </c:pt>
                <c:pt idx="29">
                  <c:v>19.250506324</c:v>
                </c:pt>
                <c:pt idx="30">
                  <c:v>20.343057364</c:v>
                </c:pt>
                <c:pt idx="31">
                  <c:v>21.191502163999999</c:v>
                </c:pt>
                <c:pt idx="32">
                  <c:v>21.925686804000001</c:v>
                </c:pt>
                <c:pt idx="33">
                  <c:v>22.669859603999999</c:v>
                </c:pt>
                <c:pt idx="34">
                  <c:v>23.491742484000003</c:v>
                </c:pt>
                <c:pt idx="35">
                  <c:v>24.363785684000003</c:v>
                </c:pt>
                <c:pt idx="36">
                  <c:v>25.247024404000001</c:v>
                </c:pt>
                <c:pt idx="37">
                  <c:v>26.046296724000001</c:v>
                </c:pt>
                <c:pt idx="38">
                  <c:v>26.601572564000001</c:v>
                </c:pt>
                <c:pt idx="39">
                  <c:v>26.937657684000005</c:v>
                </c:pt>
                <c:pt idx="40">
                  <c:v>27.149494484000002</c:v>
                </c:pt>
                <c:pt idx="41">
                  <c:v>27.320171284000001</c:v>
                </c:pt>
                <c:pt idx="42">
                  <c:v>27.593034643999999</c:v>
                </c:pt>
                <c:pt idx="43">
                  <c:v>27.885874324</c:v>
                </c:pt>
                <c:pt idx="44">
                  <c:v>28.192982804</c:v>
                </c:pt>
                <c:pt idx="45">
                  <c:v>28.457065364000002</c:v>
                </c:pt>
                <c:pt idx="46">
                  <c:v>28.649364884000004</c:v>
                </c:pt>
                <c:pt idx="47">
                  <c:v>28.710940244000003</c:v>
                </c:pt>
                <c:pt idx="48">
                  <c:v>28.728062804000004</c:v>
                </c:pt>
                <c:pt idx="49">
                  <c:v>28.836066644000002</c:v>
                </c:pt>
                <c:pt idx="50">
                  <c:v>29.208372564000001</c:v>
                </c:pt>
                <c:pt idx="51">
                  <c:v>29.701634004000002</c:v>
                </c:pt>
                <c:pt idx="52">
                  <c:v>30.275239764000002</c:v>
                </c:pt>
                <c:pt idx="53">
                  <c:v>30.851479764000004</c:v>
                </c:pt>
                <c:pt idx="54">
                  <c:v>31.245408404000003</c:v>
                </c:pt>
                <c:pt idx="55">
                  <c:v>31.400609043999999</c:v>
                </c:pt>
                <c:pt idx="56">
                  <c:v>31.387328084000004</c:v>
                </c:pt>
                <c:pt idx="57">
                  <c:v>31.420146324000001</c:v>
                </c:pt>
                <c:pt idx="58">
                  <c:v>31.566785684000003</c:v>
                </c:pt>
                <c:pt idx="59">
                  <c:v>31.840088084000001</c:v>
                </c:pt>
                <c:pt idx="60">
                  <c:v>32.246419604000003</c:v>
                </c:pt>
                <c:pt idx="61">
                  <c:v>32.695777044000003</c:v>
                </c:pt>
                <c:pt idx="62">
                  <c:v>33.088498324000007</c:v>
                </c:pt>
                <c:pt idx="63">
                  <c:v>33.326787283999998</c:v>
                </c:pt>
                <c:pt idx="64">
                  <c:v>33.430181204</c:v>
                </c:pt>
                <c:pt idx="65">
                  <c:v>33.332824084000002</c:v>
                </c:pt>
                <c:pt idx="66">
                  <c:v>33.242820884000004</c:v>
                </c:pt>
                <c:pt idx="67">
                  <c:v>33.194746004000002</c:v>
                </c:pt>
                <c:pt idx="68">
                  <c:v>33.182013844000004</c:v>
                </c:pt>
                <c:pt idx="69">
                  <c:v>33.183001684000004</c:v>
                </c:pt>
                <c:pt idx="70">
                  <c:v>33.228332564000006</c:v>
                </c:pt>
                <c:pt idx="71">
                  <c:v>33.286724884000002</c:v>
                </c:pt>
                <c:pt idx="72">
                  <c:v>33.530172563999997</c:v>
                </c:pt>
                <c:pt idx="73">
                  <c:v>33.931784404000005</c:v>
                </c:pt>
                <c:pt idx="74">
                  <c:v>34.326481364000003</c:v>
                </c:pt>
                <c:pt idx="75">
                  <c:v>34.543915924000004</c:v>
                </c:pt>
                <c:pt idx="76">
                  <c:v>34.548196564000001</c:v>
                </c:pt>
                <c:pt idx="77">
                  <c:v>34.302334164000001</c:v>
                </c:pt>
                <c:pt idx="78">
                  <c:v>33.948248404000005</c:v>
                </c:pt>
                <c:pt idx="79">
                  <c:v>33.732789524000005</c:v>
                </c:pt>
                <c:pt idx="80">
                  <c:v>33.828500244000004</c:v>
                </c:pt>
                <c:pt idx="81">
                  <c:v>34.309907604000003</c:v>
                </c:pt>
                <c:pt idx="82">
                  <c:v>34.747630483999998</c:v>
                </c:pt>
                <c:pt idx="83">
                  <c:v>34.717117204000004</c:v>
                </c:pt>
                <c:pt idx="84">
                  <c:v>34.355348243999998</c:v>
                </c:pt>
                <c:pt idx="85">
                  <c:v>33.915430164</c:v>
                </c:pt>
                <c:pt idx="86">
                  <c:v>33.704471444000006</c:v>
                </c:pt>
                <c:pt idx="87">
                  <c:v>33.944845844000007</c:v>
                </c:pt>
                <c:pt idx="88">
                  <c:v>34.340750164000006</c:v>
                </c:pt>
                <c:pt idx="89">
                  <c:v>34.525476244000004</c:v>
                </c:pt>
                <c:pt idx="90">
                  <c:v>34.554891924000003</c:v>
                </c:pt>
                <c:pt idx="91">
                  <c:v>34.382568724000002</c:v>
                </c:pt>
                <c:pt idx="92">
                  <c:v>34.222648404000005</c:v>
                </c:pt>
                <c:pt idx="93">
                  <c:v>34.271272084000003</c:v>
                </c:pt>
                <c:pt idx="94">
                  <c:v>34.404191444000006</c:v>
                </c:pt>
                <c:pt idx="95">
                  <c:v>34.528330004000004</c:v>
                </c:pt>
                <c:pt idx="96">
                  <c:v>34.489584724000004</c:v>
                </c:pt>
                <c:pt idx="97">
                  <c:v>34.392886164000004</c:v>
                </c:pt>
                <c:pt idx="98">
                  <c:v>34.372909843999999</c:v>
                </c:pt>
                <c:pt idx="99">
                  <c:v>34.363360724000003</c:v>
                </c:pt>
                <c:pt idx="100">
                  <c:v>34.290699604000004</c:v>
                </c:pt>
                <c:pt idx="101">
                  <c:v>34.112778644000002</c:v>
                </c:pt>
                <c:pt idx="102">
                  <c:v>33.986774164000003</c:v>
                </c:pt>
                <c:pt idx="103">
                  <c:v>34.060423124000003</c:v>
                </c:pt>
                <c:pt idx="104">
                  <c:v>34.168756244000001</c:v>
                </c:pt>
                <c:pt idx="105">
                  <c:v>34.249320084000004</c:v>
                </c:pt>
                <c:pt idx="106">
                  <c:v>34.192025364000003</c:v>
                </c:pt>
                <c:pt idx="107">
                  <c:v>34.103339284</c:v>
                </c:pt>
                <c:pt idx="108">
                  <c:v>34.154267924000003</c:v>
                </c:pt>
                <c:pt idx="109">
                  <c:v>34.362153364000001</c:v>
                </c:pt>
                <c:pt idx="110">
                  <c:v>34.582002644000006</c:v>
                </c:pt>
                <c:pt idx="111">
                  <c:v>34.671786324000003</c:v>
                </c:pt>
                <c:pt idx="112">
                  <c:v>34.684518484000002</c:v>
                </c:pt>
                <c:pt idx="113">
                  <c:v>34.481133204000002</c:v>
                </c:pt>
                <c:pt idx="114">
                  <c:v>34.123535124</c:v>
                </c:pt>
                <c:pt idx="115">
                  <c:v>33.870648084000003</c:v>
                </c:pt>
                <c:pt idx="116">
                  <c:v>34.062618323999999</c:v>
                </c:pt>
                <c:pt idx="117">
                  <c:v>34.466315604000002</c:v>
                </c:pt>
                <c:pt idx="118">
                  <c:v>34.812718164000003</c:v>
                </c:pt>
                <c:pt idx="119">
                  <c:v>34.957272084000003</c:v>
                </c:pt>
                <c:pt idx="120">
                  <c:v>34.798449364000007</c:v>
                </c:pt>
                <c:pt idx="121">
                  <c:v>34.531403284</c:v>
                </c:pt>
                <c:pt idx="122">
                  <c:v>34.489914003999999</c:v>
                </c:pt>
                <c:pt idx="123">
                  <c:v>34.595722644000006</c:v>
                </c:pt>
                <c:pt idx="124">
                  <c:v>34.575636564000007</c:v>
                </c:pt>
                <c:pt idx="125">
                  <c:v>34.455120084000001</c:v>
                </c:pt>
                <c:pt idx="126">
                  <c:v>34.528659284</c:v>
                </c:pt>
                <c:pt idx="127">
                  <c:v>34.877037524000002</c:v>
                </c:pt>
                <c:pt idx="128">
                  <c:v>35.234196564000001</c:v>
                </c:pt>
                <c:pt idx="129">
                  <c:v>35.169218644000004</c:v>
                </c:pt>
                <c:pt idx="130">
                  <c:v>34.747520724000005</c:v>
                </c:pt>
                <c:pt idx="131">
                  <c:v>34.216721364000001</c:v>
                </c:pt>
                <c:pt idx="132">
                  <c:v>33.915210643999998</c:v>
                </c:pt>
                <c:pt idx="133">
                  <c:v>34.070082004</c:v>
                </c:pt>
                <c:pt idx="134">
                  <c:v>34.441070804000006</c:v>
                </c:pt>
                <c:pt idx="135">
                  <c:v>34.669042324000003</c:v>
                </c:pt>
                <c:pt idx="136">
                  <c:v>34.429216724</c:v>
                </c:pt>
                <c:pt idx="137">
                  <c:v>33.902149204000004</c:v>
                </c:pt>
                <c:pt idx="138">
                  <c:v>33.448181844000004</c:v>
                </c:pt>
                <c:pt idx="139">
                  <c:v>33.466841044000006</c:v>
                </c:pt>
                <c:pt idx="140">
                  <c:v>33.785474324000006</c:v>
                </c:pt>
                <c:pt idx="141">
                  <c:v>33.806658004000006</c:v>
                </c:pt>
                <c:pt idx="142">
                  <c:v>33.636420244</c:v>
                </c:pt>
                <c:pt idx="143">
                  <c:v>33.390009044000003</c:v>
                </c:pt>
                <c:pt idx="144">
                  <c:v>32.938785684000003</c:v>
                </c:pt>
                <c:pt idx="145">
                  <c:v>32.261566484000006</c:v>
                </c:pt>
                <c:pt idx="146">
                  <c:v>31.548894804</c:v>
                </c:pt>
                <c:pt idx="147">
                  <c:v>30.959703124000001</c:v>
                </c:pt>
                <c:pt idx="148">
                  <c:v>30.517370324000002</c:v>
                </c:pt>
                <c:pt idx="149">
                  <c:v>30.005888724000005</c:v>
                </c:pt>
                <c:pt idx="150">
                  <c:v>29.410440724000001</c:v>
                </c:pt>
                <c:pt idx="151">
                  <c:v>28.827615124000001</c:v>
                </c:pt>
                <c:pt idx="152">
                  <c:v>28.283644564000003</c:v>
                </c:pt>
                <c:pt idx="153">
                  <c:v>27.729027284000004</c:v>
                </c:pt>
                <c:pt idx="154">
                  <c:v>27.166726804000003</c:v>
                </c:pt>
                <c:pt idx="155">
                  <c:v>26.589938004</c:v>
                </c:pt>
                <c:pt idx="156">
                  <c:v>25.912170004</c:v>
                </c:pt>
                <c:pt idx="157">
                  <c:v>25.234511764000004</c:v>
                </c:pt>
                <c:pt idx="158">
                  <c:v>24.445995924000002</c:v>
                </c:pt>
                <c:pt idx="159">
                  <c:v>23.689749524000003</c:v>
                </c:pt>
                <c:pt idx="160">
                  <c:v>23.149181523999999</c:v>
                </c:pt>
                <c:pt idx="161">
                  <c:v>22.859854164000001</c:v>
                </c:pt>
                <c:pt idx="162">
                  <c:v>22.647029524000001</c:v>
                </c:pt>
                <c:pt idx="163">
                  <c:v>22.264625684000002</c:v>
                </c:pt>
                <c:pt idx="164">
                  <c:v>21.669287443999998</c:v>
                </c:pt>
                <c:pt idx="165">
                  <c:v>20.982080084</c:v>
                </c:pt>
                <c:pt idx="166">
                  <c:v>20.311666004000003</c:v>
                </c:pt>
                <c:pt idx="167">
                  <c:v>19.777573844000003</c:v>
                </c:pt>
                <c:pt idx="168">
                  <c:v>19.437647124000001</c:v>
                </c:pt>
                <c:pt idx="169">
                  <c:v>19.148649043999999</c:v>
                </c:pt>
                <c:pt idx="170">
                  <c:v>18.894993683999999</c:v>
                </c:pt>
                <c:pt idx="171">
                  <c:v>18.631130644000002</c:v>
                </c:pt>
                <c:pt idx="172">
                  <c:v>18.297679764000002</c:v>
                </c:pt>
                <c:pt idx="173">
                  <c:v>17.845358804</c:v>
                </c:pt>
                <c:pt idx="174">
                  <c:v>17.303802963999999</c:v>
                </c:pt>
                <c:pt idx="175">
                  <c:v>16.701440084000001</c:v>
                </c:pt>
                <c:pt idx="176">
                  <c:v>16.036184724000002</c:v>
                </c:pt>
                <c:pt idx="177">
                  <c:v>15.397381524</c:v>
                </c:pt>
                <c:pt idx="178">
                  <c:v>14.866033364000002</c:v>
                </c:pt>
                <c:pt idx="179">
                  <c:v>14.414041684000001</c:v>
                </c:pt>
                <c:pt idx="180">
                  <c:v>14.070712404000002</c:v>
                </c:pt>
                <c:pt idx="181">
                  <c:v>13.754164564000002</c:v>
                </c:pt>
                <c:pt idx="182">
                  <c:v>13.382517204000001</c:v>
                </c:pt>
                <c:pt idx="183">
                  <c:v>12.936781844</c:v>
                </c:pt>
                <c:pt idx="184">
                  <c:v>12.438361684000002</c:v>
                </c:pt>
                <c:pt idx="185">
                  <c:v>11.853779924000001</c:v>
                </c:pt>
                <c:pt idx="186">
                  <c:v>11.233196884000002</c:v>
                </c:pt>
                <c:pt idx="187">
                  <c:v>10.644663764000001</c:v>
                </c:pt>
                <c:pt idx="188">
                  <c:v>10.103986004000001</c:v>
                </c:pt>
                <c:pt idx="189">
                  <c:v>9.5786746439999995</c:v>
                </c:pt>
                <c:pt idx="190">
                  <c:v>9.0145082439999999</c:v>
                </c:pt>
                <c:pt idx="191">
                  <c:v>8.4507808840000003</c:v>
                </c:pt>
                <c:pt idx="192">
                  <c:v>7.9289818440000008</c:v>
                </c:pt>
                <c:pt idx="193">
                  <c:v>7.4640384840000005</c:v>
                </c:pt>
                <c:pt idx="194">
                  <c:v>7.0307060040000007</c:v>
                </c:pt>
                <c:pt idx="195">
                  <c:v>6.6491802440000001</c:v>
                </c:pt>
                <c:pt idx="196">
                  <c:v>6.2891674440000003</c:v>
                </c:pt>
                <c:pt idx="197">
                  <c:v>5.9446308040000009</c:v>
                </c:pt>
                <c:pt idx="198">
                  <c:v>5.6731943240000007</c:v>
                </c:pt>
                <c:pt idx="199">
                  <c:v>5.4662967240000002</c:v>
                </c:pt>
                <c:pt idx="200">
                  <c:v>5.3560976840000007</c:v>
                </c:pt>
                <c:pt idx="201">
                  <c:v>5.3355725640000005</c:v>
                </c:pt>
                <c:pt idx="202">
                  <c:v>5.4248074440000007</c:v>
                </c:pt>
                <c:pt idx="203">
                  <c:v>5.5848375240000001</c:v>
                </c:pt>
                <c:pt idx="204">
                  <c:v>5.804906324000001</c:v>
                </c:pt>
                <c:pt idx="205">
                  <c:v>5.9033610440000004</c:v>
                </c:pt>
                <c:pt idx="206">
                  <c:v>5.7939303240000006</c:v>
                </c:pt>
                <c:pt idx="207">
                  <c:v>5.490114644000001</c:v>
                </c:pt>
                <c:pt idx="208">
                  <c:v>5.2876074440000007</c:v>
                </c:pt>
                <c:pt idx="209">
                  <c:v>5.2159341640000001</c:v>
                </c:pt>
                <c:pt idx="210">
                  <c:v>5.1027716040000008</c:v>
                </c:pt>
                <c:pt idx="211">
                  <c:v>5.0001460040000003</c:v>
                </c:pt>
                <c:pt idx="212">
                  <c:v>4.9270458440000002</c:v>
                </c:pt>
                <c:pt idx="213">
                  <c:v>4.8228836040000003</c:v>
                </c:pt>
                <c:pt idx="214">
                  <c:v>4.6585728839999998</c:v>
                </c:pt>
                <c:pt idx="215">
                  <c:v>4.5471664839999999</c:v>
                </c:pt>
                <c:pt idx="216">
                  <c:v>4.4445408840000002</c:v>
                </c:pt>
                <c:pt idx="217">
                  <c:v>4.3378541640000003</c:v>
                </c:pt>
                <c:pt idx="218">
                  <c:v>4.288791444000001</c:v>
                </c:pt>
                <c:pt idx="219">
                  <c:v>4.3048164040000003</c:v>
                </c:pt>
                <c:pt idx="220">
                  <c:v>4.2816570440000001</c:v>
                </c:pt>
                <c:pt idx="221">
                  <c:v>4.2305088839999998</c:v>
                </c:pt>
                <c:pt idx="222">
                  <c:v>4.1776045640000001</c:v>
                </c:pt>
                <c:pt idx="223">
                  <c:v>4.1186634440000001</c:v>
                </c:pt>
                <c:pt idx="224">
                  <c:v>4.0678445640000005</c:v>
                </c:pt>
                <c:pt idx="225">
                  <c:v>4.0231722440000004</c:v>
                </c:pt>
                <c:pt idx="226">
                  <c:v>4.0098912840000001</c:v>
                </c:pt>
                <c:pt idx="227">
                  <c:v>4.0462218439999997</c:v>
                </c:pt>
                <c:pt idx="228">
                  <c:v>4.1186634440000001</c:v>
                </c:pt>
                <c:pt idx="229">
                  <c:v>4.2005444040000004</c:v>
                </c:pt>
                <c:pt idx="230">
                  <c:v>4.3194144840000002</c:v>
                </c:pt>
                <c:pt idx="231">
                  <c:v>4.412161684</c:v>
                </c:pt>
                <c:pt idx="232">
                  <c:v>4.4122714440000008</c:v>
                </c:pt>
                <c:pt idx="233">
                  <c:v>4.3560743240000006</c:v>
                </c:pt>
                <c:pt idx="234">
                  <c:v>4.270242004</c:v>
                </c:pt>
                <c:pt idx="235">
                  <c:v>4.2283136839999997</c:v>
                </c:pt>
                <c:pt idx="236">
                  <c:v>4.2422532039999998</c:v>
                </c:pt>
                <c:pt idx="237">
                  <c:v>4.3133776840000007</c:v>
                </c:pt>
                <c:pt idx="238">
                  <c:v>4.3890023240000007</c:v>
                </c:pt>
                <c:pt idx="239">
                  <c:v>4.4790055240000006</c:v>
                </c:pt>
                <c:pt idx="240">
                  <c:v>4.5643988040000005</c:v>
                </c:pt>
                <c:pt idx="241">
                  <c:v>4.6513287239999999</c:v>
                </c:pt>
                <c:pt idx="242">
                  <c:v>4.7542836040000003</c:v>
                </c:pt>
                <c:pt idx="243">
                  <c:v>4.8528480840000006</c:v>
                </c:pt>
                <c:pt idx="244">
                  <c:v>4.9736938440000005</c:v>
                </c:pt>
                <c:pt idx="245">
                  <c:v>5.1555661639999997</c:v>
                </c:pt>
                <c:pt idx="246">
                  <c:v>5.3796960840000008</c:v>
                </c:pt>
                <c:pt idx="247">
                  <c:v>5.5811056840000006</c:v>
                </c:pt>
                <c:pt idx="248">
                  <c:v>5.8238948040000009</c:v>
                </c:pt>
                <c:pt idx="249">
                  <c:v>6.1874199240000003</c:v>
                </c:pt>
                <c:pt idx="250">
                  <c:v>6.5812388040000007</c:v>
                </c:pt>
                <c:pt idx="251">
                  <c:v>6.9714356040000007</c:v>
                </c:pt>
                <c:pt idx="252">
                  <c:v>7.4459280840000011</c:v>
                </c:pt>
                <c:pt idx="253">
                  <c:v>7.9694832839999998</c:v>
                </c:pt>
                <c:pt idx="254">
                  <c:v>8.6153111240000015</c:v>
                </c:pt>
                <c:pt idx="255">
                  <c:v>9.3240314440000009</c:v>
                </c:pt>
                <c:pt idx="256">
                  <c:v>10.052289044</c:v>
                </c:pt>
                <c:pt idx="257">
                  <c:v>10.732801044</c:v>
                </c:pt>
                <c:pt idx="258">
                  <c:v>11.416166804000001</c:v>
                </c:pt>
                <c:pt idx="259">
                  <c:v>12.075275604000002</c:v>
                </c:pt>
                <c:pt idx="260">
                  <c:v>12.671821204000002</c:v>
                </c:pt>
                <c:pt idx="261">
                  <c:v>13.244768404</c:v>
                </c:pt>
                <c:pt idx="262">
                  <c:v>13.793897684000001</c:v>
                </c:pt>
                <c:pt idx="263">
                  <c:v>14.498776404000001</c:v>
                </c:pt>
                <c:pt idx="264">
                  <c:v>15.376527124000001</c:v>
                </c:pt>
                <c:pt idx="265">
                  <c:v>16.360086484</c:v>
                </c:pt>
                <c:pt idx="266">
                  <c:v>17.403794324</c:v>
                </c:pt>
                <c:pt idx="267">
                  <c:v>18.497772244000004</c:v>
                </c:pt>
                <c:pt idx="268">
                  <c:v>19.618421844</c:v>
                </c:pt>
                <c:pt idx="269">
                  <c:v>20.623933204</c:v>
                </c:pt>
                <c:pt idx="270">
                  <c:v>21.522428564000002</c:v>
                </c:pt>
                <c:pt idx="271">
                  <c:v>22.310176084000002</c:v>
                </c:pt>
                <c:pt idx="272">
                  <c:v>22.989590484000004</c:v>
                </c:pt>
                <c:pt idx="273">
                  <c:v>23.655394644000005</c:v>
                </c:pt>
                <c:pt idx="274">
                  <c:v>24.306600724000003</c:v>
                </c:pt>
                <c:pt idx="275">
                  <c:v>24.947708884000004</c:v>
                </c:pt>
                <c:pt idx="276">
                  <c:v>25.604622484</c:v>
                </c:pt>
                <c:pt idx="277">
                  <c:v>26.248803924000001</c:v>
                </c:pt>
                <c:pt idx="278">
                  <c:v>26.852813204</c:v>
                </c:pt>
                <c:pt idx="279">
                  <c:v>27.320939604000003</c:v>
                </c:pt>
                <c:pt idx="280">
                  <c:v>27.625523604000005</c:v>
                </c:pt>
                <c:pt idx="281">
                  <c:v>27.873910484</c:v>
                </c:pt>
                <c:pt idx="282">
                  <c:v>28.119663124000002</c:v>
                </c:pt>
                <c:pt idx="283">
                  <c:v>28.420844564000003</c:v>
                </c:pt>
                <c:pt idx="284">
                  <c:v>28.766149524000003</c:v>
                </c:pt>
                <c:pt idx="285">
                  <c:v>29.169407764000002</c:v>
                </c:pt>
                <c:pt idx="286">
                  <c:v>29.641924564</c:v>
                </c:pt>
                <c:pt idx="287">
                  <c:v>30.136722644000002</c:v>
                </c:pt>
                <c:pt idx="288">
                  <c:v>30.569616084000003</c:v>
                </c:pt>
                <c:pt idx="289">
                  <c:v>30.786940884000003</c:v>
                </c:pt>
                <c:pt idx="290">
                  <c:v>30.830515604000002</c:v>
                </c:pt>
                <c:pt idx="291">
                  <c:v>30.865309524000001</c:v>
                </c:pt>
                <c:pt idx="292">
                  <c:v>31.006351124000002</c:v>
                </c:pt>
                <c:pt idx="293">
                  <c:v>31.286678164000001</c:v>
                </c:pt>
                <c:pt idx="294">
                  <c:v>31.569529684000003</c:v>
                </c:pt>
                <c:pt idx="295">
                  <c:v>31.775549204000004</c:v>
                </c:pt>
                <c:pt idx="296">
                  <c:v>31.878613844000004</c:v>
                </c:pt>
                <c:pt idx="297">
                  <c:v>31.947872404000002</c:v>
                </c:pt>
                <c:pt idx="298">
                  <c:v>32.024484884000003</c:v>
                </c:pt>
                <c:pt idx="299">
                  <c:v>32.160806804000003</c:v>
                </c:pt>
                <c:pt idx="300">
                  <c:v>32.326983444</c:v>
                </c:pt>
                <c:pt idx="301">
                  <c:v>32.551113364000003</c:v>
                </c:pt>
                <c:pt idx="302">
                  <c:v>32.802244244000001</c:v>
                </c:pt>
                <c:pt idx="303">
                  <c:v>32.898833044</c:v>
                </c:pt>
                <c:pt idx="304">
                  <c:v>32.879734804000002</c:v>
                </c:pt>
                <c:pt idx="305">
                  <c:v>32.889832724000001</c:v>
                </c:pt>
                <c:pt idx="306">
                  <c:v>32.923968084000002</c:v>
                </c:pt>
                <c:pt idx="307">
                  <c:v>32.979067604000001</c:v>
                </c:pt>
                <c:pt idx="308">
                  <c:v>33.071266004000002</c:v>
                </c:pt>
                <c:pt idx="309">
                  <c:v>33.192770324000001</c:v>
                </c:pt>
                <c:pt idx="310">
                  <c:v>33.268834003999999</c:v>
                </c:pt>
                <c:pt idx="311">
                  <c:v>33.212856404</c:v>
                </c:pt>
                <c:pt idx="312">
                  <c:v>33.150732244000004</c:v>
                </c:pt>
                <c:pt idx="313">
                  <c:v>33.150732244000004</c:v>
                </c:pt>
                <c:pt idx="314">
                  <c:v>33.227564244</c:v>
                </c:pt>
                <c:pt idx="315">
                  <c:v>33.317347924000003</c:v>
                </c:pt>
                <c:pt idx="316">
                  <c:v>33.388911444000001</c:v>
                </c:pt>
                <c:pt idx="317">
                  <c:v>33.387704084000006</c:v>
                </c:pt>
                <c:pt idx="318">
                  <c:v>33.299018004000004</c:v>
                </c:pt>
                <c:pt idx="319">
                  <c:v>33.290566484000003</c:v>
                </c:pt>
                <c:pt idx="320">
                  <c:v>33.399997204000002</c:v>
                </c:pt>
                <c:pt idx="321">
                  <c:v>33.551575763999999</c:v>
                </c:pt>
                <c:pt idx="322">
                  <c:v>33.608650964000006</c:v>
                </c:pt>
                <c:pt idx="323">
                  <c:v>33.524026004</c:v>
                </c:pt>
                <c:pt idx="324">
                  <c:v>33.297371604000006</c:v>
                </c:pt>
                <c:pt idx="325">
                  <c:v>33.057875284000005</c:v>
                </c:pt>
                <c:pt idx="326">
                  <c:v>33.066546324000001</c:v>
                </c:pt>
                <c:pt idx="327">
                  <c:v>33.237442644000005</c:v>
                </c:pt>
                <c:pt idx="328">
                  <c:v>33.555746644000003</c:v>
                </c:pt>
                <c:pt idx="329">
                  <c:v>33.746180244000001</c:v>
                </c:pt>
                <c:pt idx="330">
                  <c:v>33.556405204000001</c:v>
                </c:pt>
                <c:pt idx="331">
                  <c:v>33.129987604000007</c:v>
                </c:pt>
                <c:pt idx="332">
                  <c:v>32.866563604</c:v>
                </c:pt>
                <c:pt idx="333">
                  <c:v>32.811244564000006</c:v>
                </c:pt>
                <c:pt idx="334">
                  <c:v>33.003983124000001</c:v>
                </c:pt>
                <c:pt idx="335">
                  <c:v>33.326348244000002</c:v>
                </c:pt>
                <c:pt idx="336">
                  <c:v>33.586040404000002</c:v>
                </c:pt>
                <c:pt idx="337">
                  <c:v>33.601736084000002</c:v>
                </c:pt>
                <c:pt idx="338">
                  <c:v>33.348300244000001</c:v>
                </c:pt>
                <c:pt idx="339">
                  <c:v>33.185635924000003</c:v>
                </c:pt>
                <c:pt idx="340">
                  <c:v>33.292981204000007</c:v>
                </c:pt>
                <c:pt idx="341">
                  <c:v>33.467828883999999</c:v>
                </c:pt>
                <c:pt idx="342">
                  <c:v>33.649701204000003</c:v>
                </c:pt>
                <c:pt idx="343">
                  <c:v>33.825646484000004</c:v>
                </c:pt>
                <c:pt idx="344">
                  <c:v>33.991164564000002</c:v>
                </c:pt>
                <c:pt idx="345">
                  <c:v>34.108937044000001</c:v>
                </c:pt>
                <c:pt idx="346">
                  <c:v>34.014543444000005</c:v>
                </c:pt>
                <c:pt idx="347">
                  <c:v>33.799194324000005</c:v>
                </c:pt>
                <c:pt idx="348">
                  <c:v>33.651567124000003</c:v>
                </c:pt>
                <c:pt idx="349">
                  <c:v>33.683397524</c:v>
                </c:pt>
                <c:pt idx="350">
                  <c:v>33.834427284</c:v>
                </c:pt>
                <c:pt idx="351">
                  <c:v>34.014543444000005</c:v>
                </c:pt>
                <c:pt idx="352">
                  <c:v>34.048020244</c:v>
                </c:pt>
                <c:pt idx="353">
                  <c:v>33.975359124000001</c:v>
                </c:pt>
                <c:pt idx="354">
                  <c:v>34.012567764000003</c:v>
                </c:pt>
                <c:pt idx="355">
                  <c:v>34.026836564</c:v>
                </c:pt>
                <c:pt idx="356">
                  <c:v>34.018824084000002</c:v>
                </c:pt>
                <c:pt idx="357">
                  <c:v>34.016080084000002</c:v>
                </c:pt>
                <c:pt idx="358">
                  <c:v>33.974261523999999</c:v>
                </c:pt>
                <c:pt idx="359">
                  <c:v>33.871416404000001</c:v>
                </c:pt>
                <c:pt idx="360">
                  <c:v>33.775376403999999</c:v>
                </c:pt>
                <c:pt idx="361">
                  <c:v>33.768022483999999</c:v>
                </c:pt>
                <c:pt idx="362">
                  <c:v>33.915539924000001</c:v>
                </c:pt>
                <c:pt idx="363">
                  <c:v>34.039788244</c:v>
                </c:pt>
                <c:pt idx="364">
                  <c:v>34.119913044</c:v>
                </c:pt>
                <c:pt idx="365">
                  <c:v>34.121339923999997</c:v>
                </c:pt>
                <c:pt idx="366">
                  <c:v>33.928381844</c:v>
                </c:pt>
                <c:pt idx="367">
                  <c:v>33.739375123999999</c:v>
                </c:pt>
                <c:pt idx="368">
                  <c:v>33.713691283999999</c:v>
                </c:pt>
                <c:pt idx="369">
                  <c:v>33.852647444000006</c:v>
                </c:pt>
                <c:pt idx="370">
                  <c:v>34.029800084000001</c:v>
                </c:pt>
                <c:pt idx="371">
                  <c:v>34.155146004000002</c:v>
                </c:pt>
                <c:pt idx="372">
                  <c:v>34.224075284000001</c:v>
                </c:pt>
                <c:pt idx="373">
                  <c:v>34.223197204000002</c:v>
                </c:pt>
                <c:pt idx="374">
                  <c:v>34.173805204000004</c:v>
                </c:pt>
                <c:pt idx="375">
                  <c:v>34.281809043999999</c:v>
                </c:pt>
                <c:pt idx="376">
                  <c:v>34.485852884000003</c:v>
                </c:pt>
                <c:pt idx="377">
                  <c:v>34.587710164000001</c:v>
                </c:pt>
                <c:pt idx="378">
                  <c:v>34.523390804000002</c:v>
                </c:pt>
                <c:pt idx="379">
                  <c:v>34.297504723999999</c:v>
                </c:pt>
                <c:pt idx="380">
                  <c:v>34.133413524000005</c:v>
                </c:pt>
                <c:pt idx="381">
                  <c:v>34.026287764000003</c:v>
                </c:pt>
                <c:pt idx="382">
                  <c:v>33.949894804000003</c:v>
                </c:pt>
                <c:pt idx="383">
                  <c:v>33.932882004000007</c:v>
                </c:pt>
                <c:pt idx="384">
                  <c:v>34.043629844000002</c:v>
                </c:pt>
                <c:pt idx="385">
                  <c:v>34.251405523999999</c:v>
                </c:pt>
                <c:pt idx="386">
                  <c:v>34.528220244000003</c:v>
                </c:pt>
                <c:pt idx="387">
                  <c:v>34.831267604000004</c:v>
                </c:pt>
                <c:pt idx="388">
                  <c:v>34.825121043999999</c:v>
                </c:pt>
                <c:pt idx="389">
                  <c:v>34.620089364000002</c:v>
                </c:pt>
                <c:pt idx="390">
                  <c:v>34.340091604000001</c:v>
                </c:pt>
                <c:pt idx="391">
                  <c:v>34.018933844000003</c:v>
                </c:pt>
                <c:pt idx="392">
                  <c:v>33.742228883999999</c:v>
                </c:pt>
                <c:pt idx="393">
                  <c:v>33.699861523999999</c:v>
                </c:pt>
                <c:pt idx="394">
                  <c:v>33.667921364000001</c:v>
                </c:pt>
                <c:pt idx="395">
                  <c:v>33.243479444000002</c:v>
                </c:pt>
                <c:pt idx="396">
                  <c:v>32.344325524000006</c:v>
                </c:pt>
                <c:pt idx="397">
                  <c:v>31.268458003999999</c:v>
                </c:pt>
                <c:pt idx="398">
                  <c:v>30.362279444000002</c:v>
                </c:pt>
                <c:pt idx="399">
                  <c:v>29.580239444000004</c:v>
                </c:pt>
                <c:pt idx="400">
                  <c:v>28.767905683999999</c:v>
                </c:pt>
                <c:pt idx="401">
                  <c:v>28.005732244000001</c:v>
                </c:pt>
                <c:pt idx="402">
                  <c:v>27.320829844000002</c:v>
                </c:pt>
                <c:pt idx="403">
                  <c:v>26.750736404000005</c:v>
                </c:pt>
                <c:pt idx="404">
                  <c:v>26.275036564000004</c:v>
                </c:pt>
                <c:pt idx="405">
                  <c:v>25.847960404000005</c:v>
                </c:pt>
                <c:pt idx="406">
                  <c:v>25.403871444000004</c:v>
                </c:pt>
                <c:pt idx="407">
                  <c:v>24.959782484000002</c:v>
                </c:pt>
                <c:pt idx="408">
                  <c:v>24.479802004</c:v>
                </c:pt>
                <c:pt idx="409">
                  <c:v>23.931331283999999</c:v>
                </c:pt>
                <c:pt idx="410">
                  <c:v>23.405910164000002</c:v>
                </c:pt>
                <c:pt idx="411">
                  <c:v>22.928454164000001</c:v>
                </c:pt>
                <c:pt idx="412">
                  <c:v>22.497646163999999</c:v>
                </c:pt>
                <c:pt idx="413">
                  <c:v>22.200196564000002</c:v>
                </c:pt>
                <c:pt idx="414">
                  <c:v>22.004055444000002</c:v>
                </c:pt>
                <c:pt idx="415">
                  <c:v>21.809341204000003</c:v>
                </c:pt>
                <c:pt idx="416">
                  <c:v>21.437145044000001</c:v>
                </c:pt>
                <c:pt idx="417">
                  <c:v>20.857831764</c:v>
                </c:pt>
                <c:pt idx="418">
                  <c:v>20.225943444000002</c:v>
                </c:pt>
                <c:pt idx="419">
                  <c:v>19.575834964000002</c:v>
                </c:pt>
                <c:pt idx="420">
                  <c:v>19.025827604</c:v>
                </c:pt>
                <c:pt idx="421">
                  <c:v>18.542334804000003</c:v>
                </c:pt>
                <c:pt idx="422">
                  <c:v>18.157626004000001</c:v>
                </c:pt>
                <c:pt idx="423">
                  <c:v>17.795198484</c:v>
                </c:pt>
                <c:pt idx="424">
                  <c:v>17.384476564</c:v>
                </c:pt>
                <c:pt idx="425">
                  <c:v>16.807138964000004</c:v>
                </c:pt>
                <c:pt idx="426">
                  <c:v>16.086235284000001</c:v>
                </c:pt>
                <c:pt idx="427">
                  <c:v>15.317915284</c:v>
                </c:pt>
                <c:pt idx="428">
                  <c:v>14.573303444</c:v>
                </c:pt>
                <c:pt idx="429">
                  <c:v>13.851960724000001</c:v>
                </c:pt>
                <c:pt idx="430">
                  <c:v>13.246414804000002</c:v>
                </c:pt>
                <c:pt idx="431">
                  <c:v>12.754580244000001</c:v>
                </c:pt>
                <c:pt idx="432">
                  <c:v>12.336723924000001</c:v>
                </c:pt>
                <c:pt idx="433">
                  <c:v>11.947514964</c:v>
                </c:pt>
                <c:pt idx="434">
                  <c:v>11.573562644000001</c:v>
                </c:pt>
                <c:pt idx="435">
                  <c:v>11.205756883999999</c:v>
                </c:pt>
                <c:pt idx="436">
                  <c:v>10.844975764000001</c:v>
                </c:pt>
                <c:pt idx="437">
                  <c:v>10.470035604000001</c:v>
                </c:pt>
                <c:pt idx="438">
                  <c:v>10.112986324000001</c:v>
                </c:pt>
                <c:pt idx="439">
                  <c:v>9.7515466439999994</c:v>
                </c:pt>
                <c:pt idx="440">
                  <c:v>9.4075588040000007</c:v>
                </c:pt>
                <c:pt idx="441">
                  <c:v>9.007044564000001</c:v>
                </c:pt>
                <c:pt idx="442">
                  <c:v>8.5873223240000005</c:v>
                </c:pt>
                <c:pt idx="443">
                  <c:v>8.2594692040000002</c:v>
                </c:pt>
                <c:pt idx="444">
                  <c:v>7.9474215240000001</c:v>
                </c:pt>
                <c:pt idx="445">
                  <c:v>7.6703872840000002</c:v>
                </c:pt>
                <c:pt idx="446">
                  <c:v>7.3898407240000008</c:v>
                </c:pt>
                <c:pt idx="447">
                  <c:v>7.0280717639999999</c:v>
                </c:pt>
                <c:pt idx="448">
                  <c:v>6.6232768840000009</c:v>
                </c:pt>
                <c:pt idx="449">
                  <c:v>6.1508698440000007</c:v>
                </c:pt>
                <c:pt idx="450">
                  <c:v>5.7153421640000008</c:v>
                </c:pt>
                <c:pt idx="451">
                  <c:v>5.3362311240000011</c:v>
                </c:pt>
                <c:pt idx="452">
                  <c:v>4.9809380040000004</c:v>
                </c:pt>
                <c:pt idx="453">
                  <c:v>4.6676829640000008</c:v>
                </c:pt>
                <c:pt idx="454">
                  <c:v>4.3949293640000002</c:v>
                </c:pt>
                <c:pt idx="455">
                  <c:v>4.1239319240000007</c:v>
                </c:pt>
                <c:pt idx="456">
                  <c:v>3.9276810440000003</c:v>
                </c:pt>
                <c:pt idx="457">
                  <c:v>3.7539309640000007</c:v>
                </c:pt>
                <c:pt idx="458">
                  <c:v>3.599827924</c:v>
                </c:pt>
                <c:pt idx="459">
                  <c:v>3.4834823240000001</c:v>
                </c:pt>
                <c:pt idx="460">
                  <c:v>3.4057722440000004</c:v>
                </c:pt>
                <c:pt idx="461">
                  <c:v>3.3321232840000001</c:v>
                </c:pt>
                <c:pt idx="462">
                  <c:v>3.2535351240000003</c:v>
                </c:pt>
                <c:pt idx="463">
                  <c:v>3.1611172040000004</c:v>
                </c:pt>
                <c:pt idx="464">
                  <c:v>3.0542109640000001</c:v>
                </c:pt>
                <c:pt idx="465">
                  <c:v>2.9905501640000001</c:v>
                </c:pt>
                <c:pt idx="466">
                  <c:v>2.948073044</c:v>
                </c:pt>
                <c:pt idx="467">
                  <c:v>2.9025226440000003</c:v>
                </c:pt>
                <c:pt idx="468">
                  <c:v>2.8397399240000003</c:v>
                </c:pt>
                <c:pt idx="469">
                  <c:v>2.7738839240000002</c:v>
                </c:pt>
                <c:pt idx="470">
                  <c:v>2.7125280840000001</c:v>
                </c:pt>
                <c:pt idx="471">
                  <c:v>2.5833405640000002</c:v>
                </c:pt>
                <c:pt idx="472">
                  <c:v>2.4577751240000003</c:v>
                </c:pt>
                <c:pt idx="473">
                  <c:v>2.3713940040000003</c:v>
                </c:pt>
                <c:pt idx="474">
                  <c:v>2.2625120839999999</c:v>
                </c:pt>
                <c:pt idx="475">
                  <c:v>2.1852410440000001</c:v>
                </c:pt>
                <c:pt idx="476">
                  <c:v>2.1275072840000004</c:v>
                </c:pt>
                <c:pt idx="477">
                  <c:v>2.0877741640000003</c:v>
                </c:pt>
                <c:pt idx="478">
                  <c:v>2.0685661640000004</c:v>
                </c:pt>
                <c:pt idx="479">
                  <c:v>2.0773469640000002</c:v>
                </c:pt>
                <c:pt idx="480">
                  <c:v>2.1294829640000001</c:v>
                </c:pt>
                <c:pt idx="481">
                  <c:v>2.1661428040000001</c:v>
                </c:pt>
                <c:pt idx="482">
                  <c:v>2.0941402440000001</c:v>
                </c:pt>
                <c:pt idx="483">
                  <c:v>1.9934903240000001</c:v>
                </c:pt>
                <c:pt idx="484">
                  <c:v>1.891523284</c:v>
                </c:pt>
                <c:pt idx="485">
                  <c:v>1.8068983240000003</c:v>
                </c:pt>
                <c:pt idx="486">
                  <c:v>1.736761684</c:v>
                </c:pt>
                <c:pt idx="487">
                  <c:v>1.7196391240000002</c:v>
                </c:pt>
                <c:pt idx="488">
                  <c:v>1.6654176840000001</c:v>
                </c:pt>
                <c:pt idx="489">
                  <c:v>1.6587223240000002</c:v>
                </c:pt>
                <c:pt idx="490">
                  <c:v>1.6621248840000002</c:v>
                </c:pt>
                <c:pt idx="491">
                  <c:v>1.6463194440000002</c:v>
                </c:pt>
                <c:pt idx="492">
                  <c:v>1.676942484</c:v>
                </c:pt>
                <c:pt idx="493">
                  <c:v>1.7316029640000001</c:v>
                </c:pt>
                <c:pt idx="494">
                  <c:v>1.7926295240000001</c:v>
                </c:pt>
                <c:pt idx="495">
                  <c:v>1.8044836040000001</c:v>
                </c:pt>
                <c:pt idx="496">
                  <c:v>1.8176548040000002</c:v>
                </c:pt>
                <c:pt idx="497">
                  <c:v>1.838289684</c:v>
                </c:pt>
                <c:pt idx="498">
                  <c:v>1.8599124040000001</c:v>
                </c:pt>
                <c:pt idx="499">
                  <c:v>1.890974484</c:v>
                </c:pt>
                <c:pt idx="500">
                  <c:v>1.9525498440000002</c:v>
                </c:pt>
                <c:pt idx="501">
                  <c:v>2.0332234439999999</c:v>
                </c:pt>
                <c:pt idx="502">
                  <c:v>2.1495690440000002</c:v>
                </c:pt>
                <c:pt idx="503">
                  <c:v>2.3625034440000001</c:v>
                </c:pt>
                <c:pt idx="504">
                  <c:v>2.6174759240000003</c:v>
                </c:pt>
                <c:pt idx="505">
                  <c:v>2.8407277639999999</c:v>
                </c:pt>
                <c:pt idx="506">
                  <c:v>3.0944928840000006</c:v>
                </c:pt>
                <c:pt idx="507">
                  <c:v>3.3815152840000002</c:v>
                </c:pt>
                <c:pt idx="508">
                  <c:v>3.7386743240000002</c:v>
                </c:pt>
                <c:pt idx="509">
                  <c:v>4.1627869640000004</c:v>
                </c:pt>
                <c:pt idx="510">
                  <c:v>4.5766919240000004</c:v>
                </c:pt>
                <c:pt idx="511">
                  <c:v>4.856360404000001</c:v>
                </c:pt>
                <c:pt idx="512">
                  <c:v>5.4633332040000004</c:v>
                </c:pt>
                <c:pt idx="513">
                  <c:v>6.0597690440000003</c:v>
                </c:pt>
                <c:pt idx="514">
                  <c:v>6.5056141640000007</c:v>
                </c:pt>
                <c:pt idx="515">
                  <c:v>6.9120554440000008</c:v>
                </c:pt>
                <c:pt idx="516">
                  <c:v>7.342424404</c:v>
                </c:pt>
                <c:pt idx="517">
                  <c:v>7.8263562440000003</c:v>
                </c:pt>
                <c:pt idx="518">
                  <c:v>8.4331095240000007</c:v>
                </c:pt>
                <c:pt idx="519">
                  <c:v>9.2136128840000016</c:v>
                </c:pt>
                <c:pt idx="520">
                  <c:v>10.193001364000002</c:v>
                </c:pt>
                <c:pt idx="521">
                  <c:v>11.200378644000001</c:v>
                </c:pt>
                <c:pt idx="522">
                  <c:v>12.107106004</c:v>
                </c:pt>
                <c:pt idx="523">
                  <c:v>12.981893204</c:v>
                </c:pt>
                <c:pt idx="524">
                  <c:v>13.858656084000001</c:v>
                </c:pt>
                <c:pt idx="525">
                  <c:v>14.748590164000001</c:v>
                </c:pt>
                <c:pt idx="526">
                  <c:v>15.810079124000001</c:v>
                </c:pt>
                <c:pt idx="527">
                  <c:v>17.186689044000001</c:v>
                </c:pt>
                <c:pt idx="528">
                  <c:v>18.630252564000003</c:v>
                </c:pt>
                <c:pt idx="529">
                  <c:v>19.896334164000002</c:v>
                </c:pt>
                <c:pt idx="530">
                  <c:v>20.877808084000002</c:v>
                </c:pt>
                <c:pt idx="531">
                  <c:v>21.612870804</c:v>
                </c:pt>
                <c:pt idx="532">
                  <c:v>22.210074964</c:v>
                </c:pt>
                <c:pt idx="533">
                  <c:v>22.893001684000001</c:v>
                </c:pt>
                <c:pt idx="534">
                  <c:v>23.649138324000003</c:v>
                </c:pt>
                <c:pt idx="535">
                  <c:v>24.379261844000002</c:v>
                </c:pt>
                <c:pt idx="536">
                  <c:v>25.068335124000004</c:v>
                </c:pt>
                <c:pt idx="537">
                  <c:v>25.721516884000003</c:v>
                </c:pt>
                <c:pt idx="538">
                  <c:v>26.303683924000001</c:v>
                </c:pt>
                <c:pt idx="539">
                  <c:v>26.791457364000003</c:v>
                </c:pt>
                <c:pt idx="540">
                  <c:v>27.185495764000002</c:v>
                </c:pt>
                <c:pt idx="541">
                  <c:v>27.512800084000002</c:v>
                </c:pt>
                <c:pt idx="542">
                  <c:v>27.823091604000002</c:v>
                </c:pt>
                <c:pt idx="543">
                  <c:v>28.140298004000002</c:v>
                </c:pt>
                <c:pt idx="544">
                  <c:v>28.448394324000002</c:v>
                </c:pt>
                <c:pt idx="545">
                  <c:v>28.796662804</c:v>
                </c:pt>
                <c:pt idx="546">
                  <c:v>29.149980244000002</c:v>
                </c:pt>
                <c:pt idx="547">
                  <c:v>29.442710164000005</c:v>
                </c:pt>
                <c:pt idx="548">
                  <c:v>29.695377684</c:v>
                </c:pt>
                <c:pt idx="549">
                  <c:v>30.036511764</c:v>
                </c:pt>
                <c:pt idx="550">
                  <c:v>30.468636884000002</c:v>
                </c:pt>
                <c:pt idx="551">
                  <c:v>30.939836564000004</c:v>
                </c:pt>
                <c:pt idx="552">
                  <c:v>31.449452244000003</c:v>
                </c:pt>
                <c:pt idx="553">
                  <c:v>31.860832724000002</c:v>
                </c:pt>
                <c:pt idx="554">
                  <c:v>32.090231124000006</c:v>
                </c:pt>
                <c:pt idx="555">
                  <c:v>32.233577684000004</c:v>
                </c:pt>
                <c:pt idx="556">
                  <c:v>32.291421204000002</c:v>
                </c:pt>
                <c:pt idx="557">
                  <c:v>32.382631764000003</c:v>
                </c:pt>
                <c:pt idx="558">
                  <c:v>32.588212243999997</c:v>
                </c:pt>
                <c:pt idx="559">
                  <c:v>32.875673684000006</c:v>
                </c:pt>
                <c:pt idx="560">
                  <c:v>33.103864724000005</c:v>
                </c:pt>
                <c:pt idx="561">
                  <c:v>33.189697043999999</c:v>
                </c:pt>
                <c:pt idx="562">
                  <c:v>33.176196564000001</c:v>
                </c:pt>
                <c:pt idx="563">
                  <c:v>33.095413204000003</c:v>
                </c:pt>
                <c:pt idx="564">
                  <c:v>33.024178964000001</c:v>
                </c:pt>
                <c:pt idx="565">
                  <c:v>32.972152724000004</c:v>
                </c:pt>
                <c:pt idx="566">
                  <c:v>32.961396244000007</c:v>
                </c:pt>
                <c:pt idx="567">
                  <c:v>32.999263444</c:v>
                </c:pt>
                <c:pt idx="568">
                  <c:v>33.085973844000002</c:v>
                </c:pt>
                <c:pt idx="569">
                  <c:v>33.172903764000004</c:v>
                </c:pt>
                <c:pt idx="570">
                  <c:v>33.301542484000002</c:v>
                </c:pt>
                <c:pt idx="571">
                  <c:v>33.382216084</c:v>
                </c:pt>
                <c:pt idx="572">
                  <c:v>33.324592084000003</c:v>
                </c:pt>
                <c:pt idx="573">
                  <c:v>33.221746963999998</c:v>
                </c:pt>
                <c:pt idx="574">
                  <c:v>33.123402003999999</c:v>
                </c:pt>
                <c:pt idx="575">
                  <c:v>33.234369364000003</c:v>
                </c:pt>
                <c:pt idx="576">
                  <c:v>33.488793044000005</c:v>
                </c:pt>
                <c:pt idx="577">
                  <c:v>33.693056404000004</c:v>
                </c:pt>
                <c:pt idx="578">
                  <c:v>33.850013204</c:v>
                </c:pt>
                <c:pt idx="579">
                  <c:v>33.908076244000007</c:v>
                </c:pt>
                <c:pt idx="580">
                  <c:v>33.843866644000002</c:v>
                </c:pt>
                <c:pt idx="581">
                  <c:v>33.681531604</c:v>
                </c:pt>
                <c:pt idx="582">
                  <c:v>33.631371284000004</c:v>
                </c:pt>
                <c:pt idx="583">
                  <c:v>33.825207444</c:v>
                </c:pt>
                <c:pt idx="584">
                  <c:v>34.084350804000003</c:v>
                </c:pt>
                <c:pt idx="585">
                  <c:v>34.320993364000003</c:v>
                </c:pt>
                <c:pt idx="586">
                  <c:v>34.426582484000001</c:v>
                </c:pt>
                <c:pt idx="587">
                  <c:v>34.429765524000004</c:v>
                </c:pt>
                <c:pt idx="588">
                  <c:v>34.307712404</c:v>
                </c:pt>
                <c:pt idx="589">
                  <c:v>34.140328404000002</c:v>
                </c:pt>
                <c:pt idx="590">
                  <c:v>34.101034324000004</c:v>
                </c:pt>
                <c:pt idx="591">
                  <c:v>34.198830483999998</c:v>
                </c:pt>
                <c:pt idx="592">
                  <c:v>34.251515284</c:v>
                </c:pt>
                <c:pt idx="593">
                  <c:v>34.218367764</c:v>
                </c:pt>
                <c:pt idx="594">
                  <c:v>34.165243924000002</c:v>
                </c:pt>
                <c:pt idx="595">
                  <c:v>34.231429204000001</c:v>
                </c:pt>
                <c:pt idx="596">
                  <c:v>34.406825684000005</c:v>
                </c:pt>
                <c:pt idx="597">
                  <c:v>34.562026324000001</c:v>
                </c:pt>
                <c:pt idx="598">
                  <c:v>34.697360404000001</c:v>
                </c:pt>
                <c:pt idx="599">
                  <c:v>34.734898324</c:v>
                </c:pt>
                <c:pt idx="600">
                  <c:v>34.575087764000003</c:v>
                </c:pt>
                <c:pt idx="601">
                  <c:v>34.126827924000004</c:v>
                </c:pt>
                <c:pt idx="602">
                  <c:v>33.734326164000002</c:v>
                </c:pt>
                <c:pt idx="603">
                  <c:v>33.623688084000001</c:v>
                </c:pt>
                <c:pt idx="604">
                  <c:v>33.816207124000002</c:v>
                </c:pt>
                <c:pt idx="605">
                  <c:v>34.181049364000003</c:v>
                </c:pt>
                <c:pt idx="606">
                  <c:v>34.536562004000004</c:v>
                </c:pt>
                <c:pt idx="607">
                  <c:v>34.711629204000005</c:v>
                </c:pt>
                <c:pt idx="608">
                  <c:v>34.700323924000003</c:v>
                </c:pt>
                <c:pt idx="609">
                  <c:v>34.651700244000004</c:v>
                </c:pt>
                <c:pt idx="610">
                  <c:v>34.591661524000003</c:v>
                </c:pt>
                <c:pt idx="611">
                  <c:v>34.585295444000003</c:v>
                </c:pt>
                <c:pt idx="612">
                  <c:v>34.577173204000005</c:v>
                </c:pt>
                <c:pt idx="613">
                  <c:v>34.466974164000007</c:v>
                </c:pt>
                <c:pt idx="614">
                  <c:v>34.256783764000005</c:v>
                </c:pt>
                <c:pt idx="615">
                  <c:v>34.075021204000002</c:v>
                </c:pt>
                <c:pt idx="616">
                  <c:v>34.081058004000006</c:v>
                </c:pt>
                <c:pt idx="617">
                  <c:v>34.157890004000002</c:v>
                </c:pt>
                <c:pt idx="618">
                  <c:v>34.206294163999999</c:v>
                </c:pt>
                <c:pt idx="619">
                  <c:v>34.155694803999999</c:v>
                </c:pt>
                <c:pt idx="620">
                  <c:v>34.060862164</c:v>
                </c:pt>
                <c:pt idx="621">
                  <c:v>34.012787284000005</c:v>
                </c:pt>
                <c:pt idx="622">
                  <c:v>34.024312084000002</c:v>
                </c:pt>
                <c:pt idx="623">
                  <c:v>34.089399763999999</c:v>
                </c:pt>
                <c:pt idx="624">
                  <c:v>34.115303124</c:v>
                </c:pt>
                <c:pt idx="625">
                  <c:v>34.103668564000003</c:v>
                </c:pt>
                <c:pt idx="626">
                  <c:v>34.019372883999999</c:v>
                </c:pt>
                <c:pt idx="627">
                  <c:v>33.954724243999998</c:v>
                </c:pt>
                <c:pt idx="628">
                  <c:v>33.988530324000003</c:v>
                </c:pt>
                <c:pt idx="629">
                  <c:v>33.906649364000003</c:v>
                </c:pt>
                <c:pt idx="630">
                  <c:v>33.654640404000006</c:v>
                </c:pt>
                <c:pt idx="631">
                  <c:v>33.297481363999999</c:v>
                </c:pt>
                <c:pt idx="632">
                  <c:v>33.067753684000003</c:v>
                </c:pt>
                <c:pt idx="633">
                  <c:v>33.152378644000002</c:v>
                </c:pt>
                <c:pt idx="634">
                  <c:v>33.345007444000004</c:v>
                </c:pt>
                <c:pt idx="635">
                  <c:v>33.335677844000003</c:v>
                </c:pt>
                <c:pt idx="636">
                  <c:v>33.285627284</c:v>
                </c:pt>
                <c:pt idx="637">
                  <c:v>33.221637204000004</c:v>
                </c:pt>
                <c:pt idx="638">
                  <c:v>33.039874644000001</c:v>
                </c:pt>
                <c:pt idx="639">
                  <c:v>32.832757524000002</c:v>
                </c:pt>
                <c:pt idx="640">
                  <c:v>32.535746964000005</c:v>
                </c:pt>
                <c:pt idx="641">
                  <c:v>32.161026324000005</c:v>
                </c:pt>
                <c:pt idx="642">
                  <c:v>31.903529364000001</c:v>
                </c:pt>
                <c:pt idx="643">
                  <c:v>31.669411284000002</c:v>
                </c:pt>
                <c:pt idx="644">
                  <c:v>31.312801044</c:v>
                </c:pt>
                <c:pt idx="645">
                  <c:v>30.892090964000001</c:v>
                </c:pt>
                <c:pt idx="646">
                  <c:v>30.519126484000004</c:v>
                </c:pt>
                <c:pt idx="647">
                  <c:v>30.095562644000001</c:v>
                </c:pt>
                <c:pt idx="648">
                  <c:v>29.546982164000003</c:v>
                </c:pt>
                <c:pt idx="649">
                  <c:v>29.109369044000001</c:v>
                </c:pt>
                <c:pt idx="650">
                  <c:v>28.862189524000001</c:v>
                </c:pt>
                <c:pt idx="651">
                  <c:v>28.565069204000004</c:v>
                </c:pt>
                <c:pt idx="652">
                  <c:v>28.150944724000002</c:v>
                </c:pt>
                <c:pt idx="653">
                  <c:v>27.612462164000004</c:v>
                </c:pt>
                <c:pt idx="654">
                  <c:v>26.993306004000004</c:v>
                </c:pt>
                <c:pt idx="655">
                  <c:v>26.377442644000002</c:v>
                </c:pt>
                <c:pt idx="656">
                  <c:v>25.850594644000001</c:v>
                </c:pt>
                <c:pt idx="657">
                  <c:v>25.496618644000002</c:v>
                </c:pt>
                <c:pt idx="658">
                  <c:v>25.234950804000004</c:v>
                </c:pt>
                <c:pt idx="659">
                  <c:v>24.908853844000003</c:v>
                </c:pt>
                <c:pt idx="660">
                  <c:v>24.504058964000002</c:v>
                </c:pt>
                <c:pt idx="661">
                  <c:v>24.062714004</c:v>
                </c:pt>
                <c:pt idx="662">
                  <c:v>23.657370324000002</c:v>
                </c:pt>
                <c:pt idx="663">
                  <c:v>23.330614804000003</c:v>
                </c:pt>
                <c:pt idx="664">
                  <c:v>23.074983764000002</c:v>
                </c:pt>
                <c:pt idx="665">
                  <c:v>22.773253524000001</c:v>
                </c:pt>
                <c:pt idx="666">
                  <c:v>22.421253204000003</c:v>
                </c:pt>
                <c:pt idx="667">
                  <c:v>22.028751444000001</c:v>
                </c:pt>
                <c:pt idx="668">
                  <c:v>21.606285204000002</c:v>
                </c:pt>
                <c:pt idx="669">
                  <c:v>21.194575444000002</c:v>
                </c:pt>
                <c:pt idx="670">
                  <c:v>20.866612564</c:v>
                </c:pt>
                <c:pt idx="671">
                  <c:v>20.568723924</c:v>
                </c:pt>
                <c:pt idx="672">
                  <c:v>20.254920084000002</c:v>
                </c:pt>
                <c:pt idx="673">
                  <c:v>19.892602324000002</c:v>
                </c:pt>
                <c:pt idx="674">
                  <c:v>19.499881044000002</c:v>
                </c:pt>
                <c:pt idx="675">
                  <c:v>19.062816724000001</c:v>
                </c:pt>
                <c:pt idx="676">
                  <c:v>18.576360404000003</c:v>
                </c:pt>
                <c:pt idx="677">
                  <c:v>18.039743764000001</c:v>
                </c:pt>
                <c:pt idx="678">
                  <c:v>17.463174484</c:v>
                </c:pt>
                <c:pt idx="679">
                  <c:v>16.969474004000002</c:v>
                </c:pt>
                <c:pt idx="680">
                  <c:v>16.543495444000001</c:v>
                </c:pt>
                <c:pt idx="681">
                  <c:v>16.170091924000001</c:v>
                </c:pt>
                <c:pt idx="682">
                  <c:v>15.752235604000001</c:v>
                </c:pt>
                <c:pt idx="683">
                  <c:v>15.247559124</c:v>
                </c:pt>
                <c:pt idx="684">
                  <c:v>14.694917524000001</c:v>
                </c:pt>
                <c:pt idx="685">
                  <c:v>14.100896404000002</c:v>
                </c:pt>
                <c:pt idx="686">
                  <c:v>13.541669204000002</c:v>
                </c:pt>
                <c:pt idx="687">
                  <c:v>13.090445844000001</c:v>
                </c:pt>
                <c:pt idx="688">
                  <c:v>12.786630164000002</c:v>
                </c:pt>
                <c:pt idx="689">
                  <c:v>12.556792724000001</c:v>
                </c:pt>
                <c:pt idx="690">
                  <c:v>12.314223124</c:v>
                </c:pt>
                <c:pt idx="691">
                  <c:v>11.978247764000001</c:v>
                </c:pt>
                <c:pt idx="692">
                  <c:v>11.527792724000001</c:v>
                </c:pt>
                <c:pt idx="693">
                  <c:v>11.047153684</c:v>
                </c:pt>
                <c:pt idx="694">
                  <c:v>10.573429524</c:v>
                </c:pt>
                <c:pt idx="695">
                  <c:v>10.152829204</c:v>
                </c:pt>
                <c:pt idx="696">
                  <c:v>9.8336471240000005</c:v>
                </c:pt>
                <c:pt idx="697">
                  <c:v>9.5271972040000001</c:v>
                </c:pt>
                <c:pt idx="698">
                  <c:v>9.2296378440000009</c:v>
                </c:pt>
                <c:pt idx="699">
                  <c:v>8.888723284000001</c:v>
                </c:pt>
                <c:pt idx="700">
                  <c:v>8.4661472840000016</c:v>
                </c:pt>
                <c:pt idx="701">
                  <c:v>7.990008404000001</c:v>
                </c:pt>
                <c:pt idx="702">
                  <c:v>7.5096986440000002</c:v>
                </c:pt>
                <c:pt idx="703">
                  <c:v>7.0474992840000006</c:v>
                </c:pt>
                <c:pt idx="704">
                  <c:v>6.6574122440000005</c:v>
                </c:pt>
                <c:pt idx="705">
                  <c:v>6.2956432840000005</c:v>
                </c:pt>
                <c:pt idx="706">
                  <c:v>5.9745952840000003</c:v>
                </c:pt>
                <c:pt idx="707">
                  <c:v>5.7201716039999999</c:v>
                </c:pt>
                <c:pt idx="708">
                  <c:v>5.4277709640000005</c:v>
                </c:pt>
                <c:pt idx="709">
                  <c:v>5.1440413640000004</c:v>
                </c:pt>
                <c:pt idx="710">
                  <c:v>4.8332010440000008</c:v>
                </c:pt>
                <c:pt idx="711">
                  <c:v>4.5339952840000004</c:v>
                </c:pt>
                <c:pt idx="712">
                  <c:v>4.2755104840000007</c:v>
                </c:pt>
                <c:pt idx="713">
                  <c:v>4.0418314440000005</c:v>
                </c:pt>
                <c:pt idx="714">
                  <c:v>3.8224212040000003</c:v>
                </c:pt>
                <c:pt idx="715">
                  <c:v>3.6384634440000001</c:v>
                </c:pt>
                <c:pt idx="716">
                  <c:v>3.4869946440000006</c:v>
                </c:pt>
                <c:pt idx="717">
                  <c:v>3.3650512840000002</c:v>
                </c:pt>
                <c:pt idx="718">
                  <c:v>3.240363924</c:v>
                </c:pt>
                <c:pt idx="719">
                  <c:v>3.1267623240000004</c:v>
                </c:pt>
                <c:pt idx="720">
                  <c:v>2.983525524</c:v>
                </c:pt>
                <c:pt idx="721">
                  <c:v>2.822836884</c:v>
                </c:pt>
                <c:pt idx="722">
                  <c:v>2.676307284</c:v>
                </c:pt>
                <c:pt idx="723">
                  <c:v>2.5546932040000003</c:v>
                </c:pt>
                <c:pt idx="724">
                  <c:v>2.4315424840000004</c:v>
                </c:pt>
                <c:pt idx="725">
                  <c:v>2.3306730440000001</c:v>
                </c:pt>
                <c:pt idx="726">
                  <c:v>2.2182788040000001</c:v>
                </c:pt>
                <c:pt idx="727">
                  <c:v>2.1301415239999999</c:v>
                </c:pt>
                <c:pt idx="728">
                  <c:v>2.0382724040000002</c:v>
                </c:pt>
                <c:pt idx="729">
                  <c:v>2.023454804</c:v>
                </c:pt>
                <c:pt idx="730">
                  <c:v>2.0354186439999999</c:v>
                </c:pt>
                <c:pt idx="731">
                  <c:v>1.9256586440000003</c:v>
                </c:pt>
                <c:pt idx="732">
                  <c:v>1.7565184840000001</c:v>
                </c:pt>
                <c:pt idx="733">
                  <c:v>1.6272212040000003</c:v>
                </c:pt>
                <c:pt idx="734">
                  <c:v>1.5814512839999999</c:v>
                </c:pt>
                <c:pt idx="735">
                  <c:v>1.555108884</c:v>
                </c:pt>
                <c:pt idx="736">
                  <c:v>1.4559956039999999</c:v>
                </c:pt>
                <c:pt idx="737">
                  <c:v>1.4183479240000001</c:v>
                </c:pt>
                <c:pt idx="738">
                  <c:v>1.4059450440000003</c:v>
                </c:pt>
                <c:pt idx="739">
                  <c:v>1.4079207240000002</c:v>
                </c:pt>
                <c:pt idx="740">
                  <c:v>1.401993684</c:v>
                </c:pt>
                <c:pt idx="741">
                  <c:v>1.2688548040000001</c:v>
                </c:pt>
                <c:pt idx="742">
                  <c:v>1.1834615240000002</c:v>
                </c:pt>
                <c:pt idx="743">
                  <c:v>1.1392282440000001</c:v>
                </c:pt>
                <c:pt idx="744">
                  <c:v>1.0876410440000002</c:v>
                </c:pt>
                <c:pt idx="745">
                  <c:v>1.0512007240000001</c:v>
                </c:pt>
                <c:pt idx="746">
                  <c:v>1.060310804</c:v>
                </c:pt>
                <c:pt idx="747">
                  <c:v>1.0723844039999999</c:v>
                </c:pt>
                <c:pt idx="748">
                  <c:v>1.0599815240000001</c:v>
                </c:pt>
                <c:pt idx="749">
                  <c:v>1.0468103240000002</c:v>
                </c:pt>
                <c:pt idx="750">
                  <c:v>1.070408724</c:v>
                </c:pt>
                <c:pt idx="751">
                  <c:v>1.0943364040000001</c:v>
                </c:pt>
                <c:pt idx="752">
                  <c:v>1.1204592840000001</c:v>
                </c:pt>
                <c:pt idx="753">
                  <c:v>1.177863764</c:v>
                </c:pt>
                <c:pt idx="754">
                  <c:v>1.2705012040000001</c:v>
                </c:pt>
                <c:pt idx="755">
                  <c:v>1.3744439240000002</c:v>
                </c:pt>
                <c:pt idx="756">
                  <c:v>1.4890333640000002</c:v>
                </c:pt>
                <c:pt idx="757">
                  <c:v>1.5552186440000002</c:v>
                </c:pt>
                <c:pt idx="758">
                  <c:v>1.6174525639999999</c:v>
                </c:pt>
                <c:pt idx="759">
                  <c:v>1.6417095240000001</c:v>
                </c:pt>
                <c:pt idx="760">
                  <c:v>1.6737594440000001</c:v>
                </c:pt>
                <c:pt idx="761">
                  <c:v>1.7361031240000002</c:v>
                </c:pt>
                <c:pt idx="762">
                  <c:v>1.8092032840000001</c:v>
                </c:pt>
                <c:pt idx="763">
                  <c:v>1.9043652040000001</c:v>
                </c:pt>
                <c:pt idx="764">
                  <c:v>1.9982100040000002</c:v>
                </c:pt>
                <c:pt idx="765">
                  <c:v>2.0996282440000003</c:v>
                </c:pt>
                <c:pt idx="766">
                  <c:v>2.2566948039999999</c:v>
                </c:pt>
                <c:pt idx="767">
                  <c:v>2.3967485640000001</c:v>
                </c:pt>
                <c:pt idx="768">
                  <c:v>2.5974996040000002</c:v>
                </c:pt>
                <c:pt idx="769">
                  <c:v>2.826239444</c:v>
                </c:pt>
                <c:pt idx="770">
                  <c:v>3.119737684</c:v>
                </c:pt>
                <c:pt idx="771">
                  <c:v>3.4622986440000001</c:v>
                </c:pt>
                <c:pt idx="772">
                  <c:v>3.9014484040000004</c:v>
                </c:pt>
                <c:pt idx="773">
                  <c:v>4.386148564</c:v>
                </c:pt>
                <c:pt idx="774">
                  <c:v>4.9421927240000008</c:v>
                </c:pt>
                <c:pt idx="775">
                  <c:v>5.5072372040000008</c:v>
                </c:pt>
                <c:pt idx="776">
                  <c:v>5.8157725640000013</c:v>
                </c:pt>
                <c:pt idx="777">
                  <c:v>6.5184560840000003</c:v>
                </c:pt>
                <c:pt idx="778">
                  <c:v>7.399170324</c:v>
                </c:pt>
                <c:pt idx="779">
                  <c:v>8.0275463240000011</c:v>
                </c:pt>
                <c:pt idx="780">
                  <c:v>8.5876516040000013</c:v>
                </c:pt>
                <c:pt idx="781">
                  <c:v>9.0758640840000009</c:v>
                </c:pt>
                <c:pt idx="782">
                  <c:v>9.513038164000001</c:v>
                </c:pt>
                <c:pt idx="783">
                  <c:v>10.033520084000001</c:v>
                </c:pt>
                <c:pt idx="784">
                  <c:v>10.628968084</c:v>
                </c:pt>
                <c:pt idx="785">
                  <c:v>11.307394644</c:v>
                </c:pt>
                <c:pt idx="786">
                  <c:v>12.082519764000001</c:v>
                </c:pt>
                <c:pt idx="787">
                  <c:v>12.858852244000001</c:v>
                </c:pt>
                <c:pt idx="788">
                  <c:v>13.551218324000002</c:v>
                </c:pt>
                <c:pt idx="789">
                  <c:v>14.102542804</c:v>
                </c:pt>
                <c:pt idx="790">
                  <c:v>14.573962004000002</c:v>
                </c:pt>
                <c:pt idx="791">
                  <c:v>15.100590484000001</c:v>
                </c:pt>
                <c:pt idx="792">
                  <c:v>15.629414164000002</c:v>
                </c:pt>
                <c:pt idx="793">
                  <c:v>16.232106324000004</c:v>
                </c:pt>
                <c:pt idx="794">
                  <c:v>16.933472724000001</c:v>
                </c:pt>
                <c:pt idx="795">
                  <c:v>17.731098644000003</c:v>
                </c:pt>
                <c:pt idx="796">
                  <c:v>18.582067924000004</c:v>
                </c:pt>
                <c:pt idx="797">
                  <c:v>19.433146964000002</c:v>
                </c:pt>
                <c:pt idx="798">
                  <c:v>20.256456724000003</c:v>
                </c:pt>
                <c:pt idx="799">
                  <c:v>21.046618964000004</c:v>
                </c:pt>
                <c:pt idx="800">
                  <c:v>21.839744723999999</c:v>
                </c:pt>
                <c:pt idx="801">
                  <c:v>22.622333523999998</c:v>
                </c:pt>
                <c:pt idx="802">
                  <c:v>23.357945044000001</c:v>
                </c:pt>
                <c:pt idx="803">
                  <c:v>24.042737684000002</c:v>
                </c:pt>
                <c:pt idx="804">
                  <c:v>24.578037204000001</c:v>
                </c:pt>
                <c:pt idx="805">
                  <c:v>25.005991444000003</c:v>
                </c:pt>
                <c:pt idx="806">
                  <c:v>25.359089364000003</c:v>
                </c:pt>
                <c:pt idx="807">
                  <c:v>25.764981844000001</c:v>
                </c:pt>
                <c:pt idx="808">
                  <c:v>26.256377364000002</c:v>
                </c:pt>
                <c:pt idx="809">
                  <c:v>26.810226324000006</c:v>
                </c:pt>
                <c:pt idx="810">
                  <c:v>27.371209684000004</c:v>
                </c:pt>
                <c:pt idx="811">
                  <c:v>27.982133844</c:v>
                </c:pt>
                <c:pt idx="812">
                  <c:v>28.526214163999999</c:v>
                </c:pt>
                <c:pt idx="813">
                  <c:v>28.995547924</c:v>
                </c:pt>
                <c:pt idx="814">
                  <c:v>29.335584404000002</c:v>
                </c:pt>
                <c:pt idx="815">
                  <c:v>29.562787604</c:v>
                </c:pt>
                <c:pt idx="816">
                  <c:v>29.749050324000002</c:v>
                </c:pt>
                <c:pt idx="817">
                  <c:v>29.923239444000004</c:v>
                </c:pt>
                <c:pt idx="818">
                  <c:v>30.194017364000004</c:v>
                </c:pt>
                <c:pt idx="819">
                  <c:v>30.577189524000001</c:v>
                </c:pt>
                <c:pt idx="820">
                  <c:v>31.021278484000003</c:v>
                </c:pt>
                <c:pt idx="821">
                  <c:v>31.407414164000002</c:v>
                </c:pt>
                <c:pt idx="822">
                  <c:v>31.699266004000002</c:v>
                </c:pt>
                <c:pt idx="823">
                  <c:v>31.845576084000001</c:v>
                </c:pt>
                <c:pt idx="824">
                  <c:v>31.948530964000003</c:v>
                </c:pt>
                <c:pt idx="825">
                  <c:v>32.050058964000002</c:v>
                </c:pt>
                <c:pt idx="826">
                  <c:v>32.184405204000001</c:v>
                </c:pt>
                <c:pt idx="827">
                  <c:v>32.340154644000002</c:v>
                </c:pt>
                <c:pt idx="828">
                  <c:v>32.492721044</c:v>
                </c:pt>
                <c:pt idx="829">
                  <c:v>32.573175124000002</c:v>
                </c:pt>
                <c:pt idx="830">
                  <c:v>32.602042004000005</c:v>
                </c:pt>
                <c:pt idx="831">
                  <c:v>32.602481044000001</c:v>
                </c:pt>
                <c:pt idx="832">
                  <c:v>32.602261524000006</c:v>
                </c:pt>
                <c:pt idx="833">
                  <c:v>32.615103444000006</c:v>
                </c:pt>
                <c:pt idx="834">
                  <c:v>32.609944724000002</c:v>
                </c:pt>
                <c:pt idx="835">
                  <c:v>32.589968404000004</c:v>
                </c:pt>
                <c:pt idx="836">
                  <c:v>32.736498004000005</c:v>
                </c:pt>
                <c:pt idx="837">
                  <c:v>32.962274324000006</c:v>
                </c:pt>
                <c:pt idx="838">
                  <c:v>33.184428564000001</c:v>
                </c:pt>
                <c:pt idx="839">
                  <c:v>33.317567443999998</c:v>
                </c:pt>
                <c:pt idx="840">
                  <c:v>33.335568084000002</c:v>
                </c:pt>
                <c:pt idx="841">
                  <c:v>33.186404244000002</c:v>
                </c:pt>
                <c:pt idx="842">
                  <c:v>33.066436564000007</c:v>
                </c:pt>
                <c:pt idx="843">
                  <c:v>33.138768404000004</c:v>
                </c:pt>
                <c:pt idx="844">
                  <c:v>33.378154964000004</c:v>
                </c:pt>
                <c:pt idx="845">
                  <c:v>33.686800084000005</c:v>
                </c:pt>
                <c:pt idx="846">
                  <c:v>33.818073044000002</c:v>
                </c:pt>
                <c:pt idx="847">
                  <c:v>33.687458644000003</c:v>
                </c:pt>
                <c:pt idx="848">
                  <c:v>33.367288724000005</c:v>
                </c:pt>
                <c:pt idx="849">
                  <c:v>32.999263444</c:v>
                </c:pt>
                <c:pt idx="850">
                  <c:v>32.935931924000002</c:v>
                </c:pt>
                <c:pt idx="851">
                  <c:v>33.269931604</c:v>
                </c:pt>
                <c:pt idx="852">
                  <c:v>33.750351124000005</c:v>
                </c:pt>
                <c:pt idx="853">
                  <c:v>34.105205204000001</c:v>
                </c:pt>
                <c:pt idx="854">
                  <c:v>34.242295444</c:v>
                </c:pt>
                <c:pt idx="855">
                  <c:v>34.060971924</c:v>
                </c:pt>
                <c:pt idx="856">
                  <c:v>33.754302484000007</c:v>
                </c:pt>
                <c:pt idx="857">
                  <c:v>33.507452244000007</c:v>
                </c:pt>
                <c:pt idx="858">
                  <c:v>33.485390484</c:v>
                </c:pt>
                <c:pt idx="859">
                  <c:v>33.712703443999999</c:v>
                </c:pt>
                <c:pt idx="860">
                  <c:v>33.917735124000004</c:v>
                </c:pt>
                <c:pt idx="861">
                  <c:v>33.982383764000005</c:v>
                </c:pt>
                <c:pt idx="862">
                  <c:v>33.810609364000001</c:v>
                </c:pt>
                <c:pt idx="863">
                  <c:v>33.419644244000004</c:v>
                </c:pt>
                <c:pt idx="864">
                  <c:v>33.046460244000002</c:v>
                </c:pt>
                <c:pt idx="865">
                  <c:v>33.093986324000007</c:v>
                </c:pt>
                <c:pt idx="866">
                  <c:v>33.450157524000005</c:v>
                </c:pt>
                <c:pt idx="867">
                  <c:v>33.829488084000005</c:v>
                </c:pt>
                <c:pt idx="868">
                  <c:v>34.097192724000003</c:v>
                </c:pt>
                <c:pt idx="869">
                  <c:v>34.060532884000004</c:v>
                </c:pt>
                <c:pt idx="870">
                  <c:v>33.715776724000001</c:v>
                </c:pt>
                <c:pt idx="871">
                  <c:v>33.331067924000003</c:v>
                </c:pt>
                <c:pt idx="872">
                  <c:v>33.154793364000007</c:v>
                </c:pt>
                <c:pt idx="873">
                  <c:v>33.365093524000002</c:v>
                </c:pt>
                <c:pt idx="874">
                  <c:v>33.841781204000007</c:v>
                </c:pt>
                <c:pt idx="875">
                  <c:v>34.175671123999997</c:v>
                </c:pt>
                <c:pt idx="876">
                  <c:v>34.145926164000002</c:v>
                </c:pt>
                <c:pt idx="877">
                  <c:v>33.792169684000001</c:v>
                </c:pt>
                <c:pt idx="878">
                  <c:v>33.360044564000006</c:v>
                </c:pt>
                <c:pt idx="879">
                  <c:v>33.094315604000002</c:v>
                </c:pt>
                <c:pt idx="880">
                  <c:v>33.055241044000006</c:v>
                </c:pt>
                <c:pt idx="881">
                  <c:v>33.244028243999999</c:v>
                </c:pt>
                <c:pt idx="882">
                  <c:v>33.445876884</c:v>
                </c:pt>
                <c:pt idx="883">
                  <c:v>33.458170004000003</c:v>
                </c:pt>
                <c:pt idx="884">
                  <c:v>33.174550164000003</c:v>
                </c:pt>
                <c:pt idx="885">
                  <c:v>32.825184084000007</c:v>
                </c:pt>
                <c:pt idx="886">
                  <c:v>32.687435284000003</c:v>
                </c:pt>
                <c:pt idx="887">
                  <c:v>32.689191444000002</c:v>
                </c:pt>
                <c:pt idx="888">
                  <c:v>32.691167124000003</c:v>
                </c:pt>
                <c:pt idx="889">
                  <c:v>32.638262804000007</c:v>
                </c:pt>
                <c:pt idx="890">
                  <c:v>32.540027604000002</c:v>
                </c:pt>
                <c:pt idx="891">
                  <c:v>32.416657364000002</c:v>
                </c:pt>
                <c:pt idx="892">
                  <c:v>32.416547604000002</c:v>
                </c:pt>
                <c:pt idx="893">
                  <c:v>32.442890004000006</c:v>
                </c:pt>
                <c:pt idx="894">
                  <c:v>32.392290644000006</c:v>
                </c:pt>
                <c:pt idx="895">
                  <c:v>32.268261844000001</c:v>
                </c:pt>
                <c:pt idx="896">
                  <c:v>32.101207123999998</c:v>
                </c:pt>
                <c:pt idx="897">
                  <c:v>31.873455124000003</c:v>
                </c:pt>
                <c:pt idx="898">
                  <c:v>31.561736724000003</c:v>
                </c:pt>
                <c:pt idx="899">
                  <c:v>31.197114004000003</c:v>
                </c:pt>
                <c:pt idx="900">
                  <c:v>30.897578964000001</c:v>
                </c:pt>
                <c:pt idx="901">
                  <c:v>30.678168724000002</c:v>
                </c:pt>
                <c:pt idx="902">
                  <c:v>30.554908244000003</c:v>
                </c:pt>
                <c:pt idx="903">
                  <c:v>30.213883924000001</c:v>
                </c:pt>
                <c:pt idx="904">
                  <c:v>29.714146643999999</c:v>
                </c:pt>
                <c:pt idx="905">
                  <c:v>29.273350484000002</c:v>
                </c:pt>
                <c:pt idx="906">
                  <c:v>28.970742164000001</c:v>
                </c:pt>
                <c:pt idx="907">
                  <c:v>28.673292564000004</c:v>
                </c:pt>
                <c:pt idx="908">
                  <c:v>28.392855764000004</c:v>
                </c:pt>
                <c:pt idx="909">
                  <c:v>28.058856084000002</c:v>
                </c:pt>
                <c:pt idx="910">
                  <c:v>27.616962324000003</c:v>
                </c:pt>
                <c:pt idx="911">
                  <c:v>27.162226644000004</c:v>
                </c:pt>
                <c:pt idx="912">
                  <c:v>26.776420244000004</c:v>
                </c:pt>
                <c:pt idx="913">
                  <c:v>26.507069204000004</c:v>
                </c:pt>
                <c:pt idx="914">
                  <c:v>26.352746644</c:v>
                </c:pt>
                <c:pt idx="915">
                  <c:v>26.133007124000002</c:v>
                </c:pt>
                <c:pt idx="916">
                  <c:v>25.798787923999999</c:v>
                </c:pt>
                <c:pt idx="917">
                  <c:v>25.342296084000004</c:v>
                </c:pt>
                <c:pt idx="918">
                  <c:v>24.802057363999999</c:v>
                </c:pt>
                <c:pt idx="919">
                  <c:v>24.371907924000002</c:v>
                </c:pt>
                <c:pt idx="920">
                  <c:v>24.060409044000004</c:v>
                </c:pt>
                <c:pt idx="921">
                  <c:v>23.846047764000001</c:v>
                </c:pt>
                <c:pt idx="922">
                  <c:v>23.580648084</c:v>
                </c:pt>
                <c:pt idx="923">
                  <c:v>23.167511444000002</c:v>
                </c:pt>
                <c:pt idx="924">
                  <c:v>22.603564563999999</c:v>
                </c:pt>
                <c:pt idx="925">
                  <c:v>22.063545363999999</c:v>
                </c:pt>
                <c:pt idx="926">
                  <c:v>21.707813204000001</c:v>
                </c:pt>
                <c:pt idx="927">
                  <c:v>21.483024724</c:v>
                </c:pt>
                <c:pt idx="928">
                  <c:v>21.244845524000002</c:v>
                </c:pt>
                <c:pt idx="929">
                  <c:v>20.988116884</c:v>
                </c:pt>
                <c:pt idx="930">
                  <c:v>20.605493524</c:v>
                </c:pt>
                <c:pt idx="931">
                  <c:v>20.107402644</c:v>
                </c:pt>
                <c:pt idx="932">
                  <c:v>19.616885203999999</c:v>
                </c:pt>
                <c:pt idx="933">
                  <c:v>19.240298643999999</c:v>
                </c:pt>
                <c:pt idx="934">
                  <c:v>19.053487124</c:v>
                </c:pt>
                <c:pt idx="935">
                  <c:v>18.865687764</c:v>
                </c:pt>
                <c:pt idx="936">
                  <c:v>18.610056724000003</c:v>
                </c:pt>
                <c:pt idx="937">
                  <c:v>18.192639444000001</c:v>
                </c:pt>
                <c:pt idx="938">
                  <c:v>17.689499604000002</c:v>
                </c:pt>
                <c:pt idx="939">
                  <c:v>17.127967443999999</c:v>
                </c:pt>
                <c:pt idx="940">
                  <c:v>16.563691284000001</c:v>
                </c:pt>
                <c:pt idx="941">
                  <c:v>16.078771604</c:v>
                </c:pt>
                <c:pt idx="942">
                  <c:v>15.625901843999999</c:v>
                </c:pt>
                <c:pt idx="943">
                  <c:v>15.140213844000002</c:v>
                </c:pt>
                <c:pt idx="944">
                  <c:v>14.616987924000002</c:v>
                </c:pt>
                <c:pt idx="945">
                  <c:v>14.073236884</c:v>
                </c:pt>
                <c:pt idx="946">
                  <c:v>13.514229204000001</c:v>
                </c:pt>
                <c:pt idx="947">
                  <c:v>12.904731924000002</c:v>
                </c:pt>
                <c:pt idx="948">
                  <c:v>12.340346004000001</c:v>
                </c:pt>
                <c:pt idx="949">
                  <c:v>11.801314644</c:v>
                </c:pt>
                <c:pt idx="950">
                  <c:v>11.210915604</c:v>
                </c:pt>
                <c:pt idx="951">
                  <c:v>10.703604884000001</c:v>
                </c:pt>
                <c:pt idx="952">
                  <c:v>10.262808724000001</c:v>
                </c:pt>
                <c:pt idx="953">
                  <c:v>9.9089424840000007</c:v>
                </c:pt>
                <c:pt idx="954">
                  <c:v>9.5503565640000012</c:v>
                </c:pt>
                <c:pt idx="955">
                  <c:v>9.2012100040000018</c:v>
                </c:pt>
                <c:pt idx="956">
                  <c:v>8.8245136839999994</c:v>
                </c:pt>
                <c:pt idx="957">
                  <c:v>8.4457319240000004</c:v>
                </c:pt>
                <c:pt idx="958">
                  <c:v>8.0518032840000018</c:v>
                </c:pt>
                <c:pt idx="959">
                  <c:v>7.6845463240000003</c:v>
                </c:pt>
                <c:pt idx="960">
                  <c:v>7.3619616840000006</c:v>
                </c:pt>
                <c:pt idx="961">
                  <c:v>7.0755978440000007</c:v>
                </c:pt>
                <c:pt idx="962">
                  <c:v>6.7712333640000004</c:v>
                </c:pt>
                <c:pt idx="963">
                  <c:v>6.4271357640000009</c:v>
                </c:pt>
                <c:pt idx="964">
                  <c:v>6.0284874440000005</c:v>
                </c:pt>
                <c:pt idx="965">
                  <c:v>5.5941671240000002</c:v>
                </c:pt>
                <c:pt idx="966">
                  <c:v>5.1899210440000001</c:v>
                </c:pt>
                <c:pt idx="967">
                  <c:v>4.804334164000001</c:v>
                </c:pt>
                <c:pt idx="968">
                  <c:v>4.4881156040000008</c:v>
                </c:pt>
                <c:pt idx="969">
                  <c:v>4.2288624840000004</c:v>
                </c:pt>
                <c:pt idx="970">
                  <c:v>4.0127450439999999</c:v>
                </c:pt>
                <c:pt idx="971">
                  <c:v>3.8067255240000004</c:v>
                </c:pt>
                <c:pt idx="972">
                  <c:v>3.5845712840000004</c:v>
                </c:pt>
                <c:pt idx="973">
                  <c:v>3.3565997640000003</c:v>
                </c:pt>
                <c:pt idx="974">
                  <c:v>3.1403725640000006</c:v>
                </c:pt>
                <c:pt idx="975">
                  <c:v>2.956414804</c:v>
                </c:pt>
                <c:pt idx="976">
                  <c:v>2.7737741639999998</c:v>
                </c:pt>
                <c:pt idx="977">
                  <c:v>2.587401684</c:v>
                </c:pt>
                <c:pt idx="978">
                  <c:v>2.3890653639999999</c:v>
                </c:pt>
                <c:pt idx="979">
                  <c:v>2.1764602440000003</c:v>
                </c:pt>
                <c:pt idx="980">
                  <c:v>2.0029296840000002</c:v>
                </c:pt>
                <c:pt idx="981">
                  <c:v>1.9658308040000001</c:v>
                </c:pt>
                <c:pt idx="982">
                  <c:v>1.9233536840000001</c:v>
                </c:pt>
                <c:pt idx="983">
                  <c:v>1.7775924040000002</c:v>
                </c:pt>
                <c:pt idx="984">
                  <c:v>1.6565271240000001</c:v>
                </c:pt>
                <c:pt idx="985">
                  <c:v>1.5602676040000001</c:v>
                </c:pt>
                <c:pt idx="986">
                  <c:v>1.5577431240000001</c:v>
                </c:pt>
                <c:pt idx="987">
                  <c:v>1.4562151240000001</c:v>
                </c:pt>
                <c:pt idx="988">
                  <c:v>1.3324058440000002</c:v>
                </c:pt>
                <c:pt idx="989">
                  <c:v>1.2756599240000002</c:v>
                </c:pt>
                <c:pt idx="990">
                  <c:v>1.185546964</c:v>
                </c:pt>
                <c:pt idx="991">
                  <c:v>1.1339597640000001</c:v>
                </c:pt>
                <c:pt idx="992">
                  <c:v>1.0974096840000001</c:v>
                </c:pt>
                <c:pt idx="993">
                  <c:v>1.1008122440000001</c:v>
                </c:pt>
                <c:pt idx="994">
                  <c:v>1.1115687240000001</c:v>
                </c:pt>
                <c:pt idx="995">
                  <c:v>1.1038855240000001</c:v>
                </c:pt>
                <c:pt idx="996">
                  <c:v>1.0828116040000002</c:v>
                </c:pt>
                <c:pt idx="997">
                  <c:v>1.0979584840000001</c:v>
                </c:pt>
                <c:pt idx="998">
                  <c:v>1.122874004</c:v>
                </c:pt>
                <c:pt idx="999">
                  <c:v>1.1786320840000002</c:v>
                </c:pt>
                <c:pt idx="1000">
                  <c:v>1.251951764</c:v>
                </c:pt>
                <c:pt idx="1001">
                  <c:v>1.3734560840000001</c:v>
                </c:pt>
                <c:pt idx="1002">
                  <c:v>1.4651056840000001</c:v>
                </c:pt>
                <c:pt idx="1003">
                  <c:v>1.4479831240000001</c:v>
                </c:pt>
                <c:pt idx="1004">
                  <c:v>1.3745536840000001</c:v>
                </c:pt>
                <c:pt idx="1005">
                  <c:v>1.2471223240000002</c:v>
                </c:pt>
                <c:pt idx="1006">
                  <c:v>1.1529482440000001</c:v>
                </c:pt>
                <c:pt idx="1007">
                  <c:v>1.0908240840000001</c:v>
                </c:pt>
                <c:pt idx="1008">
                  <c:v>1.0279316039999999</c:v>
                </c:pt>
                <c:pt idx="1009">
                  <c:v>0.99193032400000003</c:v>
                </c:pt>
                <c:pt idx="1010">
                  <c:v>0.96317320400000017</c:v>
                </c:pt>
                <c:pt idx="1011">
                  <c:v>0.98556424399999998</c:v>
                </c:pt>
                <c:pt idx="1012">
                  <c:v>0.99061320400000008</c:v>
                </c:pt>
                <c:pt idx="1013">
                  <c:v>0.94791656400000002</c:v>
                </c:pt>
                <c:pt idx="1014">
                  <c:v>0.94352616400000011</c:v>
                </c:pt>
                <c:pt idx="1015">
                  <c:v>0.96668552400000007</c:v>
                </c:pt>
                <c:pt idx="1016">
                  <c:v>0.97535656400000015</c:v>
                </c:pt>
                <c:pt idx="1017">
                  <c:v>1.019041044</c:v>
                </c:pt>
                <c:pt idx="1018">
                  <c:v>1.0801773640000001</c:v>
                </c:pt>
                <c:pt idx="1019">
                  <c:v>1.1517408840000001</c:v>
                </c:pt>
                <c:pt idx="1020">
                  <c:v>1.3100148040000001</c:v>
                </c:pt>
                <c:pt idx="1021">
                  <c:v>1.530961684</c:v>
                </c:pt>
                <c:pt idx="1022">
                  <c:v>1.7385178440000002</c:v>
                </c:pt>
                <c:pt idx="1023">
                  <c:v>1.9385005640000001</c:v>
                </c:pt>
                <c:pt idx="1024">
                  <c:v>2.1961072840000004</c:v>
                </c:pt>
                <c:pt idx="1025">
                  <c:v>2.4607386440000001</c:v>
                </c:pt>
                <c:pt idx="1026">
                  <c:v>2.7024301640000004</c:v>
                </c:pt>
                <c:pt idx="1027">
                  <c:v>2.9350116040000005</c:v>
                </c:pt>
                <c:pt idx="1028">
                  <c:v>3.2226925639999999</c:v>
                </c:pt>
                <c:pt idx="1029">
                  <c:v>3.5034586440000002</c:v>
                </c:pt>
                <c:pt idx="1030">
                  <c:v>3.8688496840000002</c:v>
                </c:pt>
                <c:pt idx="1031">
                  <c:v>4.2269965640000002</c:v>
                </c:pt>
                <c:pt idx="1032">
                  <c:v>4.5375076040000009</c:v>
                </c:pt>
                <c:pt idx="1033">
                  <c:v>4.7733818440000002</c:v>
                </c:pt>
                <c:pt idx="1034">
                  <c:v>5.1029911240000008</c:v>
                </c:pt>
                <c:pt idx="1035">
                  <c:v>5.5266647240000006</c:v>
                </c:pt>
                <c:pt idx="1036">
                  <c:v>5.9717415239999996</c:v>
                </c:pt>
                <c:pt idx="1037">
                  <c:v>6.2427389639999999</c:v>
                </c:pt>
                <c:pt idx="1038">
                  <c:v>6.9850458440000001</c:v>
                </c:pt>
                <c:pt idx="1039">
                  <c:v>8.1071223240000005</c:v>
                </c:pt>
                <c:pt idx="1040">
                  <c:v>9.0108861640000004</c:v>
                </c:pt>
                <c:pt idx="1041">
                  <c:v>9.8501111240000014</c:v>
                </c:pt>
                <c:pt idx="1042">
                  <c:v>10.620297044000001</c:v>
                </c:pt>
                <c:pt idx="1043">
                  <c:v>11.338346964000001</c:v>
                </c:pt>
                <c:pt idx="1044">
                  <c:v>12.091520084000001</c:v>
                </c:pt>
                <c:pt idx="1045">
                  <c:v>12.871035604000001</c:v>
                </c:pt>
                <c:pt idx="1046">
                  <c:v>13.640343444000001</c:v>
                </c:pt>
                <c:pt idx="1047">
                  <c:v>14.446091604000001</c:v>
                </c:pt>
                <c:pt idx="1048">
                  <c:v>15.435907284000001</c:v>
                </c:pt>
                <c:pt idx="1049">
                  <c:v>16.597168084</c:v>
                </c:pt>
                <c:pt idx="1050">
                  <c:v>17.734720724000002</c:v>
                </c:pt>
                <c:pt idx="1051">
                  <c:v>18.571091924000001</c:v>
                </c:pt>
                <c:pt idx="1052">
                  <c:v>19.134929044000003</c:v>
                </c:pt>
                <c:pt idx="1053">
                  <c:v>19.522162324000004</c:v>
                </c:pt>
                <c:pt idx="1054">
                  <c:v>19.858906004000001</c:v>
                </c:pt>
                <c:pt idx="1055">
                  <c:v>20.349752724000002</c:v>
                </c:pt>
                <c:pt idx="1056">
                  <c:v>20.974067604000002</c:v>
                </c:pt>
                <c:pt idx="1057">
                  <c:v>21.712313364</c:v>
                </c:pt>
                <c:pt idx="1058">
                  <c:v>22.543855124000004</c:v>
                </c:pt>
                <c:pt idx="1059">
                  <c:v>23.354542484</c:v>
                </c:pt>
                <c:pt idx="1060">
                  <c:v>24.134167764000001</c:v>
                </c:pt>
                <c:pt idx="1061">
                  <c:v>24.819728724000001</c:v>
                </c:pt>
                <c:pt idx="1062">
                  <c:v>25.394651604000003</c:v>
                </c:pt>
                <c:pt idx="1063">
                  <c:v>25.812507924000002</c:v>
                </c:pt>
                <c:pt idx="1064">
                  <c:v>26.180313684000005</c:v>
                </c:pt>
                <c:pt idx="1065">
                  <c:v>26.628354004000002</c:v>
                </c:pt>
                <c:pt idx="1066">
                  <c:v>27.135006164000004</c:v>
                </c:pt>
                <c:pt idx="1067">
                  <c:v>27.645170644000004</c:v>
                </c:pt>
                <c:pt idx="1068">
                  <c:v>28.115492244000002</c:v>
                </c:pt>
                <c:pt idx="1069">
                  <c:v>28.587899284000002</c:v>
                </c:pt>
                <c:pt idx="1070">
                  <c:v>29.182469204</c:v>
                </c:pt>
                <c:pt idx="1071">
                  <c:v>29.870335124</c:v>
                </c:pt>
                <c:pt idx="1072">
                  <c:v>30.502552724000001</c:v>
                </c:pt>
                <c:pt idx="1073">
                  <c:v>31.022485844000006</c:v>
                </c:pt>
                <c:pt idx="1074">
                  <c:v>31.488965843999999</c:v>
                </c:pt>
                <c:pt idx="1075">
                  <c:v>31.792891284</c:v>
                </c:pt>
                <c:pt idx="1076">
                  <c:v>31.951933524000001</c:v>
                </c:pt>
                <c:pt idx="1077">
                  <c:v>32.024265364000001</c:v>
                </c:pt>
                <c:pt idx="1078">
                  <c:v>32.050058964000002</c:v>
                </c:pt>
                <c:pt idx="1079">
                  <c:v>32.099670484000001</c:v>
                </c:pt>
                <c:pt idx="1080">
                  <c:v>32.302287444000001</c:v>
                </c:pt>
                <c:pt idx="1081">
                  <c:v>32.555394004</c:v>
                </c:pt>
                <c:pt idx="1082">
                  <c:v>32.861953684000007</c:v>
                </c:pt>
                <c:pt idx="1083">
                  <c:v>33.128780244000005</c:v>
                </c:pt>
                <c:pt idx="1084">
                  <c:v>33.271029204000001</c:v>
                </c:pt>
                <c:pt idx="1085">
                  <c:v>33.403399764</c:v>
                </c:pt>
                <c:pt idx="1086">
                  <c:v>33.635981204000004</c:v>
                </c:pt>
                <c:pt idx="1087">
                  <c:v>33.920479124000003</c:v>
                </c:pt>
                <c:pt idx="1088">
                  <c:v>34.163158484</c:v>
                </c:pt>
                <c:pt idx="1089">
                  <c:v>34.298163284000005</c:v>
                </c:pt>
                <c:pt idx="1090">
                  <c:v>34.326591124000004</c:v>
                </c:pt>
                <c:pt idx="1091">
                  <c:v>34.323078803999998</c:v>
                </c:pt>
                <c:pt idx="1092">
                  <c:v>34.354140884000003</c:v>
                </c:pt>
                <c:pt idx="1093">
                  <c:v>34.363690003999999</c:v>
                </c:pt>
                <c:pt idx="1094">
                  <c:v>34.324066644000006</c:v>
                </c:pt>
                <c:pt idx="1095">
                  <c:v>34.334603604000002</c:v>
                </c:pt>
                <c:pt idx="1096">
                  <c:v>34.406276884</c:v>
                </c:pt>
                <c:pt idx="1097">
                  <c:v>34.412642964000007</c:v>
                </c:pt>
                <c:pt idx="1098">
                  <c:v>34.373568404000004</c:v>
                </c:pt>
                <c:pt idx="1099">
                  <c:v>34.448314964000005</c:v>
                </c:pt>
                <c:pt idx="1100">
                  <c:v>34.764314003999999</c:v>
                </c:pt>
                <c:pt idx="1101">
                  <c:v>35.180523923999999</c:v>
                </c:pt>
                <c:pt idx="1102">
                  <c:v>35.532634004000002</c:v>
                </c:pt>
                <c:pt idx="1103">
                  <c:v>35.700237524000002</c:v>
                </c:pt>
                <c:pt idx="1104">
                  <c:v>35.634381523999998</c:v>
                </c:pt>
                <c:pt idx="1105">
                  <c:v>35.296101204000003</c:v>
                </c:pt>
                <c:pt idx="1106">
                  <c:v>34.906233684</c:v>
                </c:pt>
                <c:pt idx="1107">
                  <c:v>34.788131924000005</c:v>
                </c:pt>
                <c:pt idx="1108">
                  <c:v>35.100838164000002</c:v>
                </c:pt>
                <c:pt idx="1109">
                  <c:v>35.518914004000003</c:v>
                </c:pt>
                <c:pt idx="1110">
                  <c:v>35.794192084000002</c:v>
                </c:pt>
                <c:pt idx="1111">
                  <c:v>35.805826644</c:v>
                </c:pt>
                <c:pt idx="1112">
                  <c:v>35.544049044000005</c:v>
                </c:pt>
                <c:pt idx="1113">
                  <c:v>35.250331284000005</c:v>
                </c:pt>
                <c:pt idx="1114">
                  <c:v>35.232111123999999</c:v>
                </c:pt>
                <c:pt idx="1115">
                  <c:v>35.632954644000002</c:v>
                </c:pt>
                <c:pt idx="1116">
                  <c:v>36.208865363999998</c:v>
                </c:pt>
                <c:pt idx="1117">
                  <c:v>36.473826004000003</c:v>
                </c:pt>
                <c:pt idx="1118">
                  <c:v>36.391725524000002</c:v>
                </c:pt>
                <c:pt idx="1119">
                  <c:v>35.972881364000003</c:v>
                </c:pt>
                <c:pt idx="1120">
                  <c:v>35.423422804000005</c:v>
                </c:pt>
                <c:pt idx="1121">
                  <c:v>35.171962644000004</c:v>
                </c:pt>
                <c:pt idx="1122">
                  <c:v>35.447350484000005</c:v>
                </c:pt>
                <c:pt idx="1123">
                  <c:v>35.977710804000004</c:v>
                </c:pt>
                <c:pt idx="1124">
                  <c:v>36.302271124000001</c:v>
                </c:pt>
                <c:pt idx="1125">
                  <c:v>36.220060883999999</c:v>
                </c:pt>
                <c:pt idx="1126">
                  <c:v>35.809448724000006</c:v>
                </c:pt>
                <c:pt idx="1127">
                  <c:v>35.482363924000005</c:v>
                </c:pt>
                <c:pt idx="1128">
                  <c:v>35.344724884000001</c:v>
                </c:pt>
                <c:pt idx="1129">
                  <c:v>35.642064724000001</c:v>
                </c:pt>
                <c:pt idx="1130">
                  <c:v>36.179888724000001</c:v>
                </c:pt>
                <c:pt idx="1131">
                  <c:v>36.428604884000002</c:v>
                </c:pt>
                <c:pt idx="1132">
                  <c:v>36.388432724000005</c:v>
                </c:pt>
                <c:pt idx="1133">
                  <c:v>36.192511123999999</c:v>
                </c:pt>
                <c:pt idx="1134">
                  <c:v>35.891110164000004</c:v>
                </c:pt>
                <c:pt idx="1135">
                  <c:v>35.699359444000002</c:v>
                </c:pt>
                <c:pt idx="1136">
                  <c:v>35.733055763999999</c:v>
                </c:pt>
                <c:pt idx="1137">
                  <c:v>35.904830164000003</c:v>
                </c:pt>
                <c:pt idx="1138">
                  <c:v>35.934575124000006</c:v>
                </c:pt>
                <c:pt idx="1139">
                  <c:v>35.733714324000005</c:v>
                </c:pt>
                <c:pt idx="1140">
                  <c:v>35.315089684</c:v>
                </c:pt>
                <c:pt idx="1141">
                  <c:v>35.023457364000002</c:v>
                </c:pt>
                <c:pt idx="1142">
                  <c:v>35.167791764</c:v>
                </c:pt>
                <c:pt idx="1143">
                  <c:v>35.584879764</c:v>
                </c:pt>
                <c:pt idx="1144">
                  <c:v>35.875085204000001</c:v>
                </c:pt>
                <c:pt idx="1145">
                  <c:v>35.709237844000008</c:v>
                </c:pt>
                <c:pt idx="1146">
                  <c:v>35.251648404000001</c:v>
                </c:pt>
                <c:pt idx="1147">
                  <c:v>34.825669844000004</c:v>
                </c:pt>
                <c:pt idx="1148">
                  <c:v>34.663225044000001</c:v>
                </c:pt>
                <c:pt idx="1149">
                  <c:v>34.695604244000002</c:v>
                </c:pt>
                <c:pt idx="1150">
                  <c:v>34.749715924000007</c:v>
                </c:pt>
                <c:pt idx="1151">
                  <c:v>34.731715284000003</c:v>
                </c:pt>
                <c:pt idx="1152">
                  <c:v>34.566306963999999</c:v>
                </c:pt>
                <c:pt idx="1153">
                  <c:v>34.398703444000006</c:v>
                </c:pt>
                <c:pt idx="1154">
                  <c:v>34.222099604</c:v>
                </c:pt>
                <c:pt idx="1155">
                  <c:v>34.151523924000003</c:v>
                </c:pt>
                <c:pt idx="1156">
                  <c:v>34.193232723999998</c:v>
                </c:pt>
                <c:pt idx="1157">
                  <c:v>34.223526484000004</c:v>
                </c:pt>
                <c:pt idx="1158">
                  <c:v>34.073374804000004</c:v>
                </c:pt>
                <c:pt idx="1159">
                  <c:v>33.744424084000002</c:v>
                </c:pt>
                <c:pt idx="1160">
                  <c:v>33.370362004</c:v>
                </c:pt>
                <c:pt idx="1161">
                  <c:v>33.147658964000001</c:v>
                </c:pt>
                <c:pt idx="1162">
                  <c:v>33.085864084000001</c:v>
                </c:pt>
                <c:pt idx="1163">
                  <c:v>33.074558804000006</c:v>
                </c:pt>
                <c:pt idx="1164">
                  <c:v>33.036801363999999</c:v>
                </c:pt>
                <c:pt idx="1165">
                  <c:v>32.808061524000003</c:v>
                </c:pt>
                <c:pt idx="1166">
                  <c:v>32.383290324000001</c:v>
                </c:pt>
                <c:pt idx="1167">
                  <c:v>32.026789844</c:v>
                </c:pt>
                <c:pt idx="1168">
                  <c:v>31.667216084000003</c:v>
                </c:pt>
                <c:pt idx="1169">
                  <c:v>31.177576724000001</c:v>
                </c:pt>
                <c:pt idx="1170">
                  <c:v>30.791770324000002</c:v>
                </c:pt>
                <c:pt idx="1171">
                  <c:v>30.587397204000002</c:v>
                </c:pt>
                <c:pt idx="1172">
                  <c:v>30.402561364000004</c:v>
                </c:pt>
                <c:pt idx="1173">
                  <c:v>30.124758804000002</c:v>
                </c:pt>
                <c:pt idx="1174">
                  <c:v>29.784283284000004</c:v>
                </c:pt>
                <c:pt idx="1175">
                  <c:v>29.506919764000003</c:v>
                </c:pt>
                <c:pt idx="1176">
                  <c:v>29.346450644000004</c:v>
                </c:pt>
                <c:pt idx="1177">
                  <c:v>29.243276244000004</c:v>
                </c:pt>
                <c:pt idx="1178">
                  <c:v>29.070623764</c:v>
                </c:pt>
                <c:pt idx="1179">
                  <c:v>28.787223444000002</c:v>
                </c:pt>
                <c:pt idx="1180">
                  <c:v>28.415356564000003</c:v>
                </c:pt>
                <c:pt idx="1181">
                  <c:v>28.010232404000003</c:v>
                </c:pt>
                <c:pt idx="1182">
                  <c:v>27.594351764000002</c:v>
                </c:pt>
                <c:pt idx="1183">
                  <c:v>27.212386964</c:v>
                </c:pt>
                <c:pt idx="1184">
                  <c:v>26.892217044000002</c:v>
                </c:pt>
                <c:pt idx="1185">
                  <c:v>26.574242324000004</c:v>
                </c:pt>
                <c:pt idx="1186">
                  <c:v>26.253523604000002</c:v>
                </c:pt>
                <c:pt idx="1187">
                  <c:v>25.945537044000002</c:v>
                </c:pt>
                <c:pt idx="1188">
                  <c:v>25.510448404000005</c:v>
                </c:pt>
                <c:pt idx="1189">
                  <c:v>25.028272724000001</c:v>
                </c:pt>
                <c:pt idx="1190">
                  <c:v>24.621502164000002</c:v>
                </c:pt>
                <c:pt idx="1191">
                  <c:v>24.306490964000005</c:v>
                </c:pt>
                <c:pt idx="1192">
                  <c:v>24.075336404000002</c:v>
                </c:pt>
                <c:pt idx="1193">
                  <c:v>23.954819924000002</c:v>
                </c:pt>
                <c:pt idx="1194">
                  <c:v>23.839132884000005</c:v>
                </c:pt>
                <c:pt idx="1195">
                  <c:v>23.614673684000003</c:v>
                </c:pt>
                <c:pt idx="1196">
                  <c:v>23.183426644000001</c:v>
                </c:pt>
                <c:pt idx="1197">
                  <c:v>22.688299284000003</c:v>
                </c:pt>
                <c:pt idx="1198">
                  <c:v>22.231148884000003</c:v>
                </c:pt>
                <c:pt idx="1199">
                  <c:v>21.830195604</c:v>
                </c:pt>
                <c:pt idx="1200">
                  <c:v>21.480500244000002</c:v>
                </c:pt>
                <c:pt idx="1201">
                  <c:v>21.099962324</c:v>
                </c:pt>
                <c:pt idx="1202">
                  <c:v>20.676398484000003</c:v>
                </c:pt>
                <c:pt idx="1203">
                  <c:v>20.229236243999999</c:v>
                </c:pt>
                <c:pt idx="1204">
                  <c:v>19.902919764</c:v>
                </c:pt>
                <c:pt idx="1205">
                  <c:v>19.668362644000002</c:v>
                </c:pt>
                <c:pt idx="1206">
                  <c:v>19.526003924000001</c:v>
                </c:pt>
                <c:pt idx="1207">
                  <c:v>19.309996244000001</c:v>
                </c:pt>
                <c:pt idx="1208">
                  <c:v>18.979069844000001</c:v>
                </c:pt>
                <c:pt idx="1209">
                  <c:v>18.456392724000001</c:v>
                </c:pt>
                <c:pt idx="1210">
                  <c:v>17.732086484</c:v>
                </c:pt>
                <c:pt idx="1211">
                  <c:v>16.970571604</c:v>
                </c:pt>
                <c:pt idx="1212">
                  <c:v>16.367769684000002</c:v>
                </c:pt>
                <c:pt idx="1213">
                  <c:v>15.959242964</c:v>
                </c:pt>
                <c:pt idx="1214">
                  <c:v>15.637536404000002</c:v>
                </c:pt>
                <c:pt idx="1215">
                  <c:v>15.323183764000001</c:v>
                </c:pt>
                <c:pt idx="1216">
                  <c:v>14.835081044000001</c:v>
                </c:pt>
                <c:pt idx="1217">
                  <c:v>14.222730004000001</c:v>
                </c:pt>
                <c:pt idx="1218">
                  <c:v>13.583378004000002</c:v>
                </c:pt>
                <c:pt idx="1219">
                  <c:v>13.055761684</c:v>
                </c:pt>
                <c:pt idx="1220">
                  <c:v>12.721103444000001</c:v>
                </c:pt>
                <c:pt idx="1221">
                  <c:v>12.508937364000001</c:v>
                </c:pt>
                <c:pt idx="1222">
                  <c:v>12.333321364000001</c:v>
                </c:pt>
                <c:pt idx="1223">
                  <c:v>12.116106324</c:v>
                </c:pt>
                <c:pt idx="1224">
                  <c:v>11.751812884</c:v>
                </c:pt>
                <c:pt idx="1225">
                  <c:v>11.235611604000001</c:v>
                </c:pt>
                <c:pt idx="1226">
                  <c:v>10.673640404</c:v>
                </c:pt>
                <c:pt idx="1227">
                  <c:v>10.100034644000001</c:v>
                </c:pt>
                <c:pt idx="1228">
                  <c:v>9.5883335240000012</c:v>
                </c:pt>
                <c:pt idx="1229">
                  <c:v>9.1462202440000002</c:v>
                </c:pt>
                <c:pt idx="1230">
                  <c:v>8.7817072840000012</c:v>
                </c:pt>
                <c:pt idx="1231">
                  <c:v>8.4126941640000013</c:v>
                </c:pt>
                <c:pt idx="1232">
                  <c:v>7.9963744840000013</c:v>
                </c:pt>
                <c:pt idx="1233">
                  <c:v>7.6104583240000006</c:v>
                </c:pt>
                <c:pt idx="1234">
                  <c:v>7.1683450440000005</c:v>
                </c:pt>
                <c:pt idx="1235">
                  <c:v>6.7343540040000001</c:v>
                </c:pt>
                <c:pt idx="1236">
                  <c:v>6.3743412040000003</c:v>
                </c:pt>
                <c:pt idx="1237">
                  <c:v>6.0490125639999999</c:v>
                </c:pt>
                <c:pt idx="1238">
                  <c:v>5.7236839240000004</c:v>
                </c:pt>
                <c:pt idx="1239">
                  <c:v>5.4344663239999997</c:v>
                </c:pt>
                <c:pt idx="1240">
                  <c:v>5.1411876039999997</c:v>
                </c:pt>
                <c:pt idx="1241">
                  <c:v>4.8216762440000007</c:v>
                </c:pt>
                <c:pt idx="1242">
                  <c:v>4.5463981640000002</c:v>
                </c:pt>
                <c:pt idx="1243">
                  <c:v>4.2666199240000005</c:v>
                </c:pt>
                <c:pt idx="1244">
                  <c:v>4.0188916040000002</c:v>
                </c:pt>
                <c:pt idx="1245">
                  <c:v>3.8296653640000002</c:v>
                </c:pt>
                <c:pt idx="1246">
                  <c:v>3.6144260040000002</c:v>
                </c:pt>
                <c:pt idx="1247">
                  <c:v>3.3922717640000002</c:v>
                </c:pt>
                <c:pt idx="1248">
                  <c:v>3.2303757640000001</c:v>
                </c:pt>
                <c:pt idx="1249">
                  <c:v>3.0486132040000005</c:v>
                </c:pt>
                <c:pt idx="1250">
                  <c:v>2.8793632840000001</c:v>
                </c:pt>
                <c:pt idx="1251">
                  <c:v>2.7195527240000006</c:v>
                </c:pt>
                <c:pt idx="1252">
                  <c:v>2.5526077640000002</c:v>
                </c:pt>
                <c:pt idx="1253">
                  <c:v>2.4121149640000001</c:v>
                </c:pt>
                <c:pt idx="1254">
                  <c:v>2.2831469640000002</c:v>
                </c:pt>
                <c:pt idx="1255">
                  <c:v>2.1698746440000001</c:v>
                </c:pt>
                <c:pt idx="1256">
                  <c:v>2.1205924040000004</c:v>
                </c:pt>
                <c:pt idx="1257">
                  <c:v>2.1254218439999999</c:v>
                </c:pt>
                <c:pt idx="1258">
                  <c:v>2.1075309640000004</c:v>
                </c:pt>
                <c:pt idx="1259">
                  <c:v>2.0489191240000002</c:v>
                </c:pt>
                <c:pt idx="1260">
                  <c:v>1.8941575240000001</c:v>
                </c:pt>
                <c:pt idx="1261">
                  <c:v>1.6892356040000003</c:v>
                </c:pt>
                <c:pt idx="1262">
                  <c:v>1.5631213640000001</c:v>
                </c:pt>
                <c:pt idx="1263">
                  <c:v>1.4395316040000001</c:v>
                </c:pt>
                <c:pt idx="1264">
                  <c:v>1.340528084</c:v>
                </c:pt>
                <c:pt idx="1265">
                  <c:v>1.2791722440000002</c:v>
                </c:pt>
                <c:pt idx="1266">
                  <c:v>1.1846688840000001</c:v>
                </c:pt>
                <c:pt idx="1267">
                  <c:v>1.0588839240000001</c:v>
                </c:pt>
                <c:pt idx="1268">
                  <c:v>0.97294184400000006</c:v>
                </c:pt>
                <c:pt idx="1269">
                  <c:v>0.90203688400000004</c:v>
                </c:pt>
                <c:pt idx="1270">
                  <c:v>0.84551048400000006</c:v>
                </c:pt>
                <c:pt idx="1271">
                  <c:v>0.76538568400000007</c:v>
                </c:pt>
                <c:pt idx="1272">
                  <c:v>0.695797844</c:v>
                </c:pt>
                <c:pt idx="1273">
                  <c:v>0.66539432399999998</c:v>
                </c:pt>
                <c:pt idx="1274">
                  <c:v>0.65386952399999998</c:v>
                </c:pt>
                <c:pt idx="1275">
                  <c:v>0.67187016399999999</c:v>
                </c:pt>
                <c:pt idx="1276">
                  <c:v>0.66835784400000009</c:v>
                </c:pt>
                <c:pt idx="1277">
                  <c:v>0.67022376399999994</c:v>
                </c:pt>
                <c:pt idx="1278">
                  <c:v>0.65749160399999995</c:v>
                </c:pt>
                <c:pt idx="1279">
                  <c:v>0.63027112400000007</c:v>
                </c:pt>
                <c:pt idx="1280">
                  <c:v>0.62730760399999996</c:v>
                </c:pt>
                <c:pt idx="1281">
                  <c:v>0.67856552400000014</c:v>
                </c:pt>
                <c:pt idx="1282">
                  <c:v>0.68504136400000004</c:v>
                </c:pt>
                <c:pt idx="1283">
                  <c:v>0.71401800400000004</c:v>
                </c:pt>
                <c:pt idx="1284">
                  <c:v>0.75473896400000007</c:v>
                </c:pt>
                <c:pt idx="1285">
                  <c:v>0.78602056400000009</c:v>
                </c:pt>
                <c:pt idx="1286">
                  <c:v>0.78602056400000009</c:v>
                </c:pt>
                <c:pt idx="1287">
                  <c:v>0.78821576400000004</c:v>
                </c:pt>
                <c:pt idx="1288">
                  <c:v>0.78887432400000002</c:v>
                </c:pt>
                <c:pt idx="1289">
                  <c:v>0.78031304400000012</c:v>
                </c:pt>
                <c:pt idx="1290">
                  <c:v>0.7972160840000001</c:v>
                </c:pt>
                <c:pt idx="1291">
                  <c:v>0.81324104399999997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6A7-4D6D-A306-28228DAEC12D}"/>
            </c:ext>
          </c:extLst>
        </c:ser>
        <c:ser>
          <c:idx val="0"/>
          <c:order val="2"/>
          <c:tx>
            <c:strRef>
              <c:f>[1]Sheet1!$L$1</c:f>
              <c:strCache>
                <c:ptCount val="1"/>
                <c:pt idx="0">
                  <c:v>C: 110mm</c:v>
                </c:pt>
              </c:strCache>
            </c:strRef>
          </c:tx>
          <c:spPr>
            <a:ln w="508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xVal>
            <c:numRef>
              <c:f>[1]Sheet1!$H$2:$H$1293</c:f>
              <c:numCache>
                <c:formatCode>General</c:formatCode>
                <c:ptCount val="1292"/>
                <c:pt idx="1">
                  <c:v>1.462537451</c:v>
                </c:pt>
                <c:pt idx="2">
                  <c:v>1.459747431</c:v>
                </c:pt>
                <c:pt idx="3">
                  <c:v>1.450558024</c:v>
                </c:pt>
                <c:pt idx="4">
                  <c:v>1.452031319</c:v>
                </c:pt>
                <c:pt idx="5">
                  <c:v>1.4646959079999999</c:v>
                </c:pt>
                <c:pt idx="6">
                  <c:v>1.6287592369999999</c:v>
                </c:pt>
                <c:pt idx="7">
                  <c:v>1.8409433770000001</c:v>
                </c:pt>
                <c:pt idx="8">
                  <c:v>2.154214734</c:v>
                </c:pt>
                <c:pt idx="9">
                  <c:v>2.5282979139999999</c:v>
                </c:pt>
                <c:pt idx="10">
                  <c:v>3.02718044</c:v>
                </c:pt>
                <c:pt idx="11">
                  <c:v>3.8371774869999999</c:v>
                </c:pt>
                <c:pt idx="12">
                  <c:v>4.8020449039999997</c:v>
                </c:pt>
                <c:pt idx="13">
                  <c:v>5.8677148380000004</c:v>
                </c:pt>
                <c:pt idx="14">
                  <c:v>7.135739128</c:v>
                </c:pt>
                <c:pt idx="15">
                  <c:v>8.454280228</c:v>
                </c:pt>
                <c:pt idx="16">
                  <c:v>9.7244559640000006</c:v>
                </c:pt>
                <c:pt idx="17">
                  <c:v>10.999842859999999</c:v>
                </c:pt>
                <c:pt idx="18">
                  <c:v>12.10033632</c:v>
                </c:pt>
                <c:pt idx="19">
                  <c:v>13.13718362</c:v>
                </c:pt>
                <c:pt idx="20">
                  <c:v>14.10002048</c:v>
                </c:pt>
                <c:pt idx="21">
                  <c:v>14.793237619999999</c:v>
                </c:pt>
                <c:pt idx="22">
                  <c:v>15.436175029999999</c:v>
                </c:pt>
                <c:pt idx="23">
                  <c:v>16.025893180000001</c:v>
                </c:pt>
                <c:pt idx="24">
                  <c:v>16.394958419999998</c:v>
                </c:pt>
                <c:pt idx="25">
                  <c:v>16.806503299999999</c:v>
                </c:pt>
                <c:pt idx="26">
                  <c:v>17.197242809999999</c:v>
                </c:pt>
                <c:pt idx="27">
                  <c:v>17.475573099999998</c:v>
                </c:pt>
                <c:pt idx="28">
                  <c:v>17.780113679999999</c:v>
                </c:pt>
                <c:pt idx="29">
                  <c:v>17.923253979999998</c:v>
                </c:pt>
                <c:pt idx="30">
                  <c:v>17.90911556</c:v>
                </c:pt>
                <c:pt idx="31">
                  <c:v>17.946370420000001</c:v>
                </c:pt>
                <c:pt idx="32">
                  <c:v>17.966776899999999</c:v>
                </c:pt>
                <c:pt idx="33">
                  <c:v>17.997401329999999</c:v>
                </c:pt>
                <c:pt idx="34">
                  <c:v>18.13938718</c:v>
                </c:pt>
                <c:pt idx="35">
                  <c:v>18.167532779999998</c:v>
                </c:pt>
                <c:pt idx="36">
                  <c:v>18.19424399</c:v>
                </c:pt>
                <c:pt idx="37">
                  <c:v>18.232505410000002</c:v>
                </c:pt>
                <c:pt idx="38">
                  <c:v>18.27805313</c:v>
                </c:pt>
                <c:pt idx="39">
                  <c:v>18.27993146</c:v>
                </c:pt>
                <c:pt idx="40">
                  <c:v>18.27095087</c:v>
                </c:pt>
                <c:pt idx="41">
                  <c:v>18.278118020000001</c:v>
                </c:pt>
                <c:pt idx="42">
                  <c:v>18.282792279999999</c:v>
                </c:pt>
                <c:pt idx="43">
                  <c:v>18.287363639999999</c:v>
                </c:pt>
                <c:pt idx="44">
                  <c:v>18.291649100000001</c:v>
                </c:pt>
                <c:pt idx="45">
                  <c:v>18.290744920000002</c:v>
                </c:pt>
                <c:pt idx="46">
                  <c:v>18.290824229999998</c:v>
                </c:pt>
                <c:pt idx="47">
                  <c:v>18.215904720000001</c:v>
                </c:pt>
                <c:pt idx="48">
                  <c:v>18.22962454</c:v>
                </c:pt>
                <c:pt idx="49">
                  <c:v>18.220911229999999</c:v>
                </c:pt>
                <c:pt idx="50">
                  <c:v>18.220416579999998</c:v>
                </c:pt>
                <c:pt idx="51">
                  <c:v>18.18198233</c:v>
                </c:pt>
                <c:pt idx="52">
                  <c:v>18.139835720000001</c:v>
                </c:pt>
                <c:pt idx="53">
                  <c:v>17.955853990000001</c:v>
                </c:pt>
                <c:pt idx="54">
                  <c:v>17.58258116</c:v>
                </c:pt>
                <c:pt idx="55">
                  <c:v>17.073710940000002</c:v>
                </c:pt>
                <c:pt idx="56">
                  <c:v>16.495943960000002</c:v>
                </c:pt>
                <c:pt idx="57">
                  <c:v>15.77884523</c:v>
                </c:pt>
                <c:pt idx="58">
                  <c:v>15.04406326</c:v>
                </c:pt>
                <c:pt idx="59">
                  <c:v>14.450011330000001</c:v>
                </c:pt>
                <c:pt idx="60">
                  <c:v>13.75608166</c:v>
                </c:pt>
                <c:pt idx="61">
                  <c:v>13.09423314</c:v>
                </c:pt>
                <c:pt idx="62">
                  <c:v>12.39166262</c:v>
                </c:pt>
                <c:pt idx="63">
                  <c:v>11.54047723</c:v>
                </c:pt>
                <c:pt idx="64">
                  <c:v>10.633616419999999</c:v>
                </c:pt>
                <c:pt idx="65">
                  <c:v>9.6842213360000002</c:v>
                </c:pt>
                <c:pt idx="66">
                  <c:v>8.6092366089999999</c:v>
                </c:pt>
                <c:pt idx="67">
                  <c:v>7.6096943829999999</c:v>
                </c:pt>
                <c:pt idx="68">
                  <c:v>6.5619207880000001</c:v>
                </c:pt>
                <c:pt idx="69">
                  <c:v>5.6228143480000004</c:v>
                </c:pt>
                <c:pt idx="70">
                  <c:v>4.7448105920000003</c:v>
                </c:pt>
                <c:pt idx="71">
                  <c:v>4.0317242789999996</c:v>
                </c:pt>
                <c:pt idx="72">
                  <c:v>3.6312117289999999</c:v>
                </c:pt>
                <c:pt idx="73">
                  <c:v>3.4452484000000001</c:v>
                </c:pt>
                <c:pt idx="74">
                  <c:v>3.3249380419999999</c:v>
                </c:pt>
                <c:pt idx="75">
                  <c:v>3.1347716769999998</c:v>
                </c:pt>
                <c:pt idx="76">
                  <c:v>2.9460187009999999</c:v>
                </c:pt>
                <c:pt idx="77">
                  <c:v>2.9010307769999999</c:v>
                </c:pt>
                <c:pt idx="78">
                  <c:v>2.8957784420000001</c:v>
                </c:pt>
                <c:pt idx="79">
                  <c:v>2.7620051650000002</c:v>
                </c:pt>
                <c:pt idx="80">
                  <c:v>2.6980247770000001</c:v>
                </c:pt>
                <c:pt idx="81">
                  <c:v>2.5827177360000002</c:v>
                </c:pt>
                <c:pt idx="82">
                  <c:v>2.5654164970000002</c:v>
                </c:pt>
                <c:pt idx="83">
                  <c:v>2.563521927</c:v>
                </c:pt>
                <c:pt idx="84">
                  <c:v>2.5643956160000001</c:v>
                </c:pt>
                <c:pt idx="85">
                  <c:v>2.5391023829999999</c:v>
                </c:pt>
                <c:pt idx="86">
                  <c:v>2.3945123420000001</c:v>
                </c:pt>
                <c:pt idx="87">
                  <c:v>2.3871029309999998</c:v>
                </c:pt>
                <c:pt idx="88">
                  <c:v>2.3820016040000001</c:v>
                </c:pt>
                <c:pt idx="89">
                  <c:v>2.377272289</c:v>
                </c:pt>
                <c:pt idx="90">
                  <c:v>2.3731546290000001</c:v>
                </c:pt>
                <c:pt idx="91">
                  <c:v>2.3724367399999999</c:v>
                </c:pt>
                <c:pt idx="92">
                  <c:v>2.370011624</c:v>
                </c:pt>
                <c:pt idx="93">
                  <c:v>2.373109591</c:v>
                </c:pt>
                <c:pt idx="94">
                  <c:v>2.3738110589999999</c:v>
                </c:pt>
                <c:pt idx="95">
                  <c:v>2.3749978299999999</c:v>
                </c:pt>
                <c:pt idx="96">
                  <c:v>2.3729468009999999</c:v>
                </c:pt>
                <c:pt idx="97">
                  <c:v>2.3727407899999999</c:v>
                </c:pt>
                <c:pt idx="98">
                  <c:v>2.3726825150000002</c:v>
                </c:pt>
                <c:pt idx="99">
                  <c:v>2.3730280019999999</c:v>
                </c:pt>
                <c:pt idx="100">
                  <c:v>2.3719912879999998</c:v>
                </c:pt>
                <c:pt idx="101">
                  <c:v>2.3701764399999998</c:v>
                </c:pt>
                <c:pt idx="102">
                  <c:v>2.3809354520000001</c:v>
                </c:pt>
                <c:pt idx="103">
                  <c:v>2.544475034</c:v>
                </c:pt>
                <c:pt idx="104">
                  <c:v>2.734885996</c:v>
                </c:pt>
                <c:pt idx="105">
                  <c:v>3.1135396709999998</c:v>
                </c:pt>
                <c:pt idx="106">
                  <c:v>3.6538609480000002</c:v>
                </c:pt>
                <c:pt idx="107">
                  <c:v>4.1675832010000002</c:v>
                </c:pt>
                <c:pt idx="108">
                  <c:v>4.7913717819999997</c:v>
                </c:pt>
                <c:pt idx="109">
                  <c:v>5.7742123120000004</c:v>
                </c:pt>
                <c:pt idx="110">
                  <c:v>6.8785000920000003</c:v>
                </c:pt>
                <c:pt idx="111">
                  <c:v>8.0013609670000001</c:v>
                </c:pt>
                <c:pt idx="112">
                  <c:v>9.1975435609999998</c:v>
                </c:pt>
                <c:pt idx="113">
                  <c:v>10.18253953</c:v>
                </c:pt>
                <c:pt idx="114">
                  <c:v>11.15005859</c:v>
                </c:pt>
                <c:pt idx="115">
                  <c:v>12.2602359</c:v>
                </c:pt>
                <c:pt idx="116">
                  <c:v>13.18617688</c:v>
                </c:pt>
                <c:pt idx="117">
                  <c:v>14.125308609999999</c:v>
                </c:pt>
                <c:pt idx="118">
                  <c:v>15.057385269999999</c:v>
                </c:pt>
                <c:pt idx="119">
                  <c:v>15.910874789999999</c:v>
                </c:pt>
                <c:pt idx="120">
                  <c:v>16.64363148</c:v>
                </c:pt>
                <c:pt idx="121">
                  <c:v>17.202226620000001</c:v>
                </c:pt>
                <c:pt idx="122">
                  <c:v>17.39820933</c:v>
                </c:pt>
                <c:pt idx="123">
                  <c:v>17.494999329999999</c:v>
                </c:pt>
                <c:pt idx="124">
                  <c:v>17.556508829999999</c:v>
                </c:pt>
                <c:pt idx="125">
                  <c:v>17.778053239999998</c:v>
                </c:pt>
                <c:pt idx="126">
                  <c:v>17.928791700000001</c:v>
                </c:pt>
                <c:pt idx="127">
                  <c:v>18.142880569999999</c:v>
                </c:pt>
                <c:pt idx="128">
                  <c:v>18.213152770000001</c:v>
                </c:pt>
                <c:pt idx="129">
                  <c:v>18.168004620000001</c:v>
                </c:pt>
                <c:pt idx="130">
                  <c:v>18.176608470000001</c:v>
                </c:pt>
                <c:pt idx="131">
                  <c:v>18.16149197</c:v>
                </c:pt>
                <c:pt idx="132">
                  <c:v>18.161156869999999</c:v>
                </c:pt>
                <c:pt idx="133">
                  <c:v>18.189702019999999</c:v>
                </c:pt>
                <c:pt idx="134">
                  <c:v>18.19015739</c:v>
                </c:pt>
                <c:pt idx="135">
                  <c:v>18.18640087</c:v>
                </c:pt>
                <c:pt idx="136">
                  <c:v>18.186939760000001</c:v>
                </c:pt>
                <c:pt idx="137">
                  <c:v>18.185306789999999</c:v>
                </c:pt>
                <c:pt idx="138">
                  <c:v>18.181850239999999</c:v>
                </c:pt>
                <c:pt idx="139">
                  <c:v>18.187689599999999</c:v>
                </c:pt>
                <c:pt idx="140">
                  <c:v>18.140324870000001</c:v>
                </c:pt>
                <c:pt idx="141">
                  <c:v>18.143061280000001</c:v>
                </c:pt>
                <c:pt idx="142">
                  <c:v>18.142388619999998</c:v>
                </c:pt>
                <c:pt idx="143">
                  <c:v>18.142171680000001</c:v>
                </c:pt>
                <c:pt idx="144">
                  <c:v>18.14264666</c:v>
                </c:pt>
                <c:pt idx="145">
                  <c:v>18.118862570000001</c:v>
                </c:pt>
                <c:pt idx="146">
                  <c:v>18.105769819999999</c:v>
                </c:pt>
                <c:pt idx="147">
                  <c:v>18.092804220000001</c:v>
                </c:pt>
                <c:pt idx="148">
                  <c:v>18.099040729999999</c:v>
                </c:pt>
                <c:pt idx="149">
                  <c:v>18.065422460000001</c:v>
                </c:pt>
                <c:pt idx="150">
                  <c:v>17.923037560000001</c:v>
                </c:pt>
                <c:pt idx="151">
                  <c:v>17.832197690000001</c:v>
                </c:pt>
                <c:pt idx="152">
                  <c:v>17.720239790000001</c:v>
                </c:pt>
                <c:pt idx="153">
                  <c:v>17.344764789999999</c:v>
                </c:pt>
                <c:pt idx="154">
                  <c:v>16.73586602</c:v>
                </c:pt>
                <c:pt idx="155">
                  <c:v>15.822028550000001</c:v>
                </c:pt>
                <c:pt idx="156">
                  <c:v>14.88618162</c:v>
                </c:pt>
                <c:pt idx="157">
                  <c:v>13.870241160000001</c:v>
                </c:pt>
                <c:pt idx="158">
                  <c:v>12.861819179999999</c:v>
                </c:pt>
                <c:pt idx="159">
                  <c:v>11.79227644</c:v>
                </c:pt>
                <c:pt idx="160">
                  <c:v>10.95037866</c:v>
                </c:pt>
                <c:pt idx="161">
                  <c:v>9.9650228730000006</c:v>
                </c:pt>
                <c:pt idx="162">
                  <c:v>8.9593726040000004</c:v>
                </c:pt>
                <c:pt idx="163">
                  <c:v>7.928369011</c:v>
                </c:pt>
                <c:pt idx="164">
                  <c:v>6.9752784869999997</c:v>
                </c:pt>
                <c:pt idx="165">
                  <c:v>5.9937851200000001</c:v>
                </c:pt>
                <c:pt idx="166">
                  <c:v>5.2882355380000003</c:v>
                </c:pt>
                <c:pt idx="167">
                  <c:v>4.7333152590000003</c:v>
                </c:pt>
                <c:pt idx="168">
                  <c:v>4.3846749520000001</c:v>
                </c:pt>
                <c:pt idx="169">
                  <c:v>4.029283242</c:v>
                </c:pt>
                <c:pt idx="170">
                  <c:v>3.7102580729999999</c:v>
                </c:pt>
                <c:pt idx="171">
                  <c:v>3.4901111340000002</c:v>
                </c:pt>
                <c:pt idx="172">
                  <c:v>3.2927199900000002</c:v>
                </c:pt>
                <c:pt idx="173">
                  <c:v>3.1272716919999999</c:v>
                </c:pt>
                <c:pt idx="174">
                  <c:v>2.93979525</c:v>
                </c:pt>
                <c:pt idx="175">
                  <c:v>2.754107995</c:v>
                </c:pt>
                <c:pt idx="176">
                  <c:v>2.588848627</c:v>
                </c:pt>
                <c:pt idx="177">
                  <c:v>2.5328424439999999</c:v>
                </c:pt>
                <c:pt idx="178">
                  <c:v>2.520012666</c:v>
                </c:pt>
                <c:pt idx="179">
                  <c:v>2.5162430229999999</c:v>
                </c:pt>
                <c:pt idx="180">
                  <c:v>2.508139645</c:v>
                </c:pt>
                <c:pt idx="181">
                  <c:v>2.5039149260000002</c:v>
                </c:pt>
                <c:pt idx="182">
                  <c:v>2.4855928409999999</c:v>
                </c:pt>
                <c:pt idx="183">
                  <c:v>2.4818174069999999</c:v>
                </c:pt>
                <c:pt idx="184">
                  <c:v>2.489214252</c:v>
                </c:pt>
                <c:pt idx="185">
                  <c:v>2.5168404039999999</c:v>
                </c:pt>
                <c:pt idx="186">
                  <c:v>2.4580237309999999</c:v>
                </c:pt>
                <c:pt idx="187">
                  <c:v>2.4170853509999999</c:v>
                </c:pt>
                <c:pt idx="188">
                  <c:v>2.4083034319999999</c:v>
                </c:pt>
                <c:pt idx="189">
                  <c:v>2.3991347680000001</c:v>
                </c:pt>
                <c:pt idx="190">
                  <c:v>2.3916683349999999</c:v>
                </c:pt>
                <c:pt idx="191">
                  <c:v>2.3891028259999998</c:v>
                </c:pt>
                <c:pt idx="192">
                  <c:v>2.3864736679999998</c:v>
                </c:pt>
                <c:pt idx="193">
                  <c:v>2.3845531009999998</c:v>
                </c:pt>
                <c:pt idx="194">
                  <c:v>2.3834920130000001</c:v>
                </c:pt>
                <c:pt idx="195">
                  <c:v>2.4008198809999999</c:v>
                </c:pt>
                <c:pt idx="196">
                  <c:v>2.3995844530000001</c:v>
                </c:pt>
                <c:pt idx="197">
                  <c:v>2.5255749220000001</c:v>
                </c:pt>
                <c:pt idx="198">
                  <c:v>2.5703727289999998</c:v>
                </c:pt>
                <c:pt idx="199">
                  <c:v>2.6082624989999998</c:v>
                </c:pt>
                <c:pt idx="200">
                  <c:v>2.7821577479999999</c:v>
                </c:pt>
                <c:pt idx="201">
                  <c:v>3.091801577</c:v>
                </c:pt>
                <c:pt idx="202">
                  <c:v>3.3242671389999998</c:v>
                </c:pt>
                <c:pt idx="203">
                  <c:v>3.6410433100000001</c:v>
                </c:pt>
                <c:pt idx="204">
                  <c:v>4.0514270689999998</c:v>
                </c:pt>
                <c:pt idx="205">
                  <c:v>4.0512623200000002</c:v>
                </c:pt>
                <c:pt idx="206">
                  <c:v>4.4557264679999999</c:v>
                </c:pt>
                <c:pt idx="207">
                  <c:v>5.0086150229999999</c:v>
                </c:pt>
                <c:pt idx="208">
                  <c:v>5.7384767590000001</c:v>
                </c:pt>
                <c:pt idx="209">
                  <c:v>6.6126123210000003</c:v>
                </c:pt>
                <c:pt idx="210">
                  <c:v>7.6415637700000003</c:v>
                </c:pt>
                <c:pt idx="211">
                  <c:v>8.6764245829999993</c:v>
                </c:pt>
                <c:pt idx="212">
                  <c:v>9.7358169710000002</c:v>
                </c:pt>
                <c:pt idx="213">
                  <c:v>10.91945638</c:v>
                </c:pt>
                <c:pt idx="214">
                  <c:v>12.15573614</c:v>
                </c:pt>
                <c:pt idx="215">
                  <c:v>13.44548932</c:v>
                </c:pt>
                <c:pt idx="216">
                  <c:v>14.62189118</c:v>
                </c:pt>
                <c:pt idx="217">
                  <c:v>15.717040430000001</c:v>
                </c:pt>
                <c:pt idx="218">
                  <c:v>16.554768379999999</c:v>
                </c:pt>
                <c:pt idx="219">
                  <c:v>17.258648900000001</c:v>
                </c:pt>
                <c:pt idx="220">
                  <c:v>17.70097213</c:v>
                </c:pt>
                <c:pt idx="221">
                  <c:v>17.963538310000001</c:v>
                </c:pt>
                <c:pt idx="222">
                  <c:v>18.052800430000001</c:v>
                </c:pt>
                <c:pt idx="223">
                  <c:v>18.186691889999999</c:v>
                </c:pt>
                <c:pt idx="224">
                  <c:v>18.296834960000002</c:v>
                </c:pt>
                <c:pt idx="225">
                  <c:v>18.314801469999999</c:v>
                </c:pt>
                <c:pt idx="226">
                  <c:v>18.296361430000001</c:v>
                </c:pt>
                <c:pt idx="227">
                  <c:v>18.278976449999998</c:v>
                </c:pt>
                <c:pt idx="228">
                  <c:v>18.268747579999999</c:v>
                </c:pt>
                <c:pt idx="229">
                  <c:v>18.294943839999998</c:v>
                </c:pt>
                <c:pt idx="230">
                  <c:v>18.319461520000001</c:v>
                </c:pt>
                <c:pt idx="231">
                  <c:v>18.315929369999999</c:v>
                </c:pt>
                <c:pt idx="232">
                  <c:v>18.31290109</c:v>
                </c:pt>
                <c:pt idx="233">
                  <c:v>18.30873429</c:v>
                </c:pt>
                <c:pt idx="234">
                  <c:v>18.305520009999999</c:v>
                </c:pt>
                <c:pt idx="235">
                  <c:v>18.26880268</c:v>
                </c:pt>
                <c:pt idx="236">
                  <c:v>18.234483180000002</c:v>
                </c:pt>
                <c:pt idx="237">
                  <c:v>18.246361950000001</c:v>
                </c:pt>
                <c:pt idx="238">
                  <c:v>18.252123709999999</c:v>
                </c:pt>
                <c:pt idx="239">
                  <c:v>18.167767789999999</c:v>
                </c:pt>
                <c:pt idx="240">
                  <c:v>18.138435749999999</c:v>
                </c:pt>
                <c:pt idx="241">
                  <c:v>18.141840479999999</c:v>
                </c:pt>
                <c:pt idx="242">
                  <c:v>18.12455679</c:v>
                </c:pt>
                <c:pt idx="243">
                  <c:v>18.140512210000001</c:v>
                </c:pt>
                <c:pt idx="244">
                  <c:v>18.158022840000001</c:v>
                </c:pt>
                <c:pt idx="245">
                  <c:v>18.15783605</c:v>
                </c:pt>
                <c:pt idx="246">
                  <c:v>18.10350274</c:v>
                </c:pt>
                <c:pt idx="247">
                  <c:v>18.132109119999999</c:v>
                </c:pt>
                <c:pt idx="248">
                  <c:v>18.150148340000001</c:v>
                </c:pt>
                <c:pt idx="249">
                  <c:v>18.111929570000001</c:v>
                </c:pt>
                <c:pt idx="250">
                  <c:v>18.096727479999998</c:v>
                </c:pt>
                <c:pt idx="251">
                  <c:v>17.943900419999999</c:v>
                </c:pt>
                <c:pt idx="252">
                  <c:v>17.65841107</c:v>
                </c:pt>
                <c:pt idx="253">
                  <c:v>17.243250639999999</c:v>
                </c:pt>
                <c:pt idx="254">
                  <c:v>16.563253660000001</c:v>
                </c:pt>
                <c:pt idx="255">
                  <c:v>15.78192497</c:v>
                </c:pt>
                <c:pt idx="256">
                  <c:v>14.9332545</c:v>
                </c:pt>
                <c:pt idx="257">
                  <c:v>13.88262832</c:v>
                </c:pt>
                <c:pt idx="258">
                  <c:v>12.98276113</c:v>
                </c:pt>
                <c:pt idx="259">
                  <c:v>11.81731199</c:v>
                </c:pt>
                <c:pt idx="260">
                  <c:v>10.80794309</c:v>
                </c:pt>
                <c:pt idx="261">
                  <c:v>9.5958111699999993</c:v>
                </c:pt>
                <c:pt idx="262">
                  <c:v>8.0929441050000008</c:v>
                </c:pt>
                <c:pt idx="263">
                  <c:v>6.3608428180000001</c:v>
                </c:pt>
                <c:pt idx="264">
                  <c:v>5.0236545980000002</c:v>
                </c:pt>
                <c:pt idx="265">
                  <c:v>4.31299601</c:v>
                </c:pt>
                <c:pt idx="266">
                  <c:v>4.1478995330000004</c:v>
                </c:pt>
                <c:pt idx="267">
                  <c:v>4.1312052159999997</c:v>
                </c:pt>
                <c:pt idx="268">
                  <c:v>3.971444295</c:v>
                </c:pt>
                <c:pt idx="269">
                  <c:v>3.7813549439999998</c:v>
                </c:pt>
                <c:pt idx="270">
                  <c:v>3.58346974</c:v>
                </c:pt>
                <c:pt idx="271">
                  <c:v>3.38767605</c:v>
                </c:pt>
                <c:pt idx="272">
                  <c:v>3.350079069</c:v>
                </c:pt>
                <c:pt idx="273">
                  <c:v>3.207907987</c:v>
                </c:pt>
                <c:pt idx="274">
                  <c:v>3.0342691479999999</c:v>
                </c:pt>
                <c:pt idx="275">
                  <c:v>3.0012910110000002</c:v>
                </c:pt>
                <c:pt idx="276">
                  <c:v>2.9702110770000001</c:v>
                </c:pt>
                <c:pt idx="277">
                  <c:v>2.8659408000000002</c:v>
                </c:pt>
                <c:pt idx="278">
                  <c:v>2.8461009239999999</c:v>
                </c:pt>
                <c:pt idx="279">
                  <c:v>2.8368385310000002</c:v>
                </c:pt>
                <c:pt idx="280">
                  <c:v>2.8344700710000001</c:v>
                </c:pt>
                <c:pt idx="281">
                  <c:v>2.786037361</c:v>
                </c:pt>
                <c:pt idx="282">
                  <c:v>2.6799844350000002</c:v>
                </c:pt>
                <c:pt idx="283">
                  <c:v>2.675809428</c:v>
                </c:pt>
                <c:pt idx="284">
                  <c:v>2.6710989060000001</c:v>
                </c:pt>
                <c:pt idx="285">
                  <c:v>2.6656102700000002</c:v>
                </c:pt>
                <c:pt idx="286">
                  <c:v>2.6673603350000001</c:v>
                </c:pt>
                <c:pt idx="287">
                  <c:v>2.6641364749999998</c:v>
                </c:pt>
                <c:pt idx="288">
                  <c:v>2.6631733610000001</c:v>
                </c:pt>
                <c:pt idx="289">
                  <c:v>2.647540115</c:v>
                </c:pt>
                <c:pt idx="290">
                  <c:v>2.630035924</c:v>
                </c:pt>
                <c:pt idx="291">
                  <c:v>2.629630632</c:v>
                </c:pt>
                <c:pt idx="292">
                  <c:v>2.626657281</c:v>
                </c:pt>
                <c:pt idx="293">
                  <c:v>2.628025354</c:v>
                </c:pt>
                <c:pt idx="294">
                  <c:v>2.6251337810000002</c:v>
                </c:pt>
                <c:pt idx="295">
                  <c:v>2.6161428519999999</c:v>
                </c:pt>
                <c:pt idx="296">
                  <c:v>2.6101897080000001</c:v>
                </c:pt>
                <c:pt idx="297">
                  <c:v>2.812881875</c:v>
                </c:pt>
                <c:pt idx="298">
                  <c:v>2.9777878979999999</c:v>
                </c:pt>
                <c:pt idx="299">
                  <c:v>3.1644867379999999</c:v>
                </c:pt>
                <c:pt idx="300">
                  <c:v>3.3539013130000002</c:v>
                </c:pt>
                <c:pt idx="301">
                  <c:v>3.6799860070000001</c:v>
                </c:pt>
                <c:pt idx="302">
                  <c:v>4.2540675639999996</c:v>
                </c:pt>
                <c:pt idx="303">
                  <c:v>4.9750221300000002</c:v>
                </c:pt>
                <c:pt idx="304">
                  <c:v>5.7892191220000004</c:v>
                </c:pt>
                <c:pt idx="305">
                  <c:v>6.8086343559999998</c:v>
                </c:pt>
                <c:pt idx="306">
                  <c:v>8.0421000029999998</c:v>
                </c:pt>
                <c:pt idx="307">
                  <c:v>9.4628518150000005</c:v>
                </c:pt>
                <c:pt idx="308">
                  <c:v>10.780229289999999</c:v>
                </c:pt>
                <c:pt idx="309">
                  <c:v>12.03178975</c:v>
                </c:pt>
                <c:pt idx="310">
                  <c:v>13.217709210000001</c:v>
                </c:pt>
                <c:pt idx="311">
                  <c:v>14.287844789999999</c:v>
                </c:pt>
                <c:pt idx="312">
                  <c:v>15.18610602</c:v>
                </c:pt>
                <c:pt idx="313">
                  <c:v>15.83778525</c:v>
                </c:pt>
                <c:pt idx="314">
                  <c:v>16.212576540000001</c:v>
                </c:pt>
                <c:pt idx="315">
                  <c:v>16.565153330000001</c:v>
                </c:pt>
                <c:pt idx="316">
                  <c:v>16.844093959999999</c:v>
                </c:pt>
                <c:pt idx="317">
                  <c:v>17.156095759999999</c:v>
                </c:pt>
                <c:pt idx="318">
                  <c:v>17.464390460000001</c:v>
                </c:pt>
                <c:pt idx="319">
                  <c:v>17.825787259999998</c:v>
                </c:pt>
                <c:pt idx="320">
                  <c:v>18.185727920000001</c:v>
                </c:pt>
                <c:pt idx="321">
                  <c:v>18.319709960000001</c:v>
                </c:pt>
                <c:pt idx="322">
                  <c:v>18.315724809999999</c:v>
                </c:pt>
                <c:pt idx="323">
                  <c:v>18.339553890000001</c:v>
                </c:pt>
                <c:pt idx="324">
                  <c:v>18.594525560000001</c:v>
                </c:pt>
                <c:pt idx="325">
                  <c:v>18.64039979</c:v>
                </c:pt>
                <c:pt idx="326">
                  <c:v>18.796350270000001</c:v>
                </c:pt>
                <c:pt idx="327">
                  <c:v>18.852124450000002</c:v>
                </c:pt>
                <c:pt idx="328">
                  <c:v>18.90288812</c:v>
                </c:pt>
                <c:pt idx="329">
                  <c:v>18.95270451</c:v>
                </c:pt>
                <c:pt idx="330">
                  <c:v>18.985361860000001</c:v>
                </c:pt>
                <c:pt idx="331">
                  <c:v>19.035974599999999</c:v>
                </c:pt>
                <c:pt idx="332">
                  <c:v>19.02974335</c:v>
                </c:pt>
                <c:pt idx="333">
                  <c:v>19.02317416</c:v>
                </c:pt>
                <c:pt idx="334">
                  <c:v>19.018351429999999</c:v>
                </c:pt>
                <c:pt idx="335">
                  <c:v>19.016497300000001</c:v>
                </c:pt>
                <c:pt idx="336">
                  <c:v>19.014583099999999</c:v>
                </c:pt>
                <c:pt idx="337">
                  <c:v>19.002403999999999</c:v>
                </c:pt>
                <c:pt idx="338">
                  <c:v>18.983969890000001</c:v>
                </c:pt>
                <c:pt idx="339">
                  <c:v>18.989038319999999</c:v>
                </c:pt>
                <c:pt idx="340">
                  <c:v>18.953479439999999</c:v>
                </c:pt>
                <c:pt idx="341">
                  <c:v>18.863600049999999</c:v>
                </c:pt>
                <c:pt idx="342">
                  <c:v>18.747108069999999</c:v>
                </c:pt>
                <c:pt idx="343">
                  <c:v>18.552673729999999</c:v>
                </c:pt>
                <c:pt idx="344">
                  <c:v>18.017345079999998</c:v>
                </c:pt>
                <c:pt idx="345">
                  <c:v>17.419771440000002</c:v>
                </c:pt>
                <c:pt idx="346">
                  <c:v>16.839942480000001</c:v>
                </c:pt>
                <c:pt idx="347">
                  <c:v>16.25487012</c:v>
                </c:pt>
                <c:pt idx="348">
                  <c:v>15.767122090000001</c:v>
                </c:pt>
                <c:pt idx="349">
                  <c:v>15.050182380000001</c:v>
                </c:pt>
                <c:pt idx="350">
                  <c:v>14.20539069</c:v>
                </c:pt>
                <c:pt idx="351">
                  <c:v>13.41423516</c:v>
                </c:pt>
                <c:pt idx="352">
                  <c:v>12.533116870000001</c:v>
                </c:pt>
                <c:pt idx="353">
                  <c:v>11.463448550000001</c:v>
                </c:pt>
                <c:pt idx="354">
                  <c:v>10.29993936</c:v>
                </c:pt>
                <c:pt idx="355">
                  <c:v>9.1490713140000004</c:v>
                </c:pt>
                <c:pt idx="356">
                  <c:v>8.0939476769999992</c:v>
                </c:pt>
                <c:pt idx="357">
                  <c:v>7.3011066309999997</c:v>
                </c:pt>
                <c:pt idx="358">
                  <c:v>6.4767514100000003</c:v>
                </c:pt>
                <c:pt idx="359">
                  <c:v>5.8424517509999996</c:v>
                </c:pt>
                <c:pt idx="360">
                  <c:v>5.3754729320000001</c:v>
                </c:pt>
                <c:pt idx="361">
                  <c:v>5.1231922020000003</c:v>
                </c:pt>
                <c:pt idx="362">
                  <c:v>4.8211976830000003</c:v>
                </c:pt>
                <c:pt idx="363">
                  <c:v>4.592874686</c:v>
                </c:pt>
                <c:pt idx="364">
                  <c:v>4.2352375609999999</c:v>
                </c:pt>
                <c:pt idx="365">
                  <c:v>3.88559432</c:v>
                </c:pt>
                <c:pt idx="366">
                  <c:v>3.7105550859999998</c:v>
                </c:pt>
                <c:pt idx="367">
                  <c:v>3.6551476190000001</c:v>
                </c:pt>
                <c:pt idx="368">
                  <c:v>3.5155873799999999</c:v>
                </c:pt>
                <c:pt idx="369">
                  <c:v>3.4634256049999999</c:v>
                </c:pt>
                <c:pt idx="370">
                  <c:v>3.336564649</c:v>
                </c:pt>
                <c:pt idx="371">
                  <c:v>3.2870425399999998</c:v>
                </c:pt>
                <c:pt idx="372">
                  <c:v>3.1603780210000001</c:v>
                </c:pt>
                <c:pt idx="373">
                  <c:v>3.1309380060000001</c:v>
                </c:pt>
                <c:pt idx="374">
                  <c:v>3.1057164789999998</c:v>
                </c:pt>
                <c:pt idx="375">
                  <c:v>2.9785306390000001</c:v>
                </c:pt>
                <c:pt idx="376">
                  <c:v>2.937537351</c:v>
                </c:pt>
                <c:pt idx="377">
                  <c:v>2.9475488759999999</c:v>
                </c:pt>
                <c:pt idx="378">
                  <c:v>2.9025246760000001</c:v>
                </c:pt>
                <c:pt idx="379">
                  <c:v>2.93012389</c:v>
                </c:pt>
                <c:pt idx="380">
                  <c:v>2.7971907979999999</c:v>
                </c:pt>
                <c:pt idx="381">
                  <c:v>2.7902816220000002</c:v>
                </c:pt>
                <c:pt idx="382">
                  <c:v>2.785926431</c:v>
                </c:pt>
                <c:pt idx="383">
                  <c:v>2.7808642950000002</c:v>
                </c:pt>
                <c:pt idx="384">
                  <c:v>2.77517046</c:v>
                </c:pt>
                <c:pt idx="385">
                  <c:v>2.7782526669999998</c:v>
                </c:pt>
                <c:pt idx="386">
                  <c:v>2.78013888</c:v>
                </c:pt>
                <c:pt idx="387">
                  <c:v>2.9293680590000002</c:v>
                </c:pt>
                <c:pt idx="388">
                  <c:v>2.9755800830000001</c:v>
                </c:pt>
                <c:pt idx="389">
                  <c:v>3.3106099790000001</c:v>
                </c:pt>
                <c:pt idx="390">
                  <c:v>3.5547888360000002</c:v>
                </c:pt>
                <c:pt idx="391">
                  <c:v>3.913528296</c:v>
                </c:pt>
                <c:pt idx="392">
                  <c:v>4.3283747769999996</c:v>
                </c:pt>
                <c:pt idx="393">
                  <c:v>4.8960678250000003</c:v>
                </c:pt>
                <c:pt idx="394">
                  <c:v>5.9430804210000003</c:v>
                </c:pt>
                <c:pt idx="395">
                  <c:v>7.063363528</c:v>
                </c:pt>
                <c:pt idx="396">
                  <c:v>8.3526421119999998</c:v>
                </c:pt>
                <c:pt idx="397">
                  <c:v>9.7660906569999995</c:v>
                </c:pt>
                <c:pt idx="398">
                  <c:v>11.19894865</c:v>
                </c:pt>
                <c:pt idx="399">
                  <c:v>12.72008465</c:v>
                </c:pt>
                <c:pt idx="400">
                  <c:v>14.1469252</c:v>
                </c:pt>
                <c:pt idx="401">
                  <c:v>15.28799886</c:v>
                </c:pt>
                <c:pt idx="402">
                  <c:v>16.140937619999999</c:v>
                </c:pt>
                <c:pt idx="403">
                  <c:v>16.709524330000001</c:v>
                </c:pt>
                <c:pt idx="404">
                  <c:v>17.269630100000001</c:v>
                </c:pt>
                <c:pt idx="405">
                  <c:v>17.62184882</c:v>
                </c:pt>
                <c:pt idx="406">
                  <c:v>18.10766168</c:v>
                </c:pt>
                <c:pt idx="407">
                  <c:v>18.484970409999999</c:v>
                </c:pt>
                <c:pt idx="408">
                  <c:v>18.872753790000001</c:v>
                </c:pt>
                <c:pt idx="409">
                  <c:v>18.96958059</c:v>
                </c:pt>
                <c:pt idx="410">
                  <c:v>18.99792034</c:v>
                </c:pt>
                <c:pt idx="411">
                  <c:v>19.117340009999999</c:v>
                </c:pt>
                <c:pt idx="412">
                  <c:v>19.273470469999999</c:v>
                </c:pt>
                <c:pt idx="413">
                  <c:v>19.34117376</c:v>
                </c:pt>
                <c:pt idx="414">
                  <c:v>19.37085458</c:v>
                </c:pt>
                <c:pt idx="415">
                  <c:v>19.461823020000001</c:v>
                </c:pt>
                <c:pt idx="416">
                  <c:v>19.493439339999998</c:v>
                </c:pt>
                <c:pt idx="417">
                  <c:v>19.501652579999998</c:v>
                </c:pt>
                <c:pt idx="418">
                  <c:v>19.495711350000001</c:v>
                </c:pt>
                <c:pt idx="419">
                  <c:v>19.50218761</c:v>
                </c:pt>
                <c:pt idx="420">
                  <c:v>19.497694840000001</c:v>
                </c:pt>
                <c:pt idx="421">
                  <c:v>19.551897069999999</c:v>
                </c:pt>
                <c:pt idx="422">
                  <c:v>19.661789299999999</c:v>
                </c:pt>
                <c:pt idx="423">
                  <c:v>19.61047726</c:v>
                </c:pt>
                <c:pt idx="424">
                  <c:v>19.57558405</c:v>
                </c:pt>
                <c:pt idx="425">
                  <c:v>19.568831719999999</c:v>
                </c:pt>
                <c:pt idx="426">
                  <c:v>19.402695649999998</c:v>
                </c:pt>
                <c:pt idx="427">
                  <c:v>19.230065310000001</c:v>
                </c:pt>
                <c:pt idx="428">
                  <c:v>18.995849719999999</c:v>
                </c:pt>
                <c:pt idx="429">
                  <c:v>18.59932972</c:v>
                </c:pt>
                <c:pt idx="430">
                  <c:v>17.902427469999999</c:v>
                </c:pt>
                <c:pt idx="431">
                  <c:v>17.056628199999999</c:v>
                </c:pt>
                <c:pt idx="432">
                  <c:v>16.293632949999999</c:v>
                </c:pt>
                <c:pt idx="433">
                  <c:v>15.52307126</c:v>
                </c:pt>
                <c:pt idx="434">
                  <c:v>14.76494941</c:v>
                </c:pt>
                <c:pt idx="435">
                  <c:v>14.097631740000001</c:v>
                </c:pt>
                <c:pt idx="436">
                  <c:v>13.40720125</c:v>
                </c:pt>
                <c:pt idx="437">
                  <c:v>12.647830669999999</c:v>
                </c:pt>
                <c:pt idx="438">
                  <c:v>11.743954390000001</c:v>
                </c:pt>
                <c:pt idx="439">
                  <c:v>10.60365328</c:v>
                </c:pt>
                <c:pt idx="440">
                  <c:v>9.4090531120000005</c:v>
                </c:pt>
                <c:pt idx="441">
                  <c:v>8.0786795690000002</c:v>
                </c:pt>
                <c:pt idx="442">
                  <c:v>7.0963247349999996</c:v>
                </c:pt>
                <c:pt idx="443">
                  <c:v>6.2975769220000002</c:v>
                </c:pt>
                <c:pt idx="444">
                  <c:v>5.5561379559999997</c:v>
                </c:pt>
                <c:pt idx="445">
                  <c:v>5.0818516489999999</c:v>
                </c:pt>
                <c:pt idx="446">
                  <c:v>4.885532306</c:v>
                </c:pt>
                <c:pt idx="447">
                  <c:v>4.6560374639999997</c:v>
                </c:pt>
                <c:pt idx="448">
                  <c:v>4.3466993990000002</c:v>
                </c:pt>
                <c:pt idx="449">
                  <c:v>4.1532566859999998</c:v>
                </c:pt>
                <c:pt idx="450">
                  <c:v>3.95989681</c:v>
                </c:pt>
                <c:pt idx="451">
                  <c:v>3.81298782</c:v>
                </c:pt>
                <c:pt idx="452">
                  <c:v>3.7630292870000002</c:v>
                </c:pt>
                <c:pt idx="453">
                  <c:v>3.6280419699999999</c:v>
                </c:pt>
                <c:pt idx="454">
                  <c:v>3.5602328939999999</c:v>
                </c:pt>
                <c:pt idx="455">
                  <c:v>3.4183982550000001</c:v>
                </c:pt>
                <c:pt idx="456">
                  <c:v>3.3669872320000001</c:v>
                </c:pt>
                <c:pt idx="457">
                  <c:v>3.2467116819999999</c:v>
                </c:pt>
                <c:pt idx="458">
                  <c:v>3.242470811</c:v>
                </c:pt>
                <c:pt idx="459">
                  <c:v>3.2266293140000002</c:v>
                </c:pt>
                <c:pt idx="460">
                  <c:v>3.2158902600000001</c:v>
                </c:pt>
              </c:numCache>
            </c:numRef>
          </c:xVal>
          <c:yVal>
            <c:numRef>
              <c:f>[1]Sheet1!$L$2:$L$1293</c:f>
              <c:numCache>
                <c:formatCode>General</c:formatCode>
                <c:ptCount val="1292"/>
                <c:pt idx="1">
                  <c:v>3.4299508040000002</c:v>
                </c:pt>
                <c:pt idx="2">
                  <c:v>3.3946080840000001</c:v>
                </c:pt>
                <c:pt idx="3">
                  <c:v>3.4191943240000002</c:v>
                </c:pt>
                <c:pt idx="4">
                  <c:v>3.4677082440000002</c:v>
                </c:pt>
                <c:pt idx="5">
                  <c:v>3.5336740040000003</c:v>
                </c:pt>
                <c:pt idx="6">
                  <c:v>3.6084205640000002</c:v>
                </c:pt>
                <c:pt idx="7">
                  <c:v>3.7191684040000004</c:v>
                </c:pt>
                <c:pt idx="8">
                  <c:v>3.8592221640000002</c:v>
                </c:pt>
                <c:pt idx="9">
                  <c:v>3.9913732040000003</c:v>
                </c:pt>
                <c:pt idx="10">
                  <c:v>4.0873034440000007</c:v>
                </c:pt>
                <c:pt idx="11">
                  <c:v>4.2038685640000004</c:v>
                </c:pt>
                <c:pt idx="12">
                  <c:v>4.3403002440000007</c:v>
                </c:pt>
                <c:pt idx="13">
                  <c:v>4.4882567240000002</c:v>
                </c:pt>
                <c:pt idx="14">
                  <c:v>4.6348960840000002</c:v>
                </c:pt>
                <c:pt idx="15">
                  <c:v>4.8028288840000002</c:v>
                </c:pt>
                <c:pt idx="16">
                  <c:v>5.0000676039999998</c:v>
                </c:pt>
                <c:pt idx="17">
                  <c:v>5.2570157640000001</c:v>
                </c:pt>
                <c:pt idx="18">
                  <c:v>5.5546848840000003</c:v>
                </c:pt>
                <c:pt idx="19">
                  <c:v>5.9998714440000001</c:v>
                </c:pt>
                <c:pt idx="20">
                  <c:v>6.4411066440000004</c:v>
                </c:pt>
                <c:pt idx="21">
                  <c:v>6.9367828040000008</c:v>
                </c:pt>
                <c:pt idx="22">
                  <c:v>7.6405639240000003</c:v>
                </c:pt>
                <c:pt idx="23">
                  <c:v>8.4160183240000013</c:v>
                </c:pt>
                <c:pt idx="24">
                  <c:v>9.1031159240000008</c:v>
                </c:pt>
                <c:pt idx="25">
                  <c:v>9.6763924040000013</c:v>
                </c:pt>
                <c:pt idx="26">
                  <c:v>10.155275284</c:v>
                </c:pt>
                <c:pt idx="27">
                  <c:v>10.576534164</c:v>
                </c:pt>
                <c:pt idx="28">
                  <c:v>11.034891924</c:v>
                </c:pt>
                <c:pt idx="29">
                  <c:v>11.563935124</c:v>
                </c:pt>
                <c:pt idx="30">
                  <c:v>12.137540884</c:v>
                </c:pt>
                <c:pt idx="31">
                  <c:v>12.723330004000001</c:v>
                </c:pt>
                <c:pt idx="32">
                  <c:v>13.376621524000001</c:v>
                </c:pt>
                <c:pt idx="33">
                  <c:v>14.170625363999999</c:v>
                </c:pt>
                <c:pt idx="34">
                  <c:v>15.019838484000001</c:v>
                </c:pt>
                <c:pt idx="35">
                  <c:v>15.833050324</c:v>
                </c:pt>
                <c:pt idx="36">
                  <c:v>16.591821204000002</c:v>
                </c:pt>
                <c:pt idx="37">
                  <c:v>17.315468884000001</c:v>
                </c:pt>
                <c:pt idx="38">
                  <c:v>18.025835604000001</c:v>
                </c:pt>
                <c:pt idx="39">
                  <c:v>18.799424084000002</c:v>
                </c:pt>
                <c:pt idx="40">
                  <c:v>19.634368404000003</c:v>
                </c:pt>
                <c:pt idx="41">
                  <c:v>20.453617044000001</c:v>
                </c:pt>
                <c:pt idx="42">
                  <c:v>21.181106324000002</c:v>
                </c:pt>
                <c:pt idx="43">
                  <c:v>21.828031764000002</c:v>
                </c:pt>
                <c:pt idx="44">
                  <c:v>22.361136084000002</c:v>
                </c:pt>
                <c:pt idx="45">
                  <c:v>22.792602643999999</c:v>
                </c:pt>
                <c:pt idx="46">
                  <c:v>23.145920084000004</c:v>
                </c:pt>
                <c:pt idx="47">
                  <c:v>23.486285844000001</c:v>
                </c:pt>
                <c:pt idx="48">
                  <c:v>23.931911444000004</c:v>
                </c:pt>
                <c:pt idx="49">
                  <c:v>24.336925844</c:v>
                </c:pt>
                <c:pt idx="50">
                  <c:v>24.684426003999999</c:v>
                </c:pt>
                <c:pt idx="51">
                  <c:v>24.993071124</c:v>
                </c:pt>
                <c:pt idx="52">
                  <c:v>25.356815764000004</c:v>
                </c:pt>
                <c:pt idx="53">
                  <c:v>25.738122004000001</c:v>
                </c:pt>
                <c:pt idx="54">
                  <c:v>26.216565844000002</c:v>
                </c:pt>
                <c:pt idx="55">
                  <c:v>26.706973524000002</c:v>
                </c:pt>
                <c:pt idx="56">
                  <c:v>27.154574803999999</c:v>
                </c:pt>
                <c:pt idx="57">
                  <c:v>27.491318484000001</c:v>
                </c:pt>
                <c:pt idx="58">
                  <c:v>27.751669204000002</c:v>
                </c:pt>
                <c:pt idx="59">
                  <c:v>28.001373204</c:v>
                </c:pt>
                <c:pt idx="60">
                  <c:v>28.294761684000004</c:v>
                </c:pt>
                <c:pt idx="61">
                  <c:v>28.588040404000001</c:v>
                </c:pt>
                <c:pt idx="62">
                  <c:v>28.924015764000004</c:v>
                </c:pt>
                <c:pt idx="63">
                  <c:v>29.295224084000001</c:v>
                </c:pt>
                <c:pt idx="64">
                  <c:v>29.564904404</c:v>
                </c:pt>
                <c:pt idx="65">
                  <c:v>29.697933524</c:v>
                </c:pt>
                <c:pt idx="66">
                  <c:v>29.751935444000004</c:v>
                </c:pt>
                <c:pt idx="67">
                  <c:v>29.815815764000003</c:v>
                </c:pt>
                <c:pt idx="68">
                  <c:v>29.948405844</c:v>
                </c:pt>
                <c:pt idx="69">
                  <c:v>30.213805524000001</c:v>
                </c:pt>
                <c:pt idx="70">
                  <c:v>30.456375124000001</c:v>
                </c:pt>
                <c:pt idx="71">
                  <c:v>30.504889044000002</c:v>
                </c:pt>
                <c:pt idx="72">
                  <c:v>30.355505684000004</c:v>
                </c:pt>
                <c:pt idx="73">
                  <c:v>30.146961684000004</c:v>
                </c:pt>
                <c:pt idx="74">
                  <c:v>30.104155284000001</c:v>
                </c:pt>
                <c:pt idx="75">
                  <c:v>30.243001684000003</c:v>
                </c:pt>
                <c:pt idx="76">
                  <c:v>30.385360404</c:v>
                </c:pt>
                <c:pt idx="77">
                  <c:v>30.365603604000004</c:v>
                </c:pt>
                <c:pt idx="78">
                  <c:v>30.099325844000003</c:v>
                </c:pt>
                <c:pt idx="79">
                  <c:v>29.658529684000005</c:v>
                </c:pt>
                <c:pt idx="80">
                  <c:v>29.209391763999999</c:v>
                </c:pt>
                <c:pt idx="81">
                  <c:v>28.881977684000002</c:v>
                </c:pt>
                <c:pt idx="82">
                  <c:v>28.632383444000002</c:v>
                </c:pt>
                <c:pt idx="83">
                  <c:v>28.410338964000001</c:v>
                </c:pt>
                <c:pt idx="84">
                  <c:v>28.133634004000001</c:v>
                </c:pt>
                <c:pt idx="85">
                  <c:v>27.913016404</c:v>
                </c:pt>
                <c:pt idx="86">
                  <c:v>27.745412884</c:v>
                </c:pt>
                <c:pt idx="87">
                  <c:v>27.613261844000004</c:v>
                </c:pt>
                <c:pt idx="88">
                  <c:v>27.621054804</c:v>
                </c:pt>
                <c:pt idx="89">
                  <c:v>27.765718484000001</c:v>
                </c:pt>
                <c:pt idx="90">
                  <c:v>27.995446164000001</c:v>
                </c:pt>
                <c:pt idx="91">
                  <c:v>28.208161044000004</c:v>
                </c:pt>
                <c:pt idx="92">
                  <c:v>28.267650964000001</c:v>
                </c:pt>
                <c:pt idx="93">
                  <c:v>28.135280404</c:v>
                </c:pt>
                <c:pt idx="94">
                  <c:v>27.970420884000003</c:v>
                </c:pt>
                <c:pt idx="95">
                  <c:v>27.865161044000001</c:v>
                </c:pt>
                <c:pt idx="96">
                  <c:v>27.872185684000002</c:v>
                </c:pt>
                <c:pt idx="97">
                  <c:v>27.980738324000004</c:v>
                </c:pt>
                <c:pt idx="98">
                  <c:v>28.118048084000002</c:v>
                </c:pt>
                <c:pt idx="99">
                  <c:v>28.187196883999999</c:v>
                </c:pt>
                <c:pt idx="100">
                  <c:v>28.116401684000003</c:v>
                </c:pt>
                <c:pt idx="101">
                  <c:v>28.060094804000002</c:v>
                </c:pt>
                <c:pt idx="102">
                  <c:v>28.067558484000003</c:v>
                </c:pt>
                <c:pt idx="103">
                  <c:v>28.093022804000004</c:v>
                </c:pt>
                <c:pt idx="104">
                  <c:v>28.000385364000003</c:v>
                </c:pt>
                <c:pt idx="105">
                  <c:v>27.872954004000004</c:v>
                </c:pt>
                <c:pt idx="106">
                  <c:v>27.849245844000002</c:v>
                </c:pt>
                <c:pt idx="107">
                  <c:v>27.877344404000002</c:v>
                </c:pt>
                <c:pt idx="108">
                  <c:v>27.860880404</c:v>
                </c:pt>
                <c:pt idx="109">
                  <c:v>27.747498324000002</c:v>
                </c:pt>
                <c:pt idx="110">
                  <c:v>27.460914964000001</c:v>
                </c:pt>
                <c:pt idx="111">
                  <c:v>27.041631764000005</c:v>
                </c:pt>
                <c:pt idx="112">
                  <c:v>26.617189844000002</c:v>
                </c:pt>
                <c:pt idx="113">
                  <c:v>26.236651924</c:v>
                </c:pt>
                <c:pt idx="114">
                  <c:v>25.865772884000002</c:v>
                </c:pt>
                <c:pt idx="115">
                  <c:v>25.434635604000004</c:v>
                </c:pt>
                <c:pt idx="116">
                  <c:v>24.902080084000001</c:v>
                </c:pt>
                <c:pt idx="117">
                  <c:v>24.385659283999999</c:v>
                </c:pt>
                <c:pt idx="118">
                  <c:v>24.027622164</c:v>
                </c:pt>
                <c:pt idx="119">
                  <c:v>23.478163604000002</c:v>
                </c:pt>
                <c:pt idx="120">
                  <c:v>22.912241044000002</c:v>
                </c:pt>
                <c:pt idx="121">
                  <c:v>22.555191764</c:v>
                </c:pt>
                <c:pt idx="122">
                  <c:v>22.315695443999999</c:v>
                </c:pt>
                <c:pt idx="123">
                  <c:v>22.054686164000003</c:v>
                </c:pt>
                <c:pt idx="124">
                  <c:v>21.617073043999998</c:v>
                </c:pt>
                <c:pt idx="125">
                  <c:v>21.017344404000003</c:v>
                </c:pt>
                <c:pt idx="126">
                  <c:v>20.273391124000003</c:v>
                </c:pt>
                <c:pt idx="127">
                  <c:v>19.612526164000002</c:v>
                </c:pt>
                <c:pt idx="128">
                  <c:v>19.166461524000002</c:v>
                </c:pt>
                <c:pt idx="129">
                  <c:v>18.900293524000002</c:v>
                </c:pt>
                <c:pt idx="130">
                  <c:v>18.721714004000003</c:v>
                </c:pt>
                <c:pt idx="131">
                  <c:v>18.530182804000003</c:v>
                </c:pt>
                <c:pt idx="132">
                  <c:v>18.240965204000002</c:v>
                </c:pt>
                <c:pt idx="133">
                  <c:v>17.880623124000003</c:v>
                </c:pt>
                <c:pt idx="134">
                  <c:v>17.455193364000003</c:v>
                </c:pt>
                <c:pt idx="135">
                  <c:v>17.012202004000002</c:v>
                </c:pt>
                <c:pt idx="136">
                  <c:v>16.617175764000002</c:v>
                </c:pt>
                <c:pt idx="137">
                  <c:v>16.277907603999999</c:v>
                </c:pt>
                <c:pt idx="138">
                  <c:v>16.021837524000002</c:v>
                </c:pt>
                <c:pt idx="139">
                  <c:v>15.798475924000002</c:v>
                </c:pt>
                <c:pt idx="140">
                  <c:v>15.588834324</c:v>
                </c:pt>
                <c:pt idx="141">
                  <c:v>15.261749524000003</c:v>
                </c:pt>
                <c:pt idx="142">
                  <c:v>14.717888724000002</c:v>
                </c:pt>
                <c:pt idx="143">
                  <c:v>14.044072084000002</c:v>
                </c:pt>
                <c:pt idx="144">
                  <c:v>13.338754324</c:v>
                </c:pt>
                <c:pt idx="145">
                  <c:v>12.724098324000002</c:v>
                </c:pt>
                <c:pt idx="146">
                  <c:v>12.289997524</c:v>
                </c:pt>
                <c:pt idx="147">
                  <c:v>11.914179284000001</c:v>
                </c:pt>
                <c:pt idx="148">
                  <c:v>11.487981204</c:v>
                </c:pt>
                <c:pt idx="149">
                  <c:v>10.846324244</c:v>
                </c:pt>
                <c:pt idx="150">
                  <c:v>9.9799885639999992</c:v>
                </c:pt>
                <c:pt idx="151">
                  <c:v>9.0279303239999997</c:v>
                </c:pt>
                <c:pt idx="152">
                  <c:v>8.1595092040000008</c:v>
                </c:pt>
                <c:pt idx="153">
                  <c:v>7.433117524</c:v>
                </c:pt>
                <c:pt idx="154">
                  <c:v>6.9265751240000011</c:v>
                </c:pt>
                <c:pt idx="155">
                  <c:v>6.5884045640000002</c:v>
                </c:pt>
                <c:pt idx="156">
                  <c:v>6.331127124</c:v>
                </c:pt>
                <c:pt idx="157">
                  <c:v>6.0941552840000002</c:v>
                </c:pt>
                <c:pt idx="158">
                  <c:v>5.8599274440000011</c:v>
                </c:pt>
                <c:pt idx="159">
                  <c:v>5.6517127240000011</c:v>
                </c:pt>
                <c:pt idx="160">
                  <c:v>5.4672061640000003</c:v>
                </c:pt>
                <c:pt idx="161">
                  <c:v>5.3019076040000011</c:v>
                </c:pt>
                <c:pt idx="162">
                  <c:v>5.2077335240000009</c:v>
                </c:pt>
                <c:pt idx="163">
                  <c:v>5.1993917640000005</c:v>
                </c:pt>
                <c:pt idx="164">
                  <c:v>5.2713943240000001</c:v>
                </c:pt>
                <c:pt idx="165">
                  <c:v>5.3787396040000006</c:v>
                </c:pt>
                <c:pt idx="166">
                  <c:v>5.4972804040000005</c:v>
                </c:pt>
                <c:pt idx="167">
                  <c:v>5.5200007240000009</c:v>
                </c:pt>
                <c:pt idx="168">
                  <c:v>5.4437175240000002</c:v>
                </c:pt>
                <c:pt idx="169">
                  <c:v>5.2948829640000001</c:v>
                </c:pt>
                <c:pt idx="170">
                  <c:v>5.1525242440000003</c:v>
                </c:pt>
                <c:pt idx="171">
                  <c:v>5.1377066439999997</c:v>
                </c:pt>
                <c:pt idx="172">
                  <c:v>5.0369469640000002</c:v>
                </c:pt>
                <c:pt idx="173">
                  <c:v>4.8683556040000004</c:v>
                </c:pt>
                <c:pt idx="174">
                  <c:v>4.6991056840000001</c:v>
                </c:pt>
                <c:pt idx="175">
                  <c:v>4.5428074440000001</c:v>
                </c:pt>
                <c:pt idx="176">
                  <c:v>4.3345927240000002</c:v>
                </c:pt>
                <c:pt idx="177">
                  <c:v>4.1328538440000004</c:v>
                </c:pt>
                <c:pt idx="178">
                  <c:v>3.9488960840000003</c:v>
                </c:pt>
                <c:pt idx="179">
                  <c:v>3.7986346440000003</c:v>
                </c:pt>
                <c:pt idx="180">
                  <c:v>3.6156647240000002</c:v>
                </c:pt>
                <c:pt idx="181">
                  <c:v>3.4286336840000002</c:v>
                </c:pt>
                <c:pt idx="182">
                  <c:v>3.2751892040000001</c:v>
                </c:pt>
                <c:pt idx="183">
                  <c:v>3.1355744840000002</c:v>
                </c:pt>
                <c:pt idx="184">
                  <c:v>3.0289975240000002</c:v>
                </c:pt>
                <c:pt idx="185">
                  <c:v>2.9287866440000005</c:v>
                </c:pt>
                <c:pt idx="186">
                  <c:v>2.8529424840000002</c:v>
                </c:pt>
                <c:pt idx="187">
                  <c:v>2.8141972040000005</c:v>
                </c:pt>
                <c:pt idx="188">
                  <c:v>2.8192461640000004</c:v>
                </c:pt>
                <c:pt idx="189">
                  <c:v>2.8449300040000001</c:v>
                </c:pt>
                <c:pt idx="190">
                  <c:v>2.8700650440000004</c:v>
                </c:pt>
                <c:pt idx="191">
                  <c:v>2.9092493639999999</c:v>
                </c:pt>
                <c:pt idx="192">
                  <c:v>3.007045524</c:v>
                </c:pt>
                <c:pt idx="193">
                  <c:v>3.0699380040000004</c:v>
                </c:pt>
                <c:pt idx="194">
                  <c:v>3.0383271240000003</c:v>
                </c:pt>
                <c:pt idx="195">
                  <c:v>2.989483924</c:v>
                </c:pt>
                <c:pt idx="196">
                  <c:v>2.9287866440000005</c:v>
                </c:pt>
                <c:pt idx="197">
                  <c:v>2.8268196040000007</c:v>
                </c:pt>
                <c:pt idx="198">
                  <c:v>2.7992698440000003</c:v>
                </c:pt>
                <c:pt idx="199">
                  <c:v>2.780061844</c:v>
                </c:pt>
                <c:pt idx="200">
                  <c:v>2.6869853640000003</c:v>
                </c:pt>
                <c:pt idx="201">
                  <c:v>2.5914941640000002</c:v>
                </c:pt>
                <c:pt idx="202">
                  <c:v>2.5062106440000003</c:v>
                </c:pt>
                <c:pt idx="203">
                  <c:v>2.4144512840000001</c:v>
                </c:pt>
                <c:pt idx="204">
                  <c:v>2.3493636040000001</c:v>
                </c:pt>
                <c:pt idx="205">
                  <c:v>2.3208260040000002</c:v>
                </c:pt>
                <c:pt idx="206">
                  <c:v>2.3066669640000002</c:v>
                </c:pt>
                <c:pt idx="207">
                  <c:v>2.2853735240000002</c:v>
                </c:pt>
                <c:pt idx="208">
                  <c:v>2.2734096840000002</c:v>
                </c:pt>
                <c:pt idx="209">
                  <c:v>2.268141204</c:v>
                </c:pt>
                <c:pt idx="210">
                  <c:v>2.2958007240000002</c:v>
                </c:pt>
                <c:pt idx="211">
                  <c:v>2.3584736840000002</c:v>
                </c:pt>
                <c:pt idx="212">
                  <c:v>2.4751485639999999</c:v>
                </c:pt>
                <c:pt idx="213">
                  <c:v>2.6340810440000006</c:v>
                </c:pt>
                <c:pt idx="214">
                  <c:v>2.8419664840000003</c:v>
                </c:pt>
                <c:pt idx="215">
                  <c:v>3.1079149639999999</c:v>
                </c:pt>
                <c:pt idx="216">
                  <c:v>3.4055840840000005</c:v>
                </c:pt>
                <c:pt idx="217">
                  <c:v>3.7400228040000005</c:v>
                </c:pt>
                <c:pt idx="218">
                  <c:v>4.1428420040000002</c:v>
                </c:pt>
                <c:pt idx="219">
                  <c:v>4.5321607240000006</c:v>
                </c:pt>
                <c:pt idx="220">
                  <c:v>4.7942676040000007</c:v>
                </c:pt>
                <c:pt idx="221">
                  <c:v>5.1086202439999999</c:v>
                </c:pt>
                <c:pt idx="222">
                  <c:v>5.5546848840000003</c:v>
                </c:pt>
                <c:pt idx="223">
                  <c:v>6.0457511239999997</c:v>
                </c:pt>
                <c:pt idx="224">
                  <c:v>6.5776480840000007</c:v>
                </c:pt>
                <c:pt idx="225">
                  <c:v>7.1914260040000002</c:v>
                </c:pt>
                <c:pt idx="226">
                  <c:v>7.8339610440000005</c:v>
                </c:pt>
                <c:pt idx="227">
                  <c:v>8.5377421640000009</c:v>
                </c:pt>
                <c:pt idx="228">
                  <c:v>9.3564420040000016</c:v>
                </c:pt>
                <c:pt idx="229">
                  <c:v>10.210704084000001</c:v>
                </c:pt>
                <c:pt idx="230">
                  <c:v>11.078686164000002</c:v>
                </c:pt>
                <c:pt idx="231">
                  <c:v>11.899690964000001</c:v>
                </c:pt>
                <c:pt idx="232">
                  <c:v>12.699182804000001</c:v>
                </c:pt>
                <c:pt idx="233">
                  <c:v>13.549932564000002</c:v>
                </c:pt>
                <c:pt idx="234">
                  <c:v>14.359851604000001</c:v>
                </c:pt>
                <c:pt idx="235">
                  <c:v>15.151660244</c:v>
                </c:pt>
                <c:pt idx="236">
                  <c:v>15.896052564</c:v>
                </c:pt>
                <c:pt idx="237">
                  <c:v>16.639896084</c:v>
                </c:pt>
                <c:pt idx="238">
                  <c:v>17.405801364000002</c:v>
                </c:pt>
                <c:pt idx="239">
                  <c:v>18.209354324000003</c:v>
                </c:pt>
                <c:pt idx="240">
                  <c:v>18.992272404000001</c:v>
                </c:pt>
                <c:pt idx="241">
                  <c:v>19.736006163999999</c:v>
                </c:pt>
                <c:pt idx="242">
                  <c:v>20.470520084</c:v>
                </c:pt>
                <c:pt idx="243">
                  <c:v>21.068821844000002</c:v>
                </c:pt>
                <c:pt idx="244">
                  <c:v>21.536509204000001</c:v>
                </c:pt>
                <c:pt idx="245">
                  <c:v>21.921327764000001</c:v>
                </c:pt>
                <c:pt idx="246">
                  <c:v>22.249729684000002</c:v>
                </c:pt>
                <c:pt idx="247">
                  <c:v>22.598217684000002</c:v>
                </c:pt>
                <c:pt idx="248">
                  <c:v>22.995000084000001</c:v>
                </c:pt>
                <c:pt idx="249">
                  <c:v>23.441942804000004</c:v>
                </c:pt>
                <c:pt idx="250">
                  <c:v>23.888336723999998</c:v>
                </c:pt>
                <c:pt idx="251">
                  <c:v>24.295765843999998</c:v>
                </c:pt>
                <c:pt idx="252">
                  <c:v>24.672352404000002</c:v>
                </c:pt>
                <c:pt idx="253">
                  <c:v>25.023474644</c:v>
                </c:pt>
                <c:pt idx="254">
                  <c:v>25.392597523999999</c:v>
                </c:pt>
                <c:pt idx="255">
                  <c:v>25.779172244000002</c:v>
                </c:pt>
                <c:pt idx="256">
                  <c:v>26.172442324000002</c:v>
                </c:pt>
                <c:pt idx="257">
                  <c:v>26.543760404</c:v>
                </c:pt>
                <c:pt idx="258">
                  <c:v>26.881930964000002</c:v>
                </c:pt>
                <c:pt idx="259">
                  <c:v>27.177075604000002</c:v>
                </c:pt>
                <c:pt idx="260">
                  <c:v>27.367070164000001</c:v>
                </c:pt>
                <c:pt idx="261">
                  <c:v>27.448292564000003</c:v>
                </c:pt>
                <c:pt idx="262">
                  <c:v>27.447524244000004</c:v>
                </c:pt>
                <c:pt idx="263">
                  <c:v>27.568479763999999</c:v>
                </c:pt>
                <c:pt idx="264">
                  <c:v>27.820927764</c:v>
                </c:pt>
                <c:pt idx="265">
                  <c:v>28.093132564000001</c:v>
                </c:pt>
                <c:pt idx="266">
                  <c:v>28.295969044000003</c:v>
                </c:pt>
                <c:pt idx="267">
                  <c:v>28.467523924000002</c:v>
                </c:pt>
                <c:pt idx="268">
                  <c:v>28.527013844000003</c:v>
                </c:pt>
                <c:pt idx="269">
                  <c:v>28.541282644000002</c:v>
                </c:pt>
                <c:pt idx="270">
                  <c:v>28.578710804000004</c:v>
                </c:pt>
                <c:pt idx="271">
                  <c:v>28.700983444000002</c:v>
                </c:pt>
                <c:pt idx="272">
                  <c:v>28.867050324000001</c:v>
                </c:pt>
                <c:pt idx="273">
                  <c:v>29.047056724000001</c:v>
                </c:pt>
                <c:pt idx="274">
                  <c:v>29.216965204000001</c:v>
                </c:pt>
                <c:pt idx="275">
                  <c:v>29.275467284000001</c:v>
                </c:pt>
                <c:pt idx="276">
                  <c:v>29.249563924000004</c:v>
                </c:pt>
                <c:pt idx="277">
                  <c:v>29.173939284000003</c:v>
                </c:pt>
                <c:pt idx="278">
                  <c:v>29.050130004000003</c:v>
                </c:pt>
                <c:pt idx="279">
                  <c:v>28.913039764000001</c:v>
                </c:pt>
                <c:pt idx="280">
                  <c:v>28.852452244000002</c:v>
                </c:pt>
                <c:pt idx="281">
                  <c:v>28.863098963999999</c:v>
                </c:pt>
                <c:pt idx="282">
                  <c:v>28.834012564000005</c:v>
                </c:pt>
                <c:pt idx="283">
                  <c:v>28.864086804000003</c:v>
                </c:pt>
                <c:pt idx="284">
                  <c:v>28.921710804</c:v>
                </c:pt>
                <c:pt idx="285">
                  <c:v>28.932028244000001</c:v>
                </c:pt>
                <c:pt idx="286">
                  <c:v>28.899978324000003</c:v>
                </c:pt>
                <c:pt idx="287">
                  <c:v>28.788352404000001</c:v>
                </c:pt>
                <c:pt idx="288">
                  <c:v>28.577613204000002</c:v>
                </c:pt>
                <c:pt idx="289">
                  <c:v>28.415168404000003</c:v>
                </c:pt>
                <c:pt idx="290">
                  <c:v>28.342617044000001</c:v>
                </c:pt>
                <c:pt idx="291">
                  <c:v>28.372362004000003</c:v>
                </c:pt>
                <c:pt idx="292">
                  <c:v>28.453364884000003</c:v>
                </c:pt>
                <c:pt idx="293">
                  <c:v>28.430864084</c:v>
                </c:pt>
                <c:pt idx="294">
                  <c:v>28.253052884000002</c:v>
                </c:pt>
                <c:pt idx="295">
                  <c:v>28.013666324000003</c:v>
                </c:pt>
                <c:pt idx="296">
                  <c:v>27.851221524</c:v>
                </c:pt>
                <c:pt idx="297">
                  <c:v>27.796341524000002</c:v>
                </c:pt>
                <c:pt idx="298">
                  <c:v>27.818403284000002</c:v>
                </c:pt>
                <c:pt idx="299">
                  <c:v>27.810939604000001</c:v>
                </c:pt>
                <c:pt idx="300">
                  <c:v>27.710728724000003</c:v>
                </c:pt>
                <c:pt idx="301">
                  <c:v>27.529954004</c:v>
                </c:pt>
                <c:pt idx="302">
                  <c:v>27.282994004000003</c:v>
                </c:pt>
                <c:pt idx="303">
                  <c:v>27.143928084000002</c:v>
                </c:pt>
                <c:pt idx="304">
                  <c:v>27.146891604</c:v>
                </c:pt>
                <c:pt idx="305">
                  <c:v>27.141623124000002</c:v>
                </c:pt>
                <c:pt idx="306">
                  <c:v>27.023960404</c:v>
                </c:pt>
                <c:pt idx="307">
                  <c:v>26.789842324000002</c:v>
                </c:pt>
                <c:pt idx="308">
                  <c:v>26.597213524000001</c:v>
                </c:pt>
                <c:pt idx="309">
                  <c:v>26.422146324000003</c:v>
                </c:pt>
                <c:pt idx="310">
                  <c:v>26.245762004000003</c:v>
                </c:pt>
                <c:pt idx="311">
                  <c:v>26.096817684000001</c:v>
                </c:pt>
                <c:pt idx="312">
                  <c:v>25.902652244000002</c:v>
                </c:pt>
                <c:pt idx="313">
                  <c:v>25.637911123999999</c:v>
                </c:pt>
                <c:pt idx="314">
                  <c:v>25.284593684000001</c:v>
                </c:pt>
                <c:pt idx="315">
                  <c:v>24.906909524</c:v>
                </c:pt>
                <c:pt idx="316">
                  <c:v>24.582349204000003</c:v>
                </c:pt>
                <c:pt idx="317">
                  <c:v>24.309266323999999</c:v>
                </c:pt>
                <c:pt idx="318">
                  <c:v>24.006109204000001</c:v>
                </c:pt>
                <c:pt idx="319">
                  <c:v>23.575301204000002</c:v>
                </c:pt>
                <c:pt idx="320">
                  <c:v>23.136370964000001</c:v>
                </c:pt>
                <c:pt idx="321">
                  <c:v>22.823884244000002</c:v>
                </c:pt>
                <c:pt idx="322">
                  <c:v>22.365087444</c:v>
                </c:pt>
                <c:pt idx="323">
                  <c:v>21.928242644000001</c:v>
                </c:pt>
                <c:pt idx="324">
                  <c:v>21.516971924000003</c:v>
                </c:pt>
                <c:pt idx="325">
                  <c:v>21.226766483999999</c:v>
                </c:pt>
                <c:pt idx="326">
                  <c:v>20.958293524000002</c:v>
                </c:pt>
                <c:pt idx="327">
                  <c:v>20.617269204000003</c:v>
                </c:pt>
                <c:pt idx="328">
                  <c:v>20.198864084</c:v>
                </c:pt>
                <c:pt idx="329">
                  <c:v>19.815143123999999</c:v>
                </c:pt>
                <c:pt idx="330">
                  <c:v>19.461935444000002</c:v>
                </c:pt>
                <c:pt idx="331">
                  <c:v>19.189401364000002</c:v>
                </c:pt>
                <c:pt idx="332">
                  <c:v>18.943758484</c:v>
                </c:pt>
                <c:pt idx="333">
                  <c:v>18.724897044000002</c:v>
                </c:pt>
                <c:pt idx="334">
                  <c:v>18.455985044000002</c:v>
                </c:pt>
                <c:pt idx="335">
                  <c:v>18.125936724000002</c:v>
                </c:pt>
                <c:pt idx="336">
                  <c:v>17.754069844</c:v>
                </c:pt>
                <c:pt idx="337">
                  <c:v>17.403167123999999</c:v>
                </c:pt>
                <c:pt idx="338">
                  <c:v>17.104400404000003</c:v>
                </c:pt>
                <c:pt idx="339">
                  <c:v>16.772925204</c:v>
                </c:pt>
                <c:pt idx="340">
                  <c:v>16.474268244000001</c:v>
                </c:pt>
                <c:pt idx="341">
                  <c:v>16.233893844000001</c:v>
                </c:pt>
                <c:pt idx="342">
                  <c:v>15.991543764000003</c:v>
                </c:pt>
                <c:pt idx="343">
                  <c:v>15.755450004000002</c:v>
                </c:pt>
                <c:pt idx="344">
                  <c:v>15.498501844000002</c:v>
                </c:pt>
                <c:pt idx="345">
                  <c:v>15.202369364000001</c:v>
                </c:pt>
                <c:pt idx="346">
                  <c:v>14.813709204</c:v>
                </c:pt>
                <c:pt idx="347">
                  <c:v>14.328460244000002</c:v>
                </c:pt>
                <c:pt idx="348">
                  <c:v>13.789319124</c:v>
                </c:pt>
                <c:pt idx="349">
                  <c:v>13.218676884000001</c:v>
                </c:pt>
                <c:pt idx="350">
                  <c:v>12.702695124000002</c:v>
                </c:pt>
                <c:pt idx="351">
                  <c:v>12.161249044000002</c:v>
                </c:pt>
                <c:pt idx="352">
                  <c:v>11.629791124</c:v>
                </c:pt>
                <c:pt idx="353">
                  <c:v>11.021610964000001</c:v>
                </c:pt>
                <c:pt idx="354">
                  <c:v>10.295768084000002</c:v>
                </c:pt>
                <c:pt idx="355">
                  <c:v>9.4139562440000013</c:v>
                </c:pt>
                <c:pt idx="356">
                  <c:v>8.3703581640000007</c:v>
                </c:pt>
                <c:pt idx="357">
                  <c:v>7.2821975240000008</c:v>
                </c:pt>
                <c:pt idx="358">
                  <c:v>6.2708688840000004</c:v>
                </c:pt>
                <c:pt idx="359">
                  <c:v>5.4709380039999997</c:v>
                </c:pt>
                <c:pt idx="360">
                  <c:v>4.8652823240000007</c:v>
                </c:pt>
                <c:pt idx="361">
                  <c:v>4.4404013640000004</c:v>
                </c:pt>
                <c:pt idx="362">
                  <c:v>4.1736845640000002</c:v>
                </c:pt>
                <c:pt idx="363">
                  <c:v>3.9227732040000003</c:v>
                </c:pt>
                <c:pt idx="364">
                  <c:v>3.7073143240000004</c:v>
                </c:pt>
                <c:pt idx="365">
                  <c:v>3.5175392840000002</c:v>
                </c:pt>
                <c:pt idx="366">
                  <c:v>3.3733146440000006</c:v>
                </c:pt>
                <c:pt idx="367">
                  <c:v>3.1812346440000003</c:v>
                </c:pt>
                <c:pt idx="368">
                  <c:v>2.9923376839999998</c:v>
                </c:pt>
                <c:pt idx="369">
                  <c:v>2.8753335240000002</c:v>
                </c:pt>
                <c:pt idx="370">
                  <c:v>2.7779764039999999</c:v>
                </c:pt>
                <c:pt idx="371">
                  <c:v>2.6892903239999999</c:v>
                </c:pt>
                <c:pt idx="372">
                  <c:v>2.6398983240000002</c:v>
                </c:pt>
                <c:pt idx="373">
                  <c:v>2.6177268040000001</c:v>
                </c:pt>
                <c:pt idx="374">
                  <c:v>2.5437485639999999</c:v>
                </c:pt>
                <c:pt idx="375">
                  <c:v>2.4400253640000003</c:v>
                </c:pt>
                <c:pt idx="376">
                  <c:v>2.3413511240000004</c:v>
                </c:pt>
                <c:pt idx="377">
                  <c:v>2.2628727240000002</c:v>
                </c:pt>
                <c:pt idx="378">
                  <c:v>2.1908701640000001</c:v>
                </c:pt>
                <c:pt idx="379">
                  <c:v>2.1575031240000002</c:v>
                </c:pt>
                <c:pt idx="380">
                  <c:v>2.1184285640000002</c:v>
                </c:pt>
                <c:pt idx="381">
                  <c:v>2.0760612040000002</c:v>
                </c:pt>
                <c:pt idx="382">
                  <c:v>2.0192055240000002</c:v>
                </c:pt>
                <c:pt idx="383">
                  <c:v>1.9597156040000001</c:v>
                </c:pt>
                <c:pt idx="384">
                  <c:v>1.9001159240000001</c:v>
                </c:pt>
                <c:pt idx="385">
                  <c:v>1.8479799240000003</c:v>
                </c:pt>
                <c:pt idx="386">
                  <c:v>1.7937584840000003</c:v>
                </c:pt>
                <c:pt idx="387">
                  <c:v>1.719341204</c:v>
                </c:pt>
                <c:pt idx="388">
                  <c:v>1.6428384840000001</c:v>
                </c:pt>
                <c:pt idx="389">
                  <c:v>1.608154324</c:v>
                </c:pt>
                <c:pt idx="390">
                  <c:v>1.5470180040000001</c:v>
                </c:pt>
                <c:pt idx="391">
                  <c:v>1.5145290440000001</c:v>
                </c:pt>
                <c:pt idx="392">
                  <c:v>1.465246804</c:v>
                </c:pt>
                <c:pt idx="393">
                  <c:v>1.4310016840000002</c:v>
                </c:pt>
                <c:pt idx="394">
                  <c:v>1.425623444</c:v>
                </c:pt>
                <c:pt idx="395">
                  <c:v>1.3867684040000001</c:v>
                </c:pt>
                <c:pt idx="396">
                  <c:v>1.370523924</c:v>
                </c:pt>
                <c:pt idx="397">
                  <c:v>1.3472548040000001</c:v>
                </c:pt>
                <c:pt idx="398">
                  <c:v>1.2956676040000001</c:v>
                </c:pt>
                <c:pt idx="399">
                  <c:v>1.2552759240000002</c:v>
                </c:pt>
                <c:pt idx="400">
                  <c:v>1.2018228040000001</c:v>
                </c:pt>
                <c:pt idx="401">
                  <c:v>1.176687764</c:v>
                </c:pt>
                <c:pt idx="402">
                  <c:v>1.1260884040000001</c:v>
                </c:pt>
                <c:pt idx="403">
                  <c:v>1.093709204</c:v>
                </c:pt>
                <c:pt idx="404">
                  <c:v>1.060122644</c:v>
                </c:pt>
                <c:pt idx="405">
                  <c:v>1.0574884040000001</c:v>
                </c:pt>
                <c:pt idx="406">
                  <c:v>1.065391124</c:v>
                </c:pt>
                <c:pt idx="407">
                  <c:v>1.0729645640000001</c:v>
                </c:pt>
                <c:pt idx="408">
                  <c:v>1.105014484</c:v>
                </c:pt>
                <c:pt idx="409">
                  <c:v>1.1407962440000001</c:v>
                </c:pt>
                <c:pt idx="410">
                  <c:v>1.1391498440000001</c:v>
                </c:pt>
                <c:pt idx="411">
                  <c:v>1.161101844</c:v>
                </c:pt>
                <c:pt idx="412">
                  <c:v>1.1985300040000002</c:v>
                </c:pt>
                <c:pt idx="413">
                  <c:v>1.202042324</c:v>
                </c:pt>
                <c:pt idx="414">
                  <c:v>1.174931604</c:v>
                </c:pt>
                <c:pt idx="415">
                  <c:v>1.1952372040000001</c:v>
                </c:pt>
                <c:pt idx="416">
                  <c:v>1.2782157640000003</c:v>
                </c:pt>
                <c:pt idx="417">
                  <c:v>1.384134164</c:v>
                </c:pt>
                <c:pt idx="418">
                  <c:v>1.4922477640000003</c:v>
                </c:pt>
                <c:pt idx="419">
                  <c:v>1.6527168839999999</c:v>
                </c:pt>
                <c:pt idx="420">
                  <c:v>1.7965024840000001</c:v>
                </c:pt>
                <c:pt idx="421">
                  <c:v>1.9203117640000003</c:v>
                </c:pt>
                <c:pt idx="422">
                  <c:v>2.0769392840000003</c:v>
                </c:pt>
                <c:pt idx="423">
                  <c:v>2.2600189640000004</c:v>
                </c:pt>
                <c:pt idx="424">
                  <c:v>2.5076375240000002</c:v>
                </c:pt>
                <c:pt idx="425">
                  <c:v>2.807282324</c:v>
                </c:pt>
                <c:pt idx="426">
                  <c:v>3.1911130440000002</c:v>
                </c:pt>
                <c:pt idx="427">
                  <c:v>3.5692362440000003</c:v>
                </c:pt>
                <c:pt idx="428">
                  <c:v>3.8665760840000001</c:v>
                </c:pt>
                <c:pt idx="429">
                  <c:v>4.2377844040000001</c:v>
                </c:pt>
                <c:pt idx="430">
                  <c:v>4.6696900040000004</c:v>
                </c:pt>
                <c:pt idx="431">
                  <c:v>5.1300234440000008</c:v>
                </c:pt>
                <c:pt idx="432">
                  <c:v>5.6161504840000003</c:v>
                </c:pt>
                <c:pt idx="433">
                  <c:v>6.153425684000001</c:v>
                </c:pt>
                <c:pt idx="434">
                  <c:v>6.8162663240000008</c:v>
                </c:pt>
                <c:pt idx="435">
                  <c:v>7.6125751240000001</c:v>
                </c:pt>
                <c:pt idx="436">
                  <c:v>8.4469706440000003</c:v>
                </c:pt>
                <c:pt idx="437">
                  <c:v>9.2743415240000004</c:v>
                </c:pt>
                <c:pt idx="438">
                  <c:v>10.012367764000002</c:v>
                </c:pt>
                <c:pt idx="439">
                  <c:v>10.770041044000001</c:v>
                </c:pt>
                <c:pt idx="440">
                  <c:v>11.542751444</c:v>
                </c:pt>
                <c:pt idx="441">
                  <c:v>12.287034004000002</c:v>
                </c:pt>
                <c:pt idx="442">
                  <c:v>13.060732244</c:v>
                </c:pt>
                <c:pt idx="443">
                  <c:v>13.777684564000001</c:v>
                </c:pt>
                <c:pt idx="444">
                  <c:v>14.552590164000001</c:v>
                </c:pt>
                <c:pt idx="445">
                  <c:v>15.318385684000001</c:v>
                </c:pt>
                <c:pt idx="446">
                  <c:v>16.106023444000002</c:v>
                </c:pt>
                <c:pt idx="447">
                  <c:v>16.918906004</c:v>
                </c:pt>
                <c:pt idx="448">
                  <c:v>17.761314004000003</c:v>
                </c:pt>
                <c:pt idx="449">
                  <c:v>18.588465364000001</c:v>
                </c:pt>
                <c:pt idx="450">
                  <c:v>19.303881044000001</c:v>
                </c:pt>
                <c:pt idx="451">
                  <c:v>19.981978324</c:v>
                </c:pt>
                <c:pt idx="452">
                  <c:v>20.573365204000002</c:v>
                </c:pt>
                <c:pt idx="453">
                  <c:v>21.126665364000001</c:v>
                </c:pt>
                <c:pt idx="454">
                  <c:v>21.622780564000003</c:v>
                </c:pt>
                <c:pt idx="455">
                  <c:v>22.059515604000001</c:v>
                </c:pt>
                <c:pt idx="456">
                  <c:v>22.479676884000003</c:v>
                </c:pt>
                <c:pt idx="457">
                  <c:v>22.945388564000002</c:v>
                </c:pt>
                <c:pt idx="458">
                  <c:v>23.501103444000002</c:v>
                </c:pt>
                <c:pt idx="459">
                  <c:v>24.107637204</c:v>
                </c:pt>
                <c:pt idx="460">
                  <c:v>24.705609683999999</c:v>
                </c:pt>
                <c:pt idx="461">
                  <c:v>25.210944724000004</c:v>
                </c:pt>
                <c:pt idx="462">
                  <c:v>25.647899284000001</c:v>
                </c:pt>
                <c:pt idx="463">
                  <c:v>26.040620564000005</c:v>
                </c:pt>
                <c:pt idx="464">
                  <c:v>26.391852564000004</c:v>
                </c:pt>
                <c:pt idx="465">
                  <c:v>26.763719444000003</c:v>
                </c:pt>
                <c:pt idx="466">
                  <c:v>27.170050964000001</c:v>
                </c:pt>
                <c:pt idx="467">
                  <c:v>27.536649364000002</c:v>
                </c:pt>
                <c:pt idx="468">
                  <c:v>27.918614164000001</c:v>
                </c:pt>
                <c:pt idx="469">
                  <c:v>28.354251604000005</c:v>
                </c:pt>
                <c:pt idx="470">
                  <c:v>28.750485204000004</c:v>
                </c:pt>
                <c:pt idx="471">
                  <c:v>28.992725524000001</c:v>
                </c:pt>
                <c:pt idx="472">
                  <c:v>29.201159764000003</c:v>
                </c:pt>
                <c:pt idx="473">
                  <c:v>29.476437844000003</c:v>
                </c:pt>
                <c:pt idx="474">
                  <c:v>29.631967764000002</c:v>
                </c:pt>
                <c:pt idx="475">
                  <c:v>29.682128084000002</c:v>
                </c:pt>
                <c:pt idx="476">
                  <c:v>29.710555924000001</c:v>
                </c:pt>
                <c:pt idx="477">
                  <c:v>29.775972884000002</c:v>
                </c:pt>
                <c:pt idx="478">
                  <c:v>29.831840724000003</c:v>
                </c:pt>
                <c:pt idx="479">
                  <c:v>29.856646484000002</c:v>
                </c:pt>
                <c:pt idx="480">
                  <c:v>29.863341844000004</c:v>
                </c:pt>
                <c:pt idx="481">
                  <c:v>29.787058644000005</c:v>
                </c:pt>
                <c:pt idx="482">
                  <c:v>29.499926484000003</c:v>
                </c:pt>
                <c:pt idx="483">
                  <c:v>29.009079764000003</c:v>
                </c:pt>
                <c:pt idx="484">
                  <c:v>28.442827923999999</c:v>
                </c:pt>
                <c:pt idx="485">
                  <c:v>28.031776724</c:v>
                </c:pt>
                <c:pt idx="486">
                  <c:v>27.970640404000001</c:v>
                </c:pt>
                <c:pt idx="487">
                  <c:v>28.116182164000005</c:v>
                </c:pt>
                <c:pt idx="488">
                  <c:v>28.143731924000004</c:v>
                </c:pt>
                <c:pt idx="489">
                  <c:v>27.899296404000005</c:v>
                </c:pt>
                <c:pt idx="490">
                  <c:v>27.445109524000003</c:v>
                </c:pt>
                <c:pt idx="491">
                  <c:v>27.076425684000004</c:v>
                </c:pt>
                <c:pt idx="492">
                  <c:v>26.896638804000006</c:v>
                </c:pt>
                <c:pt idx="493">
                  <c:v>26.844393044000004</c:v>
                </c:pt>
                <c:pt idx="494">
                  <c:v>26.804220883999999</c:v>
                </c:pt>
                <c:pt idx="495">
                  <c:v>26.631348884000001</c:v>
                </c:pt>
                <c:pt idx="496">
                  <c:v>26.309422804</c:v>
                </c:pt>
                <c:pt idx="497">
                  <c:v>25.999570324000004</c:v>
                </c:pt>
                <c:pt idx="498">
                  <c:v>25.831747284000002</c:v>
                </c:pt>
                <c:pt idx="499">
                  <c:v>25.841296404000005</c:v>
                </c:pt>
                <c:pt idx="500">
                  <c:v>25.971362004</c:v>
                </c:pt>
                <c:pt idx="501">
                  <c:v>26.080463443999999</c:v>
                </c:pt>
                <c:pt idx="502">
                  <c:v>25.969715604000001</c:v>
                </c:pt>
                <c:pt idx="503">
                  <c:v>25.675119764000005</c:v>
                </c:pt>
                <c:pt idx="504">
                  <c:v>25.417403283999999</c:v>
                </c:pt>
                <c:pt idx="505">
                  <c:v>25.354949844</c:v>
                </c:pt>
                <c:pt idx="506">
                  <c:v>25.381182484000004</c:v>
                </c:pt>
                <c:pt idx="507">
                  <c:v>25.473380884000004</c:v>
                </c:pt>
                <c:pt idx="508">
                  <c:v>25.559322964000003</c:v>
                </c:pt>
                <c:pt idx="509">
                  <c:v>25.556139924000004</c:v>
                </c:pt>
                <c:pt idx="510">
                  <c:v>25.423769364000002</c:v>
                </c:pt>
                <c:pt idx="511">
                  <c:v>25.264178324000003</c:v>
                </c:pt>
                <c:pt idx="512">
                  <c:v>25.142234964000004</c:v>
                </c:pt>
                <c:pt idx="513">
                  <c:v>25.124344084000004</c:v>
                </c:pt>
                <c:pt idx="514">
                  <c:v>25.143442324000002</c:v>
                </c:pt>
                <c:pt idx="515">
                  <c:v>25.092842964000003</c:v>
                </c:pt>
                <c:pt idx="516">
                  <c:v>24.963216404000001</c:v>
                </c:pt>
                <c:pt idx="517">
                  <c:v>24.770587604000003</c:v>
                </c:pt>
                <c:pt idx="518">
                  <c:v>24.549860244000005</c:v>
                </c:pt>
                <c:pt idx="519">
                  <c:v>24.510566164</c:v>
                </c:pt>
                <c:pt idx="520">
                  <c:v>24.788258964000001</c:v>
                </c:pt>
                <c:pt idx="521">
                  <c:v>24.759611604000003</c:v>
                </c:pt>
                <c:pt idx="522">
                  <c:v>24.397952404000002</c:v>
                </c:pt>
                <c:pt idx="523">
                  <c:v>24.022024404</c:v>
                </c:pt>
                <c:pt idx="524">
                  <c:v>23.762002964000001</c:v>
                </c:pt>
                <c:pt idx="525">
                  <c:v>23.649279444000001</c:v>
                </c:pt>
                <c:pt idx="526">
                  <c:v>23.563995924</c:v>
                </c:pt>
                <c:pt idx="527">
                  <c:v>23.317584724000003</c:v>
                </c:pt>
                <c:pt idx="528">
                  <c:v>22.869763924000004</c:v>
                </c:pt>
                <c:pt idx="529">
                  <c:v>22.390112724000002</c:v>
                </c:pt>
                <c:pt idx="530">
                  <c:v>21.967866004000005</c:v>
                </c:pt>
                <c:pt idx="531">
                  <c:v>21.607194644000003</c:v>
                </c:pt>
                <c:pt idx="532">
                  <c:v>21.327526164000002</c:v>
                </c:pt>
                <c:pt idx="533">
                  <c:v>21.025247124000003</c:v>
                </c:pt>
                <c:pt idx="534">
                  <c:v>20.607061524000002</c:v>
                </c:pt>
                <c:pt idx="535">
                  <c:v>20.106007124000005</c:v>
                </c:pt>
                <c:pt idx="536">
                  <c:v>19.585744724000001</c:v>
                </c:pt>
                <c:pt idx="537">
                  <c:v>19.186876884</c:v>
                </c:pt>
                <c:pt idx="538">
                  <c:v>18.975479124000003</c:v>
                </c:pt>
                <c:pt idx="539">
                  <c:v>18.920160084000003</c:v>
                </c:pt>
                <c:pt idx="540">
                  <c:v>18.934319124000002</c:v>
                </c:pt>
                <c:pt idx="541">
                  <c:v>18.743117204000001</c:v>
                </c:pt>
                <c:pt idx="542">
                  <c:v>18.341285844000002</c:v>
                </c:pt>
                <c:pt idx="543">
                  <c:v>17.808181524000002</c:v>
                </c:pt>
                <c:pt idx="544">
                  <c:v>17.249173844000001</c:v>
                </c:pt>
                <c:pt idx="545">
                  <c:v>16.838781204000004</c:v>
                </c:pt>
                <c:pt idx="546">
                  <c:v>16.607297364000001</c:v>
                </c:pt>
                <c:pt idx="547">
                  <c:v>16.431461844000001</c:v>
                </c:pt>
                <c:pt idx="548">
                  <c:v>16.205356244000001</c:v>
                </c:pt>
                <c:pt idx="549">
                  <c:v>15.831074644000001</c:v>
                </c:pt>
                <c:pt idx="550">
                  <c:v>15.312239124</c:v>
                </c:pt>
                <c:pt idx="551">
                  <c:v>14.658508564</c:v>
                </c:pt>
                <c:pt idx="552">
                  <c:v>13.992155604000001</c:v>
                </c:pt>
                <c:pt idx="553">
                  <c:v>13.321302484</c:v>
                </c:pt>
                <c:pt idx="554">
                  <c:v>12.680084564000001</c:v>
                </c:pt>
                <c:pt idx="555">
                  <c:v>11.995511444000002</c:v>
                </c:pt>
                <c:pt idx="556">
                  <c:v>11.330036564</c:v>
                </c:pt>
                <c:pt idx="557">
                  <c:v>10.723063764000001</c:v>
                </c:pt>
                <c:pt idx="558">
                  <c:v>10.230351124</c:v>
                </c:pt>
                <c:pt idx="559">
                  <c:v>9.8340077640000025</c:v>
                </c:pt>
                <c:pt idx="560">
                  <c:v>9.4682874440000013</c:v>
                </c:pt>
                <c:pt idx="561">
                  <c:v>9.1378000840000002</c:v>
                </c:pt>
                <c:pt idx="562">
                  <c:v>8.7365175239999999</c:v>
                </c:pt>
                <c:pt idx="563">
                  <c:v>8.2213040840000016</c:v>
                </c:pt>
                <c:pt idx="564">
                  <c:v>7.7121274440000001</c:v>
                </c:pt>
                <c:pt idx="565">
                  <c:v>7.2369764040000009</c:v>
                </c:pt>
                <c:pt idx="566">
                  <c:v>6.8196688840000004</c:v>
                </c:pt>
                <c:pt idx="567">
                  <c:v>6.4293623240000004</c:v>
                </c:pt>
                <c:pt idx="568">
                  <c:v>6.0433364040000006</c:v>
                </c:pt>
                <c:pt idx="569">
                  <c:v>5.6655424840000004</c:v>
                </c:pt>
                <c:pt idx="570">
                  <c:v>5.3461408840000004</c:v>
                </c:pt>
                <c:pt idx="571">
                  <c:v>5.0906196040000005</c:v>
                </c:pt>
                <c:pt idx="572">
                  <c:v>4.8738436040000002</c:v>
                </c:pt>
                <c:pt idx="573">
                  <c:v>4.6654093640000003</c:v>
                </c:pt>
                <c:pt idx="574">
                  <c:v>4.413071124</c:v>
                </c:pt>
                <c:pt idx="575">
                  <c:v>4.1690746440000002</c:v>
                </c:pt>
                <c:pt idx="576">
                  <c:v>3.9271636040000004</c:v>
                </c:pt>
                <c:pt idx="577">
                  <c:v>3.6584711240000001</c:v>
                </c:pt>
                <c:pt idx="578">
                  <c:v>3.4176576840000004</c:v>
                </c:pt>
                <c:pt idx="579">
                  <c:v>3.2320535239999999</c:v>
                </c:pt>
                <c:pt idx="580">
                  <c:v>3.0834384840000002</c:v>
                </c:pt>
                <c:pt idx="581">
                  <c:v>2.9213229640000002</c:v>
                </c:pt>
                <c:pt idx="582">
                  <c:v>2.7842327240000002</c:v>
                </c:pt>
                <c:pt idx="583">
                  <c:v>2.6465936839999999</c:v>
                </c:pt>
                <c:pt idx="584">
                  <c:v>2.4876612040000001</c:v>
                </c:pt>
                <c:pt idx="585">
                  <c:v>2.3641812040000003</c:v>
                </c:pt>
                <c:pt idx="586">
                  <c:v>2.2709949640000002</c:v>
                </c:pt>
                <c:pt idx="587">
                  <c:v>2.2343351240000002</c:v>
                </c:pt>
                <c:pt idx="588">
                  <c:v>2.2081024839999999</c:v>
                </c:pt>
                <c:pt idx="589">
                  <c:v>2.2365303240000003</c:v>
                </c:pt>
                <c:pt idx="590">
                  <c:v>2.3191796040000003</c:v>
                </c:pt>
                <c:pt idx="591">
                  <c:v>2.4147805640000004</c:v>
                </c:pt>
                <c:pt idx="592">
                  <c:v>2.5300285640000002</c:v>
                </c:pt>
                <c:pt idx="593">
                  <c:v>2.6351786439999998</c:v>
                </c:pt>
                <c:pt idx="594">
                  <c:v>2.6625088840000002</c:v>
                </c:pt>
                <c:pt idx="595">
                  <c:v>2.578981524</c:v>
                </c:pt>
                <c:pt idx="596">
                  <c:v>2.5355165639999999</c:v>
                </c:pt>
                <c:pt idx="597">
                  <c:v>2.5527488840000006</c:v>
                </c:pt>
                <c:pt idx="598">
                  <c:v>2.5745911240000003</c:v>
                </c:pt>
                <c:pt idx="599">
                  <c:v>2.6107021640000001</c:v>
                </c:pt>
                <c:pt idx="600">
                  <c:v>2.6411056840000002</c:v>
                </c:pt>
                <c:pt idx="601">
                  <c:v>2.642861844</c:v>
                </c:pt>
                <c:pt idx="602">
                  <c:v>2.5902868039999998</c:v>
                </c:pt>
                <c:pt idx="603">
                  <c:v>2.4819536840000005</c:v>
                </c:pt>
                <c:pt idx="604">
                  <c:v>2.351997844</c:v>
                </c:pt>
                <c:pt idx="605">
                  <c:v>2.3184112840000002</c:v>
                </c:pt>
                <c:pt idx="606">
                  <c:v>2.3931578440000001</c:v>
                </c:pt>
                <c:pt idx="607">
                  <c:v>2.3882186440000002</c:v>
                </c:pt>
                <c:pt idx="608">
                  <c:v>2.278678164</c:v>
                </c:pt>
                <c:pt idx="609">
                  <c:v>2.1880164040000003</c:v>
                </c:pt>
                <c:pt idx="610">
                  <c:v>2.064646164</c:v>
                </c:pt>
                <c:pt idx="611">
                  <c:v>1.960593684</c:v>
                </c:pt>
                <c:pt idx="612">
                  <c:v>1.8821152840000002</c:v>
                </c:pt>
                <c:pt idx="613">
                  <c:v>1.8219668040000001</c:v>
                </c:pt>
                <c:pt idx="614">
                  <c:v>1.8177959240000001</c:v>
                </c:pt>
                <c:pt idx="615">
                  <c:v>1.8166983240000003</c:v>
                </c:pt>
                <c:pt idx="616">
                  <c:v>1.8286621640000003</c:v>
                </c:pt>
                <c:pt idx="617">
                  <c:v>1.8508336840000001</c:v>
                </c:pt>
                <c:pt idx="618">
                  <c:v>1.8662000839999999</c:v>
                </c:pt>
                <c:pt idx="619">
                  <c:v>1.8795908040000002</c:v>
                </c:pt>
                <c:pt idx="620">
                  <c:v>1.7963927239999999</c:v>
                </c:pt>
                <c:pt idx="621">
                  <c:v>1.7012308040000002</c:v>
                </c:pt>
                <c:pt idx="622">
                  <c:v>1.640753044</c:v>
                </c:pt>
                <c:pt idx="623">
                  <c:v>1.667314964</c:v>
                </c:pt>
                <c:pt idx="624">
                  <c:v>1.7238413640000001</c:v>
                </c:pt>
                <c:pt idx="625">
                  <c:v>1.6931085640000001</c:v>
                </c:pt>
                <c:pt idx="626">
                  <c:v>1.6405335240000001</c:v>
                </c:pt>
                <c:pt idx="627">
                  <c:v>1.6071664840000002</c:v>
                </c:pt>
                <c:pt idx="628">
                  <c:v>1.5799460040000002</c:v>
                </c:pt>
                <c:pt idx="629">
                  <c:v>1.5813728840000001</c:v>
                </c:pt>
                <c:pt idx="630">
                  <c:v>1.649643604</c:v>
                </c:pt>
                <c:pt idx="631">
                  <c:v>1.782562964</c:v>
                </c:pt>
                <c:pt idx="632">
                  <c:v>1.9734356040000003</c:v>
                </c:pt>
                <c:pt idx="633">
                  <c:v>2.262104404</c:v>
                </c:pt>
                <c:pt idx="634">
                  <c:v>2.5723959240000003</c:v>
                </c:pt>
                <c:pt idx="635">
                  <c:v>2.9452506440000001</c:v>
                </c:pt>
                <c:pt idx="636">
                  <c:v>3.3538871239999999</c:v>
                </c:pt>
                <c:pt idx="637">
                  <c:v>3.7297053640000004</c:v>
                </c:pt>
                <c:pt idx="638">
                  <c:v>4.020569364</c:v>
                </c:pt>
                <c:pt idx="639">
                  <c:v>4.4360109640000003</c:v>
                </c:pt>
                <c:pt idx="640">
                  <c:v>5.0575818440000004</c:v>
                </c:pt>
                <c:pt idx="641">
                  <c:v>5.8418170439999999</c:v>
                </c:pt>
                <c:pt idx="642">
                  <c:v>6.6859812040000008</c:v>
                </c:pt>
                <c:pt idx="643">
                  <c:v>7.5693296840000004</c:v>
                </c:pt>
                <c:pt idx="644">
                  <c:v>8.4024080840000011</c:v>
                </c:pt>
                <c:pt idx="645">
                  <c:v>9.1418612040000014</c:v>
                </c:pt>
                <c:pt idx="646">
                  <c:v>9.819080404000001</c:v>
                </c:pt>
                <c:pt idx="647">
                  <c:v>10.481042964</c:v>
                </c:pt>
                <c:pt idx="648">
                  <c:v>11.143225044000001</c:v>
                </c:pt>
                <c:pt idx="649">
                  <c:v>11.861165204000001</c:v>
                </c:pt>
                <c:pt idx="650">
                  <c:v>12.642875924</c:v>
                </c:pt>
                <c:pt idx="651">
                  <c:v>13.392207444</c:v>
                </c:pt>
                <c:pt idx="652">
                  <c:v>14.095220244000002</c:v>
                </c:pt>
                <c:pt idx="653">
                  <c:v>14.745877524000003</c:v>
                </c:pt>
                <c:pt idx="654">
                  <c:v>15.368875284000001</c:v>
                </c:pt>
                <c:pt idx="655">
                  <c:v>15.998678164000001</c:v>
                </c:pt>
                <c:pt idx="656">
                  <c:v>16.649554964</c:v>
                </c:pt>
                <c:pt idx="657">
                  <c:v>17.320956884000001</c:v>
                </c:pt>
                <c:pt idx="658">
                  <c:v>18.036372564000001</c:v>
                </c:pt>
                <c:pt idx="659">
                  <c:v>18.738178004000002</c:v>
                </c:pt>
                <c:pt idx="660">
                  <c:v>19.379834964</c:v>
                </c:pt>
                <c:pt idx="661">
                  <c:v>19.929842324000003</c:v>
                </c:pt>
                <c:pt idx="662">
                  <c:v>20.410152084</c:v>
                </c:pt>
                <c:pt idx="663">
                  <c:v>20.802873364</c:v>
                </c:pt>
                <c:pt idx="664">
                  <c:v>21.133799764000003</c:v>
                </c:pt>
                <c:pt idx="665">
                  <c:v>21.453750164000002</c:v>
                </c:pt>
                <c:pt idx="666">
                  <c:v>21.793018324000002</c:v>
                </c:pt>
                <c:pt idx="667">
                  <c:v>22.203740244000002</c:v>
                </c:pt>
                <c:pt idx="668">
                  <c:v>22.696562644000004</c:v>
                </c:pt>
                <c:pt idx="669">
                  <c:v>23.219788564000002</c:v>
                </c:pt>
                <c:pt idx="670">
                  <c:v>23.725672404000001</c:v>
                </c:pt>
                <c:pt idx="671">
                  <c:v>24.144077524000004</c:v>
                </c:pt>
                <c:pt idx="672">
                  <c:v>24.487187284000004</c:v>
                </c:pt>
                <c:pt idx="673">
                  <c:v>24.746550164000002</c:v>
                </c:pt>
                <c:pt idx="674">
                  <c:v>24.981765844000002</c:v>
                </c:pt>
                <c:pt idx="675">
                  <c:v>25.230372244000002</c:v>
                </c:pt>
                <c:pt idx="676">
                  <c:v>25.552188564000001</c:v>
                </c:pt>
                <c:pt idx="677">
                  <c:v>25.858089684000003</c:v>
                </c:pt>
                <c:pt idx="678">
                  <c:v>26.113940244000002</c:v>
                </c:pt>
                <c:pt idx="679">
                  <c:v>26.336533524</c:v>
                </c:pt>
                <c:pt idx="680">
                  <c:v>26.551443603999999</c:v>
                </c:pt>
                <c:pt idx="681">
                  <c:v>26.748901844000002</c:v>
                </c:pt>
                <c:pt idx="682">
                  <c:v>26.898394964000001</c:v>
                </c:pt>
                <c:pt idx="683">
                  <c:v>26.994764244000002</c:v>
                </c:pt>
                <c:pt idx="684">
                  <c:v>27.119341844000001</c:v>
                </c:pt>
                <c:pt idx="685">
                  <c:v>27.244907284</c:v>
                </c:pt>
                <c:pt idx="686">
                  <c:v>27.401205524000002</c:v>
                </c:pt>
                <c:pt idx="687">
                  <c:v>27.579894804000002</c:v>
                </c:pt>
                <c:pt idx="688">
                  <c:v>27.742998163999999</c:v>
                </c:pt>
                <c:pt idx="689">
                  <c:v>27.810610324000002</c:v>
                </c:pt>
                <c:pt idx="690">
                  <c:v>27.802927124</c:v>
                </c:pt>
                <c:pt idx="691">
                  <c:v>27.743766484000002</c:v>
                </c:pt>
                <c:pt idx="692">
                  <c:v>27.676044564000001</c:v>
                </c:pt>
                <c:pt idx="693">
                  <c:v>27.601846804000001</c:v>
                </c:pt>
                <c:pt idx="694">
                  <c:v>27.556954964000003</c:v>
                </c:pt>
                <c:pt idx="695">
                  <c:v>27.475293524000001</c:v>
                </c:pt>
                <c:pt idx="696">
                  <c:v>27.313946324</c:v>
                </c:pt>
                <c:pt idx="697">
                  <c:v>27.148538004000002</c:v>
                </c:pt>
                <c:pt idx="698">
                  <c:v>27.098048404000004</c:v>
                </c:pt>
                <c:pt idx="699">
                  <c:v>27.201661844</c:v>
                </c:pt>
                <c:pt idx="700">
                  <c:v>27.319544084</c:v>
                </c:pt>
                <c:pt idx="701">
                  <c:v>27.343471764</c:v>
                </c:pt>
                <c:pt idx="702">
                  <c:v>27.243480404000003</c:v>
                </c:pt>
                <c:pt idx="703">
                  <c:v>27.053046804000001</c:v>
                </c:pt>
                <c:pt idx="704">
                  <c:v>26.835722004000001</c:v>
                </c:pt>
                <c:pt idx="705">
                  <c:v>26.662740244000002</c:v>
                </c:pt>
                <c:pt idx="706">
                  <c:v>26.533003924000003</c:v>
                </c:pt>
                <c:pt idx="707">
                  <c:v>26.404365204000001</c:v>
                </c:pt>
                <c:pt idx="708">
                  <c:v>26.296471124</c:v>
                </c:pt>
                <c:pt idx="709">
                  <c:v>26.166954324000002</c:v>
                </c:pt>
                <c:pt idx="710">
                  <c:v>26.032827604000001</c:v>
                </c:pt>
                <c:pt idx="711">
                  <c:v>25.970703444000005</c:v>
                </c:pt>
                <c:pt idx="712">
                  <c:v>25.942275603999999</c:v>
                </c:pt>
                <c:pt idx="713">
                  <c:v>25.882346644000002</c:v>
                </c:pt>
                <c:pt idx="714">
                  <c:v>25.675119764000005</c:v>
                </c:pt>
                <c:pt idx="715">
                  <c:v>25.353962004000003</c:v>
                </c:pt>
                <c:pt idx="716">
                  <c:v>25.036755604</c:v>
                </c:pt>
                <c:pt idx="717">
                  <c:v>24.863115284000003</c:v>
                </c:pt>
                <c:pt idx="718">
                  <c:v>24.853127124000004</c:v>
                </c:pt>
                <c:pt idx="719">
                  <c:v>24.836772884000002</c:v>
                </c:pt>
                <c:pt idx="720">
                  <c:v>24.743915924</c:v>
                </c:pt>
                <c:pt idx="721">
                  <c:v>24.550079764000003</c:v>
                </c:pt>
                <c:pt idx="722">
                  <c:v>24.292363284000004</c:v>
                </c:pt>
                <c:pt idx="723">
                  <c:v>24.038598164000003</c:v>
                </c:pt>
                <c:pt idx="724">
                  <c:v>23.920935444000001</c:v>
                </c:pt>
                <c:pt idx="725">
                  <c:v>23.897666324000003</c:v>
                </c:pt>
                <c:pt idx="726">
                  <c:v>23.813809684000002</c:v>
                </c:pt>
                <c:pt idx="727">
                  <c:v>23.537324244000004</c:v>
                </c:pt>
                <c:pt idx="728">
                  <c:v>23.079515284000003</c:v>
                </c:pt>
                <c:pt idx="729">
                  <c:v>22.660341844000001</c:v>
                </c:pt>
                <c:pt idx="730">
                  <c:v>22.566387284000001</c:v>
                </c:pt>
                <c:pt idx="731">
                  <c:v>22.502067924000002</c:v>
                </c:pt>
                <c:pt idx="732">
                  <c:v>22.247863764000002</c:v>
                </c:pt>
                <c:pt idx="733">
                  <c:v>21.915730004</c:v>
                </c:pt>
                <c:pt idx="734">
                  <c:v>21.585571924000003</c:v>
                </c:pt>
                <c:pt idx="735">
                  <c:v>21.236096084000003</c:v>
                </c:pt>
                <c:pt idx="736">
                  <c:v>20.897815764000001</c:v>
                </c:pt>
                <c:pt idx="737">
                  <c:v>20.594987924000002</c:v>
                </c:pt>
                <c:pt idx="738">
                  <c:v>20.270098323999999</c:v>
                </c:pt>
                <c:pt idx="739">
                  <c:v>19.891755604</c:v>
                </c:pt>
                <c:pt idx="740">
                  <c:v>19.413641044000002</c:v>
                </c:pt>
                <c:pt idx="741">
                  <c:v>18.846620884000004</c:v>
                </c:pt>
                <c:pt idx="742">
                  <c:v>18.281137363999999</c:v>
                </c:pt>
                <c:pt idx="743">
                  <c:v>17.837926484</c:v>
                </c:pt>
                <c:pt idx="744">
                  <c:v>17.495804564</c:v>
                </c:pt>
                <c:pt idx="745">
                  <c:v>17.248295764000002</c:v>
                </c:pt>
                <c:pt idx="746">
                  <c:v>16.935809043999999</c:v>
                </c:pt>
                <c:pt idx="747">
                  <c:v>16.488427284</c:v>
                </c:pt>
                <c:pt idx="748">
                  <c:v>15.958835284000001</c:v>
                </c:pt>
                <c:pt idx="749">
                  <c:v>15.468976404000001</c:v>
                </c:pt>
                <c:pt idx="750">
                  <c:v>15.017423764</c:v>
                </c:pt>
                <c:pt idx="751">
                  <c:v>14.681887444000001</c:v>
                </c:pt>
                <c:pt idx="752">
                  <c:v>14.358314964</c:v>
                </c:pt>
                <c:pt idx="753">
                  <c:v>13.969545044000002</c:v>
                </c:pt>
                <c:pt idx="754">
                  <c:v>13.635435604000001</c:v>
                </c:pt>
                <c:pt idx="755">
                  <c:v>13.334693204000001</c:v>
                </c:pt>
                <c:pt idx="756">
                  <c:v>12.975668244</c:v>
                </c:pt>
                <c:pt idx="757">
                  <c:v>12.490199764000002</c:v>
                </c:pt>
                <c:pt idx="758">
                  <c:v>11.830651924000001</c:v>
                </c:pt>
                <c:pt idx="759">
                  <c:v>11.069246804</c:v>
                </c:pt>
                <c:pt idx="760">
                  <c:v>10.261193684</c:v>
                </c:pt>
                <c:pt idx="761">
                  <c:v>9.5714618439999999</c:v>
                </c:pt>
                <c:pt idx="762">
                  <c:v>9.0644804040000011</c:v>
                </c:pt>
                <c:pt idx="763">
                  <c:v>8.7507863239999999</c:v>
                </c:pt>
                <c:pt idx="764">
                  <c:v>8.4705690440000012</c:v>
                </c:pt>
                <c:pt idx="765">
                  <c:v>8.1595092040000008</c:v>
                </c:pt>
                <c:pt idx="766">
                  <c:v>7.7488970440000005</c:v>
                </c:pt>
                <c:pt idx="767">
                  <c:v>7.2613431240000006</c:v>
                </c:pt>
                <c:pt idx="768">
                  <c:v>6.6962986440000005</c:v>
                </c:pt>
                <c:pt idx="769">
                  <c:v>6.1775728839999999</c:v>
                </c:pt>
                <c:pt idx="770">
                  <c:v>5.6904580040000008</c:v>
                </c:pt>
                <c:pt idx="771">
                  <c:v>5.2437348039999998</c:v>
                </c:pt>
                <c:pt idx="772">
                  <c:v>4.8797706440000006</c:v>
                </c:pt>
                <c:pt idx="773">
                  <c:v>4.6106391240000004</c:v>
                </c:pt>
                <c:pt idx="774">
                  <c:v>4.3180189640000002</c:v>
                </c:pt>
                <c:pt idx="775">
                  <c:v>4.0673271240000002</c:v>
                </c:pt>
                <c:pt idx="776">
                  <c:v>3.8022567240000003</c:v>
                </c:pt>
                <c:pt idx="777">
                  <c:v>3.4772573640000002</c:v>
                </c:pt>
                <c:pt idx="778">
                  <c:v>3.1211959240000002</c:v>
                </c:pt>
                <c:pt idx="779">
                  <c:v>2.8103556040000002</c:v>
                </c:pt>
                <c:pt idx="780">
                  <c:v>2.5936893640000003</c:v>
                </c:pt>
                <c:pt idx="781">
                  <c:v>2.404133844</c:v>
                </c:pt>
                <c:pt idx="782">
                  <c:v>2.2045901640000003</c:v>
                </c:pt>
                <c:pt idx="783">
                  <c:v>2.0813296840000004</c:v>
                </c:pt>
                <c:pt idx="784">
                  <c:v>2.0027415240000002</c:v>
                </c:pt>
                <c:pt idx="785">
                  <c:v>1.9683866440000002</c:v>
                </c:pt>
                <c:pt idx="786">
                  <c:v>1.9439101640000001</c:v>
                </c:pt>
                <c:pt idx="787">
                  <c:v>1.9429223240000002</c:v>
                </c:pt>
                <c:pt idx="788">
                  <c:v>1.982984724</c:v>
                </c:pt>
                <c:pt idx="789">
                  <c:v>2.0193152840000002</c:v>
                </c:pt>
                <c:pt idx="790">
                  <c:v>2.0864884040000002</c:v>
                </c:pt>
                <c:pt idx="791">
                  <c:v>2.094281364</c:v>
                </c:pt>
                <c:pt idx="792">
                  <c:v>2.0252423240000001</c:v>
                </c:pt>
                <c:pt idx="793">
                  <c:v>1.9296413640000003</c:v>
                </c:pt>
                <c:pt idx="794">
                  <c:v>1.8820055240000002</c:v>
                </c:pt>
                <c:pt idx="795">
                  <c:v>1.9200922440000001</c:v>
                </c:pt>
                <c:pt idx="796">
                  <c:v>1.942263764</c:v>
                </c:pt>
                <c:pt idx="797">
                  <c:v>1.9081284040000002</c:v>
                </c:pt>
                <c:pt idx="798">
                  <c:v>1.8635658440000002</c:v>
                </c:pt>
                <c:pt idx="799">
                  <c:v>1.820978964</c:v>
                </c:pt>
                <c:pt idx="800">
                  <c:v>1.809124884</c:v>
                </c:pt>
                <c:pt idx="801">
                  <c:v>1.7898071240000002</c:v>
                </c:pt>
                <c:pt idx="802">
                  <c:v>1.762586644</c:v>
                </c:pt>
                <c:pt idx="803">
                  <c:v>1.755342484</c:v>
                </c:pt>
                <c:pt idx="804">
                  <c:v>1.767855124</c:v>
                </c:pt>
                <c:pt idx="805">
                  <c:v>1.7956244040000002</c:v>
                </c:pt>
                <c:pt idx="806">
                  <c:v>1.8179056840000001</c:v>
                </c:pt>
                <c:pt idx="807">
                  <c:v>1.825698644</c:v>
                </c:pt>
                <c:pt idx="808">
                  <c:v>1.7984781640000003</c:v>
                </c:pt>
                <c:pt idx="809">
                  <c:v>1.7375613640000001</c:v>
                </c:pt>
                <c:pt idx="810">
                  <c:v>1.6522778440000001</c:v>
                </c:pt>
                <c:pt idx="811">
                  <c:v>1.6362528840000001</c:v>
                </c:pt>
                <c:pt idx="812">
                  <c:v>1.7079261640000001</c:v>
                </c:pt>
                <c:pt idx="813">
                  <c:v>1.7347076040000002</c:v>
                </c:pt>
                <c:pt idx="814">
                  <c:v>1.693437844</c:v>
                </c:pt>
                <c:pt idx="815">
                  <c:v>1.6594122440000003</c:v>
                </c:pt>
                <c:pt idx="816">
                  <c:v>1.6239597640000003</c:v>
                </c:pt>
                <c:pt idx="817">
                  <c:v>1.5899341640000002</c:v>
                </c:pt>
                <c:pt idx="818">
                  <c:v>1.5634820040000001</c:v>
                </c:pt>
                <c:pt idx="819">
                  <c:v>1.5534938440000001</c:v>
                </c:pt>
                <c:pt idx="820">
                  <c:v>1.5512986440000001</c:v>
                </c:pt>
                <c:pt idx="821">
                  <c:v>1.5577744840000001</c:v>
                </c:pt>
                <c:pt idx="822">
                  <c:v>1.6305453640000001</c:v>
                </c:pt>
                <c:pt idx="823">
                  <c:v>1.684547284</c:v>
                </c:pt>
                <c:pt idx="824">
                  <c:v>1.7574279240000001</c:v>
                </c:pt>
                <c:pt idx="825">
                  <c:v>1.8247108040000002</c:v>
                </c:pt>
                <c:pt idx="826">
                  <c:v>1.9099943240000001</c:v>
                </c:pt>
                <c:pt idx="827">
                  <c:v>2.0380842440000002</c:v>
                </c:pt>
                <c:pt idx="828">
                  <c:v>2.1514663240000003</c:v>
                </c:pt>
                <c:pt idx="829">
                  <c:v>2.2511284040000001</c:v>
                </c:pt>
                <c:pt idx="830">
                  <c:v>2.3572663240000002</c:v>
                </c:pt>
                <c:pt idx="831">
                  <c:v>2.5384800840000001</c:v>
                </c:pt>
                <c:pt idx="832">
                  <c:v>2.7630490440000002</c:v>
                </c:pt>
                <c:pt idx="833">
                  <c:v>2.9293354440000003</c:v>
                </c:pt>
                <c:pt idx="834">
                  <c:v>3.0984756040000003</c:v>
                </c:pt>
                <c:pt idx="835">
                  <c:v>3.3320448840000001</c:v>
                </c:pt>
                <c:pt idx="836">
                  <c:v>3.6517757639999999</c:v>
                </c:pt>
                <c:pt idx="837">
                  <c:v>3.9889584840000003</c:v>
                </c:pt>
                <c:pt idx="838">
                  <c:v>4.2387722439999997</c:v>
                </c:pt>
                <c:pt idx="839">
                  <c:v>4.4402916040000004</c:v>
                </c:pt>
                <c:pt idx="840">
                  <c:v>4.8504647240000001</c:v>
                </c:pt>
                <c:pt idx="841">
                  <c:v>5.3902644040000007</c:v>
                </c:pt>
                <c:pt idx="842">
                  <c:v>6.0288480840000007</c:v>
                </c:pt>
                <c:pt idx="843">
                  <c:v>6.7022256840000001</c:v>
                </c:pt>
                <c:pt idx="844">
                  <c:v>7.4759239240000008</c:v>
                </c:pt>
                <c:pt idx="845">
                  <c:v>8.3074656840000003</c:v>
                </c:pt>
                <c:pt idx="846">
                  <c:v>9.1180432840000005</c:v>
                </c:pt>
                <c:pt idx="847">
                  <c:v>9.9055712840000005</c:v>
                </c:pt>
                <c:pt idx="848">
                  <c:v>10.669391124000001</c:v>
                </c:pt>
                <c:pt idx="849">
                  <c:v>11.491603284000002</c:v>
                </c:pt>
                <c:pt idx="850">
                  <c:v>12.298668564000002</c:v>
                </c:pt>
                <c:pt idx="851">
                  <c:v>13.045804884000002</c:v>
                </c:pt>
                <c:pt idx="852">
                  <c:v>13.738280724000001</c:v>
                </c:pt>
                <c:pt idx="853">
                  <c:v>14.359412564000001</c:v>
                </c:pt>
                <c:pt idx="854">
                  <c:v>14.959031444000001</c:v>
                </c:pt>
                <c:pt idx="855">
                  <c:v>15.615725524000002</c:v>
                </c:pt>
                <c:pt idx="856">
                  <c:v>16.289761684000002</c:v>
                </c:pt>
                <c:pt idx="857">
                  <c:v>17.010116564</c:v>
                </c:pt>
                <c:pt idx="858">
                  <c:v>17.718946643999999</c:v>
                </c:pt>
                <c:pt idx="859">
                  <c:v>18.382116564</c:v>
                </c:pt>
                <c:pt idx="860">
                  <c:v>18.959454164000004</c:v>
                </c:pt>
                <c:pt idx="861">
                  <c:v>19.474667604</c:v>
                </c:pt>
                <c:pt idx="862">
                  <c:v>19.875620884000003</c:v>
                </c:pt>
                <c:pt idx="863">
                  <c:v>20.236841044000002</c:v>
                </c:pt>
                <c:pt idx="864">
                  <c:v>20.637794324000001</c:v>
                </c:pt>
                <c:pt idx="865">
                  <c:v>21.062785044000002</c:v>
                </c:pt>
                <c:pt idx="866">
                  <c:v>21.534533524000004</c:v>
                </c:pt>
                <c:pt idx="867">
                  <c:v>22.047442004000001</c:v>
                </c:pt>
                <c:pt idx="868">
                  <c:v>22.599644564000002</c:v>
                </c:pt>
                <c:pt idx="869">
                  <c:v>23.181592084000002</c:v>
                </c:pt>
                <c:pt idx="870">
                  <c:v>23.628534804000001</c:v>
                </c:pt>
                <c:pt idx="871">
                  <c:v>24.034537044</c:v>
                </c:pt>
                <c:pt idx="872">
                  <c:v>24.425831444</c:v>
                </c:pt>
                <c:pt idx="873">
                  <c:v>24.770477844000002</c:v>
                </c:pt>
                <c:pt idx="874">
                  <c:v>25.218847444000001</c:v>
                </c:pt>
                <c:pt idx="875">
                  <c:v>25.725828883999998</c:v>
                </c:pt>
                <c:pt idx="876">
                  <c:v>26.207785044000001</c:v>
                </c:pt>
                <c:pt idx="877">
                  <c:v>26.665045204000002</c:v>
                </c:pt>
                <c:pt idx="878">
                  <c:v>27.076206164000002</c:v>
                </c:pt>
                <c:pt idx="879">
                  <c:v>27.461134484000002</c:v>
                </c:pt>
                <c:pt idx="880">
                  <c:v>27.824769364000002</c:v>
                </c:pt>
                <c:pt idx="881">
                  <c:v>28.196746004000001</c:v>
                </c:pt>
                <c:pt idx="882">
                  <c:v>28.589247764000003</c:v>
                </c:pt>
                <c:pt idx="883">
                  <c:v>28.910186004</c:v>
                </c:pt>
                <c:pt idx="884">
                  <c:v>29.193037524000001</c:v>
                </c:pt>
                <c:pt idx="885">
                  <c:v>29.426277524</c:v>
                </c:pt>
                <c:pt idx="886">
                  <c:v>29.654797844000001</c:v>
                </c:pt>
                <c:pt idx="887">
                  <c:v>29.777070484000003</c:v>
                </c:pt>
                <c:pt idx="888">
                  <c:v>29.817571924000003</c:v>
                </c:pt>
                <c:pt idx="889">
                  <c:v>29.713848724000002</c:v>
                </c:pt>
                <c:pt idx="890">
                  <c:v>29.635809364000004</c:v>
                </c:pt>
                <c:pt idx="891">
                  <c:v>29.672359444000001</c:v>
                </c:pt>
                <c:pt idx="892">
                  <c:v>29.733934804000004</c:v>
                </c:pt>
                <c:pt idx="893">
                  <c:v>29.741837524000001</c:v>
                </c:pt>
                <c:pt idx="894">
                  <c:v>29.666432404000005</c:v>
                </c:pt>
                <c:pt idx="895">
                  <c:v>29.446473364000003</c:v>
                </c:pt>
                <c:pt idx="896">
                  <c:v>29.163402324</c:v>
                </c:pt>
                <c:pt idx="897">
                  <c:v>28.903710164000003</c:v>
                </c:pt>
                <c:pt idx="898">
                  <c:v>28.734899284000004</c:v>
                </c:pt>
                <c:pt idx="899">
                  <c:v>28.605492244000004</c:v>
                </c:pt>
                <c:pt idx="900">
                  <c:v>28.507476564000001</c:v>
                </c:pt>
                <c:pt idx="901">
                  <c:v>28.354690644000005</c:v>
                </c:pt>
                <c:pt idx="902">
                  <c:v>28.129463124000004</c:v>
                </c:pt>
                <c:pt idx="903">
                  <c:v>27.902918484000004</c:v>
                </c:pt>
                <c:pt idx="904">
                  <c:v>27.711387284000001</c:v>
                </c:pt>
                <c:pt idx="905">
                  <c:v>27.546088724000001</c:v>
                </c:pt>
                <c:pt idx="906">
                  <c:v>27.387485523999999</c:v>
                </c:pt>
                <c:pt idx="907">
                  <c:v>27.217686804</c:v>
                </c:pt>
                <c:pt idx="908">
                  <c:v>26.948445524</c:v>
                </c:pt>
                <c:pt idx="909">
                  <c:v>26.671960084000002</c:v>
                </c:pt>
                <c:pt idx="910">
                  <c:v>26.498649044</c:v>
                </c:pt>
                <c:pt idx="911">
                  <c:v>26.459245204000005</c:v>
                </c:pt>
                <c:pt idx="912">
                  <c:v>26.445525204000003</c:v>
                </c:pt>
                <c:pt idx="913">
                  <c:v>26.406231124000001</c:v>
                </c:pt>
                <c:pt idx="914">
                  <c:v>26.231273684000001</c:v>
                </c:pt>
                <c:pt idx="915">
                  <c:v>26.046986644</c:v>
                </c:pt>
                <c:pt idx="916">
                  <c:v>25.981569684000004</c:v>
                </c:pt>
                <c:pt idx="917">
                  <c:v>26.016473364000003</c:v>
                </c:pt>
                <c:pt idx="918">
                  <c:v>26.026351764000001</c:v>
                </c:pt>
                <c:pt idx="919">
                  <c:v>26.023058964000004</c:v>
                </c:pt>
                <c:pt idx="920">
                  <c:v>25.932726484</c:v>
                </c:pt>
                <c:pt idx="921">
                  <c:v>25.739329364</c:v>
                </c:pt>
                <c:pt idx="922">
                  <c:v>25.493137684000001</c:v>
                </c:pt>
                <c:pt idx="923">
                  <c:v>25.301277204000002</c:v>
                </c:pt>
                <c:pt idx="924">
                  <c:v>25.195029524000002</c:v>
                </c:pt>
                <c:pt idx="925">
                  <c:v>25.144869204000003</c:v>
                </c:pt>
                <c:pt idx="926">
                  <c:v>25.061671124000004</c:v>
                </c:pt>
                <c:pt idx="927">
                  <c:v>24.986814804000002</c:v>
                </c:pt>
                <c:pt idx="928">
                  <c:v>24.748416084000002</c:v>
                </c:pt>
                <c:pt idx="929">
                  <c:v>24.431209683999999</c:v>
                </c:pt>
                <c:pt idx="930">
                  <c:v>24.233422164</c:v>
                </c:pt>
                <c:pt idx="931">
                  <c:v>24.380390804000001</c:v>
                </c:pt>
                <c:pt idx="932">
                  <c:v>24.433734164000004</c:v>
                </c:pt>
                <c:pt idx="933">
                  <c:v>24.217067923999998</c:v>
                </c:pt>
                <c:pt idx="934">
                  <c:v>23.914898644000001</c:v>
                </c:pt>
                <c:pt idx="935">
                  <c:v>23.594838484000004</c:v>
                </c:pt>
                <c:pt idx="936">
                  <c:v>23.250411604</c:v>
                </c:pt>
                <c:pt idx="937">
                  <c:v>22.966352724</c:v>
                </c:pt>
                <c:pt idx="938">
                  <c:v>22.752101204000002</c:v>
                </c:pt>
                <c:pt idx="939">
                  <c:v>22.574619284000004</c:v>
                </c:pt>
                <c:pt idx="940">
                  <c:v>22.370355924000002</c:v>
                </c:pt>
                <c:pt idx="941">
                  <c:v>22.034490324</c:v>
                </c:pt>
                <c:pt idx="942">
                  <c:v>21.620146324</c:v>
                </c:pt>
                <c:pt idx="943">
                  <c:v>21.161898324000003</c:v>
                </c:pt>
                <c:pt idx="944">
                  <c:v>20.694650004</c:v>
                </c:pt>
                <c:pt idx="945">
                  <c:v>20.352308564000001</c:v>
                </c:pt>
                <c:pt idx="946">
                  <c:v>20.118410004000005</c:v>
                </c:pt>
                <c:pt idx="947">
                  <c:v>19.852242004000001</c:v>
                </c:pt>
                <c:pt idx="948">
                  <c:v>19.573012564000003</c:v>
                </c:pt>
                <c:pt idx="949">
                  <c:v>19.140887444000001</c:v>
                </c:pt>
                <c:pt idx="950">
                  <c:v>18.655418963999999</c:v>
                </c:pt>
                <c:pt idx="951">
                  <c:v>18.267088084000001</c:v>
                </c:pt>
                <c:pt idx="952">
                  <c:v>18.038238484000001</c:v>
                </c:pt>
                <c:pt idx="953">
                  <c:v>17.949991444000002</c:v>
                </c:pt>
                <c:pt idx="954">
                  <c:v>17.899940884000003</c:v>
                </c:pt>
                <c:pt idx="955">
                  <c:v>17.735081363999999</c:v>
                </c:pt>
                <c:pt idx="956">
                  <c:v>17.375617364</c:v>
                </c:pt>
                <c:pt idx="957">
                  <c:v>16.868306644</c:v>
                </c:pt>
                <c:pt idx="958">
                  <c:v>16.320384724</c:v>
                </c:pt>
                <c:pt idx="959">
                  <c:v>15.881674004000001</c:v>
                </c:pt>
                <c:pt idx="960">
                  <c:v>15.699033364000002</c:v>
                </c:pt>
                <c:pt idx="961">
                  <c:v>15.684435284000001</c:v>
                </c:pt>
                <c:pt idx="962">
                  <c:v>15.642836244000001</c:v>
                </c:pt>
                <c:pt idx="963">
                  <c:v>15.450317204000001</c:v>
                </c:pt>
                <c:pt idx="964">
                  <c:v>15.036741524000002</c:v>
                </c:pt>
                <c:pt idx="965">
                  <c:v>14.476197204</c:v>
                </c:pt>
                <c:pt idx="966">
                  <c:v>13.918945684000001</c:v>
                </c:pt>
                <c:pt idx="967">
                  <c:v>13.441050644000002</c:v>
                </c:pt>
                <c:pt idx="968">
                  <c:v>13.089379604000001</c:v>
                </c:pt>
                <c:pt idx="969">
                  <c:v>12.812016084000001</c:v>
                </c:pt>
                <c:pt idx="970">
                  <c:v>12.467698964</c:v>
                </c:pt>
                <c:pt idx="971">
                  <c:v>12.028878484000002</c:v>
                </c:pt>
                <c:pt idx="972">
                  <c:v>11.534848724</c:v>
                </c:pt>
                <c:pt idx="973">
                  <c:v>10.927217364000001</c:v>
                </c:pt>
                <c:pt idx="974">
                  <c:v>10.318707924</c:v>
                </c:pt>
                <c:pt idx="975">
                  <c:v>9.7310528840000003</c:v>
                </c:pt>
                <c:pt idx="976">
                  <c:v>9.1424100040000003</c:v>
                </c:pt>
                <c:pt idx="977">
                  <c:v>8.582194964000001</c:v>
                </c:pt>
                <c:pt idx="978">
                  <c:v>8.0349316040000005</c:v>
                </c:pt>
                <c:pt idx="979">
                  <c:v>7.520596244</c:v>
                </c:pt>
                <c:pt idx="980">
                  <c:v>7.0777146440000003</c:v>
                </c:pt>
                <c:pt idx="981">
                  <c:v>6.7107869640000004</c:v>
                </c:pt>
                <c:pt idx="982">
                  <c:v>6.4012637640000003</c:v>
                </c:pt>
                <c:pt idx="983">
                  <c:v>6.0908624840000005</c:v>
                </c:pt>
                <c:pt idx="984">
                  <c:v>5.675969684</c:v>
                </c:pt>
                <c:pt idx="985">
                  <c:v>5.2823703240000004</c:v>
                </c:pt>
                <c:pt idx="986">
                  <c:v>4.9292724039999998</c:v>
                </c:pt>
                <c:pt idx="987">
                  <c:v>4.6231517640000002</c:v>
                </c:pt>
                <c:pt idx="988">
                  <c:v>4.3810212040000005</c:v>
                </c:pt>
                <c:pt idx="989">
                  <c:v>4.126817044</c:v>
                </c:pt>
                <c:pt idx="990">
                  <c:v>3.9372615240000002</c:v>
                </c:pt>
                <c:pt idx="991">
                  <c:v>3.7753655240000006</c:v>
                </c:pt>
                <c:pt idx="992">
                  <c:v>3.6088596040000005</c:v>
                </c:pt>
                <c:pt idx="993">
                  <c:v>3.4367559240000003</c:v>
                </c:pt>
                <c:pt idx="994">
                  <c:v>3.2604813640000003</c:v>
                </c:pt>
                <c:pt idx="995">
                  <c:v>3.087389844</c:v>
                </c:pt>
                <c:pt idx="996">
                  <c:v>2.9602877640000003</c:v>
                </c:pt>
                <c:pt idx="997">
                  <c:v>2.8096970440000004</c:v>
                </c:pt>
                <c:pt idx="998">
                  <c:v>2.6325444040000003</c:v>
                </c:pt>
                <c:pt idx="999">
                  <c:v>2.4840391240000006</c:v>
                </c:pt>
                <c:pt idx="1000">
                  <c:v>2.3478269640000002</c:v>
                </c:pt>
                <c:pt idx="1001">
                  <c:v>2.1905408840000002</c:v>
                </c:pt>
                <c:pt idx="1002">
                  <c:v>2.0837444039999999</c:v>
                </c:pt>
                <c:pt idx="1003">
                  <c:v>2.0134980040000001</c:v>
                </c:pt>
                <c:pt idx="1004">
                  <c:v>1.8904570440000001</c:v>
                </c:pt>
                <c:pt idx="1005">
                  <c:v>1.8019904840000003</c:v>
                </c:pt>
                <c:pt idx="1006">
                  <c:v>1.7266951240000001</c:v>
                </c:pt>
                <c:pt idx="1007">
                  <c:v>1.676754324</c:v>
                </c:pt>
                <c:pt idx="1008">
                  <c:v>1.6323015240000003</c:v>
                </c:pt>
                <c:pt idx="1009">
                  <c:v>1.6110080840000003</c:v>
                </c:pt>
                <c:pt idx="1010">
                  <c:v>1.5784093640000001</c:v>
                </c:pt>
                <c:pt idx="1011">
                  <c:v>1.518919444</c:v>
                </c:pt>
                <c:pt idx="1012">
                  <c:v>1.4879671240000001</c:v>
                </c:pt>
                <c:pt idx="1013">
                  <c:v>1.4697469640000003</c:v>
                </c:pt>
                <c:pt idx="1014">
                  <c:v>1.4382458440000001</c:v>
                </c:pt>
                <c:pt idx="1015">
                  <c:v>1.3914880840000001</c:v>
                </c:pt>
                <c:pt idx="1016">
                  <c:v>1.3559258439999999</c:v>
                </c:pt>
                <c:pt idx="1017">
                  <c:v>1.3235466439999999</c:v>
                </c:pt>
                <c:pt idx="1018">
                  <c:v>1.335620244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B6A7-4D6D-A306-28228DAEC1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29527487"/>
        <c:axId val="629530815"/>
      </c:scatterChart>
      <c:valAx>
        <c:axId val="629527487"/>
        <c:scaling>
          <c:orientation val="minMax"/>
          <c:max val="2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 altLang="ko-KR"/>
                  <a:t>Ankle dorsiflexion angle(Deg)</a:t>
                </a:r>
                <a:endParaRPr lang="ko-KR" altLang="en-US"/>
              </a:p>
            </c:rich>
          </c:tx>
          <c:layout>
            <c:manualLayout>
              <c:xMode val="edge"/>
              <c:yMode val="edge"/>
              <c:x val="0.360408553581965"/>
              <c:y val="0.90062408471934974"/>
            </c:manualLayout>
          </c:layout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29530815"/>
        <c:crosses val="autoZero"/>
        <c:crossBetween val="midCat"/>
      </c:valAx>
      <c:valAx>
        <c:axId val="629530815"/>
        <c:scaling>
          <c:orientation val="minMax"/>
          <c:max val="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/>
                </a:pPr>
                <a:r>
                  <a:rPr lang="en-US" altLang="ko-KR"/>
                  <a:t>Tension</a:t>
                </a:r>
                <a:r>
                  <a:rPr lang="en-US" altLang="ko-KR" baseline="0"/>
                  <a:t> force (N)</a:t>
                </a:r>
                <a:endParaRPr lang="ko-KR" altLang="en-US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29527487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413723575250768"/>
          <c:y val="0.1795392385804169"/>
          <c:w val="0.18200309263667622"/>
          <c:h val="0.20022131092004028"/>
        </c:manualLayout>
      </c:layout>
      <c:overlay val="0"/>
      <c:spPr>
        <a:solidFill>
          <a:schemeClr val="bg1"/>
        </a:solidFill>
        <a:ln>
          <a:solidFill>
            <a:schemeClr val="tx1"/>
          </a:solidFill>
        </a:ln>
      </c:spPr>
      <c:txPr>
        <a:bodyPr/>
        <a:lstStyle/>
        <a:p>
          <a:pPr>
            <a:defRPr sz="700" b="1"/>
          </a:pPr>
          <a:endParaRPr lang="ko-KR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b="1"/>
              <a:t>Tension</a:t>
            </a:r>
            <a:r>
              <a:rPr lang="en-US" altLang="ko-KR" b="1" baseline="0"/>
              <a:t> force- Ankle moment arm</a:t>
            </a:r>
          </a:p>
        </c:rich>
      </c:tx>
      <c:layout>
        <c:manualLayout>
          <c:xMode val="edge"/>
          <c:yMode val="edge"/>
          <c:x val="0.26707093072065463"/>
          <c:y val="5.6737588652482268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4652403950384935"/>
          <c:y val="0.16707207207207209"/>
          <c:w val="0.7486486860495688"/>
          <c:h val="0.65548285187755784"/>
        </c:manualLayout>
      </c:layout>
      <c:scatterChart>
        <c:scatterStyle val="lineMarker"/>
        <c:varyColors val="0"/>
        <c:ser>
          <c:idx val="1"/>
          <c:order val="0"/>
          <c:tx>
            <c:strRef>
              <c:f>[통합.xlsx]Sheet1!$S$1</c:f>
              <c:strCache>
                <c:ptCount val="1"/>
                <c:pt idx="0">
                  <c:v>A: 70mm</c:v>
                </c:pt>
              </c:strCache>
            </c:strRef>
          </c:tx>
          <c:spPr>
            <a:ln w="50800">
              <a:solidFill>
                <a:schemeClr val="tx1"/>
              </a:solidFill>
            </a:ln>
          </c:spPr>
          <c:marker>
            <c:spPr>
              <a:noFill/>
              <a:ln>
                <a:noFill/>
              </a:ln>
            </c:spPr>
          </c:marker>
          <c:xVal>
            <c:numRef>
              <c:f>[1]Sheet1!$J$2:$J$1293</c:f>
              <c:numCache>
                <c:formatCode>General</c:formatCode>
                <c:ptCount val="1292"/>
                <c:pt idx="1">
                  <c:v>0.11406378</c:v>
                </c:pt>
                <c:pt idx="2">
                  <c:v>0.11480298</c:v>
                </c:pt>
                <c:pt idx="3">
                  <c:v>0.11834218000000001</c:v>
                </c:pt>
                <c:pt idx="4">
                  <c:v>0.12290058</c:v>
                </c:pt>
                <c:pt idx="5">
                  <c:v>0.13181577999999999</c:v>
                </c:pt>
                <c:pt idx="6">
                  <c:v>0.14307178000000001</c:v>
                </c:pt>
                <c:pt idx="7">
                  <c:v>0.15055337999999999</c:v>
                </c:pt>
                <c:pt idx="8">
                  <c:v>0.15351018</c:v>
                </c:pt>
                <c:pt idx="9">
                  <c:v>0.15656777999999999</c:v>
                </c:pt>
                <c:pt idx="10">
                  <c:v>0.16331018</c:v>
                </c:pt>
                <c:pt idx="11">
                  <c:v>0.16733097999999999</c:v>
                </c:pt>
                <c:pt idx="12">
                  <c:v>0.17214698</c:v>
                </c:pt>
                <c:pt idx="13">
                  <c:v>0.17980778</c:v>
                </c:pt>
                <c:pt idx="14">
                  <c:v>0.18688618000000001</c:v>
                </c:pt>
                <c:pt idx="15">
                  <c:v>0.18952938</c:v>
                </c:pt>
                <c:pt idx="16">
                  <c:v>0.19143337999999999</c:v>
                </c:pt>
                <c:pt idx="17">
                  <c:v>0.19087338000000001</c:v>
                </c:pt>
                <c:pt idx="18">
                  <c:v>0.18707657999999999</c:v>
                </c:pt>
                <c:pt idx="19">
                  <c:v>0.18316778</c:v>
                </c:pt>
                <c:pt idx="20">
                  <c:v>0.18616938</c:v>
                </c:pt>
                <c:pt idx="21">
                  <c:v>0.19449098000000001</c:v>
                </c:pt>
                <c:pt idx="22">
                  <c:v>0.20087498000000001</c:v>
                </c:pt>
                <c:pt idx="23">
                  <c:v>0.20814378</c:v>
                </c:pt>
                <c:pt idx="24">
                  <c:v>0.22317418</c:v>
                </c:pt>
                <c:pt idx="25">
                  <c:v>0.23849577999999999</c:v>
                </c:pt>
                <c:pt idx="26">
                  <c:v>0.25433257999999997</c:v>
                </c:pt>
                <c:pt idx="27">
                  <c:v>0.28110057999999999</c:v>
                </c:pt>
                <c:pt idx="28">
                  <c:v>0.31431977999999999</c:v>
                </c:pt>
                <c:pt idx="29">
                  <c:v>0.35315017999999998</c:v>
                </c:pt>
                <c:pt idx="30">
                  <c:v>0.39971978000000002</c:v>
                </c:pt>
                <c:pt idx="31">
                  <c:v>0.45220297999999998</c:v>
                </c:pt>
                <c:pt idx="32">
                  <c:v>0.51179817999999999</c:v>
                </c:pt>
                <c:pt idx="33">
                  <c:v>0.57463017999999999</c:v>
                </c:pt>
                <c:pt idx="34">
                  <c:v>0.63636457999999996</c:v>
                </c:pt>
                <c:pt idx="35">
                  <c:v>0.69018058000000004</c:v>
                </c:pt>
                <c:pt idx="36">
                  <c:v>0.79835018000000002</c:v>
                </c:pt>
                <c:pt idx="37">
                  <c:v>0.91749577999999998</c:v>
                </c:pt>
                <c:pt idx="38">
                  <c:v>1.02564298</c:v>
                </c:pt>
                <c:pt idx="39">
                  <c:v>1.1229037799999999</c:v>
                </c:pt>
                <c:pt idx="40">
                  <c:v>1.19465098</c:v>
                </c:pt>
                <c:pt idx="41">
                  <c:v>1.2628141799999999</c:v>
                </c:pt>
                <c:pt idx="42">
                  <c:v>1.32533258</c:v>
                </c:pt>
                <c:pt idx="43">
                  <c:v>1.3838301799999999</c:v>
                </c:pt>
                <c:pt idx="44">
                  <c:v>1.4491933800000001</c:v>
                </c:pt>
                <c:pt idx="45">
                  <c:v>1.5220941800000001</c:v>
                </c:pt>
                <c:pt idx="46">
                  <c:v>1.59801898</c:v>
                </c:pt>
                <c:pt idx="47">
                  <c:v>1.6796109800000001</c:v>
                </c:pt>
                <c:pt idx="48">
                  <c:v>1.76684778</c:v>
                </c:pt>
                <c:pt idx="49">
                  <c:v>1.85384938</c:v>
                </c:pt>
                <c:pt idx="50">
                  <c:v>1.9409181799999999</c:v>
                </c:pt>
                <c:pt idx="51">
                  <c:v>2.0307981800000001</c:v>
                </c:pt>
                <c:pt idx="52">
                  <c:v>2.1189533800000002</c:v>
                </c:pt>
                <c:pt idx="53">
                  <c:v>2.2075565799999999</c:v>
                </c:pt>
                <c:pt idx="54">
                  <c:v>2.2995309800000001</c:v>
                </c:pt>
                <c:pt idx="55">
                  <c:v>2.3860957800000002</c:v>
                </c:pt>
                <c:pt idx="56">
                  <c:v>2.46287178</c:v>
                </c:pt>
                <c:pt idx="57">
                  <c:v>2.5313933799999999</c:v>
                </c:pt>
                <c:pt idx="58">
                  <c:v>2.5913245800000002</c:v>
                </c:pt>
                <c:pt idx="59">
                  <c:v>2.6428445800000002</c:v>
                </c:pt>
                <c:pt idx="60">
                  <c:v>2.68851818</c:v>
                </c:pt>
                <c:pt idx="61">
                  <c:v>2.7324445800000001</c:v>
                </c:pt>
                <c:pt idx="62">
                  <c:v>2.78083978</c:v>
                </c:pt>
                <c:pt idx="63">
                  <c:v>2.8365709799999999</c:v>
                </c:pt>
                <c:pt idx="64">
                  <c:v>2.90984138</c:v>
                </c:pt>
                <c:pt idx="65">
                  <c:v>2.9943901799999999</c:v>
                </c:pt>
                <c:pt idx="66">
                  <c:v>3.0700125800000002</c:v>
                </c:pt>
                <c:pt idx="67">
                  <c:v>3.1224285799999998</c:v>
                </c:pt>
                <c:pt idx="68">
                  <c:v>3.15102218</c:v>
                </c:pt>
                <c:pt idx="69">
                  <c:v>3.1626701800000001</c:v>
                </c:pt>
                <c:pt idx="70">
                  <c:v>3.17914538</c:v>
                </c:pt>
                <c:pt idx="71">
                  <c:v>3.2115469800000001</c:v>
                </c:pt>
                <c:pt idx="72">
                  <c:v>3.2646797799999998</c:v>
                </c:pt>
                <c:pt idx="73">
                  <c:v>3.3187309800000002</c:v>
                </c:pt>
                <c:pt idx="74">
                  <c:v>3.3644381800000001</c:v>
                </c:pt>
                <c:pt idx="75">
                  <c:v>3.39994218</c:v>
                </c:pt>
                <c:pt idx="76">
                  <c:v>3.4234509800000001</c:v>
                </c:pt>
                <c:pt idx="77">
                  <c:v>3.45513578</c:v>
                </c:pt>
                <c:pt idx="78">
                  <c:v>3.4972477799999999</c:v>
                </c:pt>
                <c:pt idx="79">
                  <c:v>3.5499885799999999</c:v>
                </c:pt>
                <c:pt idx="80">
                  <c:v>3.5895805799999998</c:v>
                </c:pt>
                <c:pt idx="81">
                  <c:v>3.6098301799999999</c:v>
                </c:pt>
                <c:pt idx="82">
                  <c:v>3.6178829800000001</c:v>
                </c:pt>
                <c:pt idx="83">
                  <c:v>3.6277725799999998</c:v>
                </c:pt>
                <c:pt idx="84">
                  <c:v>3.6474957799999999</c:v>
                </c:pt>
                <c:pt idx="85">
                  <c:v>3.6719229800000002</c:v>
                </c:pt>
                <c:pt idx="86">
                  <c:v>3.69733578</c:v>
                </c:pt>
                <c:pt idx="87">
                  <c:v>3.7223229799999999</c:v>
                </c:pt>
                <c:pt idx="88">
                  <c:v>3.7423373799999999</c:v>
                </c:pt>
                <c:pt idx="89">
                  <c:v>3.7516781799999999</c:v>
                </c:pt>
                <c:pt idx="90">
                  <c:v>3.7674589799999998</c:v>
                </c:pt>
                <c:pt idx="91">
                  <c:v>3.7812685799999999</c:v>
                </c:pt>
                <c:pt idx="92">
                  <c:v>3.7863309799999998</c:v>
                </c:pt>
                <c:pt idx="93">
                  <c:v>3.7896685799999998</c:v>
                </c:pt>
                <c:pt idx="94">
                  <c:v>3.79426058</c:v>
                </c:pt>
                <c:pt idx="95">
                  <c:v>3.80053258</c:v>
                </c:pt>
                <c:pt idx="96">
                  <c:v>3.81158698</c:v>
                </c:pt>
                <c:pt idx="97">
                  <c:v>3.8285997799999998</c:v>
                </c:pt>
                <c:pt idx="98">
                  <c:v>3.8347261800000001</c:v>
                </c:pt>
                <c:pt idx="99">
                  <c:v>3.8348829800000002</c:v>
                </c:pt>
                <c:pt idx="100">
                  <c:v>3.8396205800000001</c:v>
                </c:pt>
                <c:pt idx="101">
                  <c:v>3.8454221799999999</c:v>
                </c:pt>
                <c:pt idx="102">
                  <c:v>3.8474381800000002</c:v>
                </c:pt>
                <c:pt idx="103">
                  <c:v>3.85136938</c:v>
                </c:pt>
                <c:pt idx="104">
                  <c:v>3.8544829799999998</c:v>
                </c:pt>
                <c:pt idx="105">
                  <c:v>3.8592429799999999</c:v>
                </c:pt>
                <c:pt idx="106">
                  <c:v>3.8744861799999999</c:v>
                </c:pt>
                <c:pt idx="107">
                  <c:v>3.8932797799999999</c:v>
                </c:pt>
                <c:pt idx="108">
                  <c:v>3.91112138</c:v>
                </c:pt>
                <c:pt idx="109">
                  <c:v>3.9161053799999999</c:v>
                </c:pt>
                <c:pt idx="110">
                  <c:v>3.8928765799999998</c:v>
                </c:pt>
                <c:pt idx="111">
                  <c:v>3.8420061799999998</c:v>
                </c:pt>
                <c:pt idx="112">
                  <c:v>3.7815709800000001</c:v>
                </c:pt>
                <c:pt idx="113">
                  <c:v>3.7624973800000001</c:v>
                </c:pt>
                <c:pt idx="114">
                  <c:v>3.7998605799999998</c:v>
                </c:pt>
                <c:pt idx="115">
                  <c:v>3.8553117800000001</c:v>
                </c:pt>
                <c:pt idx="116">
                  <c:v>3.88001898</c:v>
                </c:pt>
                <c:pt idx="117">
                  <c:v>3.8645181800000001</c:v>
                </c:pt>
                <c:pt idx="118">
                  <c:v>3.8115533799999999</c:v>
                </c:pt>
                <c:pt idx="119">
                  <c:v>3.7499869800000001</c:v>
                </c:pt>
                <c:pt idx="120">
                  <c:v>3.7270269800000002</c:v>
                </c:pt>
                <c:pt idx="121">
                  <c:v>3.7625757800000001</c:v>
                </c:pt>
                <c:pt idx="122">
                  <c:v>3.8293277799999998</c:v>
                </c:pt>
                <c:pt idx="123">
                  <c:v>3.8803997799999999</c:v>
                </c:pt>
                <c:pt idx="124">
                  <c:v>3.8719549799999999</c:v>
                </c:pt>
                <c:pt idx="125">
                  <c:v>3.8034557800000002</c:v>
                </c:pt>
                <c:pt idx="126">
                  <c:v>3.72011658</c:v>
                </c:pt>
                <c:pt idx="127">
                  <c:v>3.6794717800000001</c:v>
                </c:pt>
                <c:pt idx="128">
                  <c:v>3.6794045799999999</c:v>
                </c:pt>
                <c:pt idx="129">
                  <c:v>3.6991725799999999</c:v>
                </c:pt>
                <c:pt idx="130">
                  <c:v>3.7047165799999999</c:v>
                </c:pt>
                <c:pt idx="131">
                  <c:v>3.6794045799999999</c:v>
                </c:pt>
                <c:pt idx="132">
                  <c:v>3.62645098</c:v>
                </c:pt>
                <c:pt idx="133">
                  <c:v>3.5567309800000002</c:v>
                </c:pt>
                <c:pt idx="134">
                  <c:v>3.5121101800000001</c:v>
                </c:pt>
                <c:pt idx="135">
                  <c:v>3.5113709800000001</c:v>
                </c:pt>
                <c:pt idx="136">
                  <c:v>3.53718698</c:v>
                </c:pt>
                <c:pt idx="137">
                  <c:v>3.5467181800000001</c:v>
                </c:pt>
                <c:pt idx="138">
                  <c:v>3.51195338</c:v>
                </c:pt>
                <c:pt idx="139">
                  <c:v>3.4487293800000001</c:v>
                </c:pt>
                <c:pt idx="140">
                  <c:v>3.3940845799999999</c:v>
                </c:pt>
                <c:pt idx="141">
                  <c:v>3.3626685799999998</c:v>
                </c:pt>
                <c:pt idx="142">
                  <c:v>3.3469325799999998</c:v>
                </c:pt>
                <c:pt idx="143">
                  <c:v>3.3182717799999999</c:v>
                </c:pt>
                <c:pt idx="144">
                  <c:v>3.2762493799999999</c:v>
                </c:pt>
                <c:pt idx="145">
                  <c:v>3.2358621799999998</c:v>
                </c:pt>
                <c:pt idx="146">
                  <c:v>3.19749098</c:v>
                </c:pt>
                <c:pt idx="147">
                  <c:v>3.1677997800000002</c:v>
                </c:pt>
                <c:pt idx="148">
                  <c:v>3.1568349800000002</c:v>
                </c:pt>
                <c:pt idx="149">
                  <c:v>3.1446829799999998</c:v>
                </c:pt>
                <c:pt idx="150">
                  <c:v>3.1073197800000001</c:v>
                </c:pt>
                <c:pt idx="151">
                  <c:v>3.05788298</c:v>
                </c:pt>
                <c:pt idx="152">
                  <c:v>3.00298058</c:v>
                </c:pt>
                <c:pt idx="153">
                  <c:v>2.9646205800000001</c:v>
                </c:pt>
                <c:pt idx="154">
                  <c:v>2.9395325799999998</c:v>
                </c:pt>
                <c:pt idx="155">
                  <c:v>2.8646605799999998</c:v>
                </c:pt>
                <c:pt idx="156">
                  <c:v>2.7879853799999998</c:v>
                </c:pt>
                <c:pt idx="157">
                  <c:v>2.73441578</c:v>
                </c:pt>
                <c:pt idx="158">
                  <c:v>2.6925277799999998</c:v>
                </c:pt>
                <c:pt idx="159">
                  <c:v>2.6471789800000001</c:v>
                </c:pt>
                <c:pt idx="160">
                  <c:v>2.5954685799999999</c:v>
                </c:pt>
                <c:pt idx="161">
                  <c:v>2.5253229799999999</c:v>
                </c:pt>
                <c:pt idx="162">
                  <c:v>2.4344461800000001</c:v>
                </c:pt>
                <c:pt idx="163">
                  <c:v>2.3337469799999999</c:v>
                </c:pt>
                <c:pt idx="164">
                  <c:v>2.23631818</c:v>
                </c:pt>
                <c:pt idx="165">
                  <c:v>2.15724618</c:v>
                </c:pt>
                <c:pt idx="166">
                  <c:v>2.09891658</c:v>
                </c:pt>
                <c:pt idx="167">
                  <c:v>2.0572525800000001</c:v>
                </c:pt>
                <c:pt idx="168">
                  <c:v>2.0183549799999998</c:v>
                </c:pt>
                <c:pt idx="169">
                  <c:v>1.96410218</c:v>
                </c:pt>
                <c:pt idx="170">
                  <c:v>1.88580298</c:v>
                </c:pt>
                <c:pt idx="171">
                  <c:v>1.8015789799999999</c:v>
                </c:pt>
                <c:pt idx="172">
                  <c:v>1.72861098</c:v>
                </c:pt>
                <c:pt idx="173">
                  <c:v>1.6446109799999999</c:v>
                </c:pt>
                <c:pt idx="174">
                  <c:v>1.5548989799999999</c:v>
                </c:pt>
                <c:pt idx="175">
                  <c:v>1.47715978</c:v>
                </c:pt>
                <c:pt idx="176">
                  <c:v>1.40701418</c:v>
                </c:pt>
                <c:pt idx="177">
                  <c:v>1.33709258</c:v>
                </c:pt>
                <c:pt idx="178">
                  <c:v>1.26963498</c:v>
                </c:pt>
                <c:pt idx="179">
                  <c:v>1.20496618</c:v>
                </c:pt>
                <c:pt idx="180">
                  <c:v>1.1436909799999999</c:v>
                </c:pt>
                <c:pt idx="181">
                  <c:v>1.0838605800000001</c:v>
                </c:pt>
                <c:pt idx="182">
                  <c:v>1.02649418</c:v>
                </c:pt>
                <c:pt idx="183">
                  <c:v>0.96238537999999996</c:v>
                </c:pt>
                <c:pt idx="184">
                  <c:v>0.89776138000000005</c:v>
                </c:pt>
                <c:pt idx="185">
                  <c:v>0.83226378000000001</c:v>
                </c:pt>
                <c:pt idx="186">
                  <c:v>0.77091018</c:v>
                </c:pt>
                <c:pt idx="187">
                  <c:v>0.71359978000000002</c:v>
                </c:pt>
                <c:pt idx="188">
                  <c:v>0.66151978</c:v>
                </c:pt>
                <c:pt idx="189">
                  <c:v>0.62088617999999995</c:v>
                </c:pt>
                <c:pt idx="190">
                  <c:v>0.58294058000000004</c:v>
                </c:pt>
                <c:pt idx="191">
                  <c:v>0.54218378</c:v>
                </c:pt>
                <c:pt idx="192">
                  <c:v>0.50311817999999997</c:v>
                </c:pt>
                <c:pt idx="193">
                  <c:v>0.46610217999999998</c:v>
                </c:pt>
                <c:pt idx="194">
                  <c:v>0.42838058000000001</c:v>
                </c:pt>
                <c:pt idx="195">
                  <c:v>0.39052458000000001</c:v>
                </c:pt>
                <c:pt idx="196">
                  <c:v>0.35677898000000002</c:v>
                </c:pt>
                <c:pt idx="197">
                  <c:v>0.32772617999999998</c:v>
                </c:pt>
                <c:pt idx="198">
                  <c:v>0.30527018</c:v>
                </c:pt>
                <c:pt idx="199">
                  <c:v>0.28170538000000001</c:v>
                </c:pt>
                <c:pt idx="200">
                  <c:v>0.26445738000000002</c:v>
                </c:pt>
                <c:pt idx="201">
                  <c:v>0.24872137999999999</c:v>
                </c:pt>
                <c:pt idx="202">
                  <c:v>0.23608778</c:v>
                </c:pt>
                <c:pt idx="203">
                  <c:v>0.22599658</c:v>
                </c:pt>
                <c:pt idx="204">
                  <c:v>0.21443818000000001</c:v>
                </c:pt>
                <c:pt idx="205">
                  <c:v>0.20865897999999999</c:v>
                </c:pt>
                <c:pt idx="206">
                  <c:v>0.20402218</c:v>
                </c:pt>
                <c:pt idx="207">
                  <c:v>0.19757098000000001</c:v>
                </c:pt>
                <c:pt idx="208">
                  <c:v>0.18417578000000001</c:v>
                </c:pt>
                <c:pt idx="209">
                  <c:v>0.17085897999999999</c:v>
                </c:pt>
                <c:pt idx="210">
                  <c:v>0.15876298</c:v>
                </c:pt>
                <c:pt idx="211">
                  <c:v>0.15072137999999999</c:v>
                </c:pt>
                <c:pt idx="212">
                  <c:v>0.14537897999999999</c:v>
                </c:pt>
                <c:pt idx="213">
                  <c:v>0.14103338000000001</c:v>
                </c:pt>
                <c:pt idx="214">
                  <c:v>0.13887178</c:v>
                </c:pt>
                <c:pt idx="215">
                  <c:v>0.13744938000000001</c:v>
                </c:pt>
                <c:pt idx="216">
                  <c:v>0.13811018</c:v>
                </c:pt>
                <c:pt idx="217">
                  <c:v>0.13398858</c:v>
                </c:pt>
                <c:pt idx="218">
                  <c:v>0.13155818</c:v>
                </c:pt>
                <c:pt idx="219">
                  <c:v>0.13503018</c:v>
                </c:pt>
                <c:pt idx="220">
                  <c:v>0.13053898</c:v>
                </c:pt>
                <c:pt idx="221">
                  <c:v>0.12652938</c:v>
                </c:pt>
                <c:pt idx="222">
                  <c:v>0.12271018</c:v>
                </c:pt>
                <c:pt idx="223">
                  <c:v>0.12282218</c:v>
                </c:pt>
                <c:pt idx="224">
                  <c:v>0.12229578000000001</c:v>
                </c:pt>
                <c:pt idx="225">
                  <c:v>0.11764777999999999</c:v>
                </c:pt>
                <c:pt idx="226">
                  <c:v>0.11736778</c:v>
                </c:pt>
                <c:pt idx="227">
                  <c:v>0.11901418</c:v>
                </c:pt>
                <c:pt idx="228">
                  <c:v>0.11839818000000001</c:v>
                </c:pt>
                <c:pt idx="229">
                  <c:v>0.12032458</c:v>
                </c:pt>
                <c:pt idx="230">
                  <c:v>0.12508458</c:v>
                </c:pt>
                <c:pt idx="231">
                  <c:v>0.13272297999999999</c:v>
                </c:pt>
                <c:pt idx="232">
                  <c:v>0.14273578000000001</c:v>
                </c:pt>
                <c:pt idx="233">
                  <c:v>0.15082218</c:v>
                </c:pt>
                <c:pt idx="234">
                  <c:v>0.15211018000000001</c:v>
                </c:pt>
                <c:pt idx="235">
                  <c:v>0.15019498000000001</c:v>
                </c:pt>
                <c:pt idx="236">
                  <c:v>0.14198537999999999</c:v>
                </c:pt>
                <c:pt idx="237">
                  <c:v>0.13946538</c:v>
                </c:pt>
                <c:pt idx="238">
                  <c:v>0.14422537999999999</c:v>
                </c:pt>
                <c:pt idx="239">
                  <c:v>0.15393577999999999</c:v>
                </c:pt>
                <c:pt idx="240">
                  <c:v>0.16643498000000001</c:v>
                </c:pt>
                <c:pt idx="241">
                  <c:v>0.17819498</c:v>
                </c:pt>
                <c:pt idx="242">
                  <c:v>0.19029098</c:v>
                </c:pt>
                <c:pt idx="243">
                  <c:v>0.20694538000000001</c:v>
                </c:pt>
                <c:pt idx="244">
                  <c:v>0.22315177999999999</c:v>
                </c:pt>
                <c:pt idx="245">
                  <c:v>0.23783498</c:v>
                </c:pt>
                <c:pt idx="246">
                  <c:v>0.25108458</c:v>
                </c:pt>
                <c:pt idx="247">
                  <c:v>0.26561098</c:v>
                </c:pt>
                <c:pt idx="248">
                  <c:v>0.28448298</c:v>
                </c:pt>
                <c:pt idx="249">
                  <c:v>0.30411658000000003</c:v>
                </c:pt>
                <c:pt idx="250">
                  <c:v>0.32548618000000001</c:v>
                </c:pt>
                <c:pt idx="251">
                  <c:v>0.34897257999999998</c:v>
                </c:pt>
                <c:pt idx="252">
                  <c:v>0.37598698000000003</c:v>
                </c:pt>
                <c:pt idx="253">
                  <c:v>0.40798538000000001</c:v>
                </c:pt>
                <c:pt idx="254">
                  <c:v>0.43935658</c:v>
                </c:pt>
                <c:pt idx="255">
                  <c:v>0.46625897999999999</c:v>
                </c:pt>
                <c:pt idx="256">
                  <c:v>0.53843178000000003</c:v>
                </c:pt>
                <c:pt idx="257">
                  <c:v>0.65383658</c:v>
                </c:pt>
                <c:pt idx="258">
                  <c:v>0.79695017999999995</c:v>
                </c:pt>
                <c:pt idx="259">
                  <c:v>0.96750378000000004</c:v>
                </c:pt>
                <c:pt idx="260">
                  <c:v>1.13807978</c:v>
                </c:pt>
                <c:pt idx="261">
                  <c:v>1.2931213800000001</c:v>
                </c:pt>
                <c:pt idx="262">
                  <c:v>1.42466538</c:v>
                </c:pt>
                <c:pt idx="263">
                  <c:v>1.5382557800000001</c:v>
                </c:pt>
                <c:pt idx="264">
                  <c:v>1.6311485800000001</c:v>
                </c:pt>
                <c:pt idx="265">
                  <c:v>1.7038029800000001</c:v>
                </c:pt>
                <c:pt idx="266">
                  <c:v>1.7719885799999999</c:v>
                </c:pt>
                <c:pt idx="267">
                  <c:v>1.8449117799999999</c:v>
                </c:pt>
                <c:pt idx="268">
                  <c:v>1.92157578</c:v>
                </c:pt>
                <c:pt idx="269">
                  <c:v>2.0020029799999999</c:v>
                </c:pt>
                <c:pt idx="270">
                  <c:v>2.0804029800000001</c:v>
                </c:pt>
                <c:pt idx="271">
                  <c:v>2.15378538</c:v>
                </c:pt>
                <c:pt idx="272">
                  <c:v>2.2161917799999999</c:v>
                </c:pt>
                <c:pt idx="273">
                  <c:v>2.2712285799999998</c:v>
                </c:pt>
                <c:pt idx="274">
                  <c:v>2.32073258</c:v>
                </c:pt>
                <c:pt idx="275">
                  <c:v>2.3611757799999999</c:v>
                </c:pt>
                <c:pt idx="276">
                  <c:v>2.39887498</c:v>
                </c:pt>
                <c:pt idx="277">
                  <c:v>2.44790858</c:v>
                </c:pt>
                <c:pt idx="278">
                  <c:v>2.5104493799999998</c:v>
                </c:pt>
                <c:pt idx="279">
                  <c:v>2.5835405800000002</c:v>
                </c:pt>
                <c:pt idx="280">
                  <c:v>2.6608317800000001</c:v>
                </c:pt>
                <c:pt idx="281">
                  <c:v>2.7305181799999998</c:v>
                </c:pt>
                <c:pt idx="282">
                  <c:v>2.78312458</c:v>
                </c:pt>
                <c:pt idx="283">
                  <c:v>2.82290698</c:v>
                </c:pt>
                <c:pt idx="284">
                  <c:v>2.8580637800000002</c:v>
                </c:pt>
                <c:pt idx="285">
                  <c:v>2.9010493799999999</c:v>
                </c:pt>
                <c:pt idx="286">
                  <c:v>2.9599501799999999</c:v>
                </c:pt>
                <c:pt idx="287">
                  <c:v>3.01765258</c:v>
                </c:pt>
                <c:pt idx="288">
                  <c:v>3.0693741800000001</c:v>
                </c:pt>
                <c:pt idx="289">
                  <c:v>3.1056733799999998</c:v>
                </c:pt>
                <c:pt idx="290">
                  <c:v>3.1249597800000002</c:v>
                </c:pt>
                <c:pt idx="291">
                  <c:v>3.1398221799999999</c:v>
                </c:pt>
                <c:pt idx="292">
                  <c:v>3.1621549799999999</c:v>
                </c:pt>
                <c:pt idx="293">
                  <c:v>3.1965725800000002</c:v>
                </c:pt>
                <c:pt idx="294">
                  <c:v>3.22879498</c:v>
                </c:pt>
                <c:pt idx="295">
                  <c:v>3.2662701799999998</c:v>
                </c:pt>
                <c:pt idx="296">
                  <c:v>3.3094685799999999</c:v>
                </c:pt>
                <c:pt idx="297">
                  <c:v>3.35632938</c:v>
                </c:pt>
                <c:pt idx="298">
                  <c:v>3.39089258</c:v>
                </c:pt>
                <c:pt idx="299">
                  <c:v>3.4247837799999998</c:v>
                </c:pt>
                <c:pt idx="300">
                  <c:v>3.4529069799999998</c:v>
                </c:pt>
                <c:pt idx="301">
                  <c:v>3.4656749800000002</c:v>
                </c:pt>
                <c:pt idx="302">
                  <c:v>3.46597738</c:v>
                </c:pt>
                <c:pt idx="303">
                  <c:v>3.4748813799999998</c:v>
                </c:pt>
                <c:pt idx="304">
                  <c:v>3.49777418</c:v>
                </c:pt>
                <c:pt idx="305">
                  <c:v>3.5312061799999999</c:v>
                </c:pt>
                <c:pt idx="306">
                  <c:v>3.5507501800000001</c:v>
                </c:pt>
                <c:pt idx="307">
                  <c:v>3.56290218</c:v>
                </c:pt>
                <c:pt idx="308">
                  <c:v>3.5686365800000002</c:v>
                </c:pt>
                <c:pt idx="309">
                  <c:v>3.5682109799999999</c:v>
                </c:pt>
                <c:pt idx="310">
                  <c:v>3.56755018</c:v>
                </c:pt>
                <c:pt idx="311">
                  <c:v>3.5706749800000002</c:v>
                </c:pt>
                <c:pt idx="312">
                  <c:v>3.58165098</c:v>
                </c:pt>
                <c:pt idx="313">
                  <c:v>3.6025053800000002</c:v>
                </c:pt>
                <c:pt idx="314">
                  <c:v>3.6297661799999998</c:v>
                </c:pt>
                <c:pt idx="315">
                  <c:v>3.6492429799999999</c:v>
                </c:pt>
                <c:pt idx="316">
                  <c:v>3.64972458</c:v>
                </c:pt>
                <c:pt idx="317">
                  <c:v>3.63488458</c:v>
                </c:pt>
                <c:pt idx="318">
                  <c:v>3.6225981799999998</c:v>
                </c:pt>
                <c:pt idx="319">
                  <c:v>3.6372253799999998</c:v>
                </c:pt>
                <c:pt idx="320">
                  <c:v>3.6637693800000002</c:v>
                </c:pt>
                <c:pt idx="321">
                  <c:v>3.67051178</c:v>
                </c:pt>
                <c:pt idx="322">
                  <c:v>3.6420077800000001</c:v>
                </c:pt>
                <c:pt idx="323">
                  <c:v>3.5803741800000002</c:v>
                </c:pt>
                <c:pt idx="324">
                  <c:v>3.53604458</c:v>
                </c:pt>
                <c:pt idx="325">
                  <c:v>3.55956458</c:v>
                </c:pt>
                <c:pt idx="326">
                  <c:v>3.6161021799999999</c:v>
                </c:pt>
                <c:pt idx="327">
                  <c:v>3.6636125800000001</c:v>
                </c:pt>
                <c:pt idx="328">
                  <c:v>3.66904458</c:v>
                </c:pt>
                <c:pt idx="329">
                  <c:v>3.6361389800000001</c:v>
                </c:pt>
                <c:pt idx="330">
                  <c:v>3.5938477799999999</c:v>
                </c:pt>
                <c:pt idx="331">
                  <c:v>3.5706189799999999</c:v>
                </c:pt>
                <c:pt idx="332">
                  <c:v>3.5945869799999999</c:v>
                </c:pt>
                <c:pt idx="333">
                  <c:v>3.6378749799999999</c:v>
                </c:pt>
                <c:pt idx="334">
                  <c:v>3.6757869799999998</c:v>
                </c:pt>
                <c:pt idx="335">
                  <c:v>3.6930237799999999</c:v>
                </c:pt>
                <c:pt idx="336">
                  <c:v>3.6600509799999998</c:v>
                </c:pt>
                <c:pt idx="337">
                  <c:v>3.5860301799999998</c:v>
                </c:pt>
                <c:pt idx="338">
                  <c:v>3.5322365800000002</c:v>
                </c:pt>
                <c:pt idx="339">
                  <c:v>3.5486221800000002</c:v>
                </c:pt>
                <c:pt idx="340">
                  <c:v>3.6092813800000001</c:v>
                </c:pt>
                <c:pt idx="341">
                  <c:v>3.6469245799999999</c:v>
                </c:pt>
                <c:pt idx="342">
                  <c:v>3.61882378</c:v>
                </c:pt>
                <c:pt idx="343">
                  <c:v>3.5577949800000002</c:v>
                </c:pt>
                <c:pt idx="344">
                  <c:v>3.52137258</c:v>
                </c:pt>
                <c:pt idx="345">
                  <c:v>3.5202525800000002</c:v>
                </c:pt>
                <c:pt idx="346">
                  <c:v>3.52609898</c:v>
                </c:pt>
                <c:pt idx="347">
                  <c:v>3.5200509800000002</c:v>
                </c:pt>
                <c:pt idx="348">
                  <c:v>3.5242509800000001</c:v>
                </c:pt>
                <c:pt idx="349">
                  <c:v>3.53551818</c:v>
                </c:pt>
                <c:pt idx="350">
                  <c:v>3.51655658</c:v>
                </c:pt>
                <c:pt idx="351">
                  <c:v>3.4701213800000001</c:v>
                </c:pt>
                <c:pt idx="352">
                  <c:v>3.4208749799999998</c:v>
                </c:pt>
                <c:pt idx="353">
                  <c:v>3.37992778</c:v>
                </c:pt>
                <c:pt idx="354">
                  <c:v>3.3520733800000002</c:v>
                </c:pt>
                <c:pt idx="355">
                  <c:v>3.3422845799999998</c:v>
                </c:pt>
                <c:pt idx="356">
                  <c:v>3.3345789799999999</c:v>
                </c:pt>
                <c:pt idx="357">
                  <c:v>3.3131421799999998</c:v>
                </c:pt>
                <c:pt idx="358">
                  <c:v>3.2858365799999998</c:v>
                </c:pt>
                <c:pt idx="359">
                  <c:v>3.2573101800000002</c:v>
                </c:pt>
                <c:pt idx="360">
                  <c:v>3.2143693799999999</c:v>
                </c:pt>
                <c:pt idx="361">
                  <c:v>3.1737469800000002</c:v>
                </c:pt>
                <c:pt idx="362">
                  <c:v>3.1419277800000001</c:v>
                </c:pt>
                <c:pt idx="363">
                  <c:v>3.1026157799999998</c:v>
                </c:pt>
                <c:pt idx="364">
                  <c:v>3.0654093800000002</c:v>
                </c:pt>
                <c:pt idx="365">
                  <c:v>3.0333325800000002</c:v>
                </c:pt>
                <c:pt idx="366">
                  <c:v>3.0005053799999999</c:v>
                </c:pt>
                <c:pt idx="367">
                  <c:v>2.9345261800000002</c:v>
                </c:pt>
                <c:pt idx="368">
                  <c:v>2.81194218</c:v>
                </c:pt>
                <c:pt idx="369">
                  <c:v>2.69699658</c:v>
                </c:pt>
                <c:pt idx="370">
                  <c:v>2.6117981800000001</c:v>
                </c:pt>
                <c:pt idx="371">
                  <c:v>2.5585085799999998</c:v>
                </c:pt>
                <c:pt idx="372">
                  <c:v>2.5193421800000002</c:v>
                </c:pt>
                <c:pt idx="373">
                  <c:v>2.4822477799999998</c:v>
                </c:pt>
                <c:pt idx="374">
                  <c:v>2.4310861799999999</c:v>
                </c:pt>
                <c:pt idx="375">
                  <c:v>2.3564941799999999</c:v>
                </c:pt>
                <c:pt idx="376">
                  <c:v>2.2694365799999998</c:v>
                </c:pt>
                <c:pt idx="377">
                  <c:v>2.17795498</c:v>
                </c:pt>
                <c:pt idx="378">
                  <c:v>2.0906957799999999</c:v>
                </c:pt>
                <c:pt idx="379">
                  <c:v>2.0078381799999998</c:v>
                </c:pt>
                <c:pt idx="380">
                  <c:v>1.93224938</c:v>
                </c:pt>
                <c:pt idx="381">
                  <c:v>1.86493738</c:v>
                </c:pt>
                <c:pt idx="382">
                  <c:v>1.81341738</c:v>
                </c:pt>
                <c:pt idx="383">
                  <c:v>1.77147338</c:v>
                </c:pt>
                <c:pt idx="384">
                  <c:v>1.6998045799999999</c:v>
                </c:pt>
                <c:pt idx="385">
                  <c:v>1.63372458</c:v>
                </c:pt>
                <c:pt idx="386">
                  <c:v>1.5717549799999999</c:v>
                </c:pt>
                <c:pt idx="387">
                  <c:v>1.5066381799999999</c:v>
                </c:pt>
                <c:pt idx="388">
                  <c:v>1.4259197800000001</c:v>
                </c:pt>
                <c:pt idx="389">
                  <c:v>1.33816778</c:v>
                </c:pt>
                <c:pt idx="390">
                  <c:v>1.2489933799999999</c:v>
                </c:pt>
                <c:pt idx="391">
                  <c:v>1.1659677799999999</c:v>
                </c:pt>
                <c:pt idx="392">
                  <c:v>1.08897898</c:v>
                </c:pt>
                <c:pt idx="393">
                  <c:v>1.0188445800000001</c:v>
                </c:pt>
                <c:pt idx="394">
                  <c:v>0.95391817999999995</c:v>
                </c:pt>
                <c:pt idx="395">
                  <c:v>0.88893577999999995</c:v>
                </c:pt>
                <c:pt idx="396">
                  <c:v>0.83033738000000001</c:v>
                </c:pt>
                <c:pt idx="397">
                  <c:v>0.77742858000000004</c:v>
                </c:pt>
                <c:pt idx="398">
                  <c:v>0.72639018</c:v>
                </c:pt>
                <c:pt idx="399">
                  <c:v>0.67868938000000001</c:v>
                </c:pt>
                <c:pt idx="400">
                  <c:v>0.63279178000000003</c:v>
                </c:pt>
                <c:pt idx="401">
                  <c:v>0.58958217999999996</c:v>
                </c:pt>
                <c:pt idx="402">
                  <c:v>0.55299178000000004</c:v>
                </c:pt>
                <c:pt idx="403">
                  <c:v>0.52227018000000003</c:v>
                </c:pt>
                <c:pt idx="404">
                  <c:v>0.49898537999999998</c:v>
                </c:pt>
                <c:pt idx="405">
                  <c:v>0.47605898000000002</c:v>
                </c:pt>
                <c:pt idx="406">
                  <c:v>0.45425258000000002</c:v>
                </c:pt>
                <c:pt idx="407">
                  <c:v>0.42768618000000003</c:v>
                </c:pt>
                <c:pt idx="408">
                  <c:v>0.39574377999999999</c:v>
                </c:pt>
                <c:pt idx="409">
                  <c:v>0.36132618</c:v>
                </c:pt>
                <c:pt idx="410">
                  <c:v>0.32792778</c:v>
                </c:pt>
                <c:pt idx="411">
                  <c:v>0.30110377999999999</c:v>
                </c:pt>
                <c:pt idx="412">
                  <c:v>0.27216298</c:v>
                </c:pt>
                <c:pt idx="413">
                  <c:v>0.24713098</c:v>
                </c:pt>
                <c:pt idx="414">
                  <c:v>0.22690378</c:v>
                </c:pt>
                <c:pt idx="415">
                  <c:v>0.21537898</c:v>
                </c:pt>
                <c:pt idx="416">
                  <c:v>0.20890538</c:v>
                </c:pt>
                <c:pt idx="417">
                  <c:v>0.20302538000000001</c:v>
                </c:pt>
                <c:pt idx="418">
                  <c:v>0.19150058</c:v>
                </c:pt>
                <c:pt idx="419">
                  <c:v>0.17627978</c:v>
                </c:pt>
                <c:pt idx="420">
                  <c:v>0.16566217999999999</c:v>
                </c:pt>
                <c:pt idx="421">
                  <c:v>0.15754218</c:v>
                </c:pt>
                <c:pt idx="422">
                  <c:v>0.14684617999999999</c:v>
                </c:pt>
                <c:pt idx="423">
                  <c:v>0.13830058000000001</c:v>
                </c:pt>
                <c:pt idx="424">
                  <c:v>0.12725738</c:v>
                </c:pt>
                <c:pt idx="425">
                  <c:v>0.11855498</c:v>
                </c:pt>
                <c:pt idx="426">
                  <c:v>0.11191338000000001</c:v>
                </c:pt>
                <c:pt idx="427">
                  <c:v>0.10146378</c:v>
                </c:pt>
                <c:pt idx="428">
                  <c:v>9.5516580000000004E-2</c:v>
                </c:pt>
                <c:pt idx="429">
                  <c:v>8.9916579999999996E-2</c:v>
                </c:pt>
                <c:pt idx="430">
                  <c:v>8.5145380000000007E-2</c:v>
                </c:pt>
                <c:pt idx="431">
                  <c:v>8.0474980000000002E-2</c:v>
                </c:pt>
                <c:pt idx="432">
                  <c:v>7.7002979999999999E-2</c:v>
                </c:pt>
                <c:pt idx="433">
                  <c:v>7.4314980000000003E-2</c:v>
                </c:pt>
                <c:pt idx="434">
                  <c:v>7.3698979999999997E-2</c:v>
                </c:pt>
                <c:pt idx="435">
                  <c:v>6.9890980000000005E-2</c:v>
                </c:pt>
                <c:pt idx="436">
                  <c:v>6.7124580000000003E-2</c:v>
                </c:pt>
                <c:pt idx="437">
                  <c:v>6.4694180000000004E-2</c:v>
                </c:pt>
                <c:pt idx="438">
                  <c:v>6.5578979999999995E-2</c:v>
                </c:pt>
                <c:pt idx="439">
                  <c:v>6.2778979999999998E-2</c:v>
                </c:pt>
                <c:pt idx="440">
                  <c:v>6.0718179999999997E-2</c:v>
                </c:pt>
                <c:pt idx="441">
                  <c:v>6.2577380000000002E-2</c:v>
                </c:pt>
                <c:pt idx="442">
                  <c:v>6.0830179999999998E-2</c:v>
                </c:pt>
                <c:pt idx="443">
                  <c:v>5.6450979999999998E-2</c:v>
                </c:pt>
                <c:pt idx="444">
                  <c:v>5.7929380000000003E-2</c:v>
                </c:pt>
                <c:pt idx="445">
                  <c:v>5.8522980000000002E-2</c:v>
                </c:pt>
                <c:pt idx="446">
                  <c:v>6.0180579999999997E-2</c:v>
                </c:pt>
                <c:pt idx="447">
                  <c:v>6.1916579999999999E-2</c:v>
                </c:pt>
                <c:pt idx="448">
                  <c:v>6.3170980000000002E-2</c:v>
                </c:pt>
                <c:pt idx="449">
                  <c:v>6.3495780000000002E-2</c:v>
                </c:pt>
                <c:pt idx="450">
                  <c:v>6.9375779999999998E-2</c:v>
                </c:pt>
                <c:pt idx="451">
                  <c:v>7.5569380000000005E-2</c:v>
                </c:pt>
                <c:pt idx="452">
                  <c:v>8.3140580000000006E-2</c:v>
                </c:pt>
                <c:pt idx="453">
                  <c:v>9.1159779999999996E-2</c:v>
                </c:pt>
                <c:pt idx="454">
                  <c:v>9.8977380000000004E-2</c:v>
                </c:pt>
                <c:pt idx="455">
                  <c:v>0.10689578</c:v>
                </c:pt>
                <c:pt idx="456">
                  <c:v>0.11592297999999999</c:v>
                </c:pt>
                <c:pt idx="457">
                  <c:v>0.12908298000000001</c:v>
                </c:pt>
                <c:pt idx="458">
                  <c:v>0.13935338</c:v>
                </c:pt>
                <c:pt idx="459">
                  <c:v>0.14868297999999999</c:v>
                </c:pt>
                <c:pt idx="460">
                  <c:v>0.16137257999999999</c:v>
                </c:pt>
                <c:pt idx="461">
                  <c:v>0.17858698000000001</c:v>
                </c:pt>
                <c:pt idx="462">
                  <c:v>0.19481577999999999</c:v>
                </c:pt>
                <c:pt idx="463">
                  <c:v>0.21910858</c:v>
                </c:pt>
                <c:pt idx="464">
                  <c:v>0.24539498000000001</c:v>
                </c:pt>
                <c:pt idx="465">
                  <c:v>0.27170378000000001</c:v>
                </c:pt>
                <c:pt idx="466">
                  <c:v>0.29925578000000003</c:v>
                </c:pt>
                <c:pt idx="467">
                  <c:v>0.33434538000000003</c:v>
                </c:pt>
                <c:pt idx="468">
                  <c:v>0.37051018000000002</c:v>
                </c:pt>
                <c:pt idx="469">
                  <c:v>0.40782858</c:v>
                </c:pt>
                <c:pt idx="470">
                  <c:v>0.45352458000000001</c:v>
                </c:pt>
                <c:pt idx="471">
                  <c:v>0.51219018000000005</c:v>
                </c:pt>
                <c:pt idx="472">
                  <c:v>0.58201097999999996</c:v>
                </c:pt>
                <c:pt idx="473">
                  <c:v>0.64318538000000003</c:v>
                </c:pt>
                <c:pt idx="474">
                  <c:v>0.68646218000000003</c:v>
                </c:pt>
                <c:pt idx="475">
                  <c:v>0.76811017999999998</c:v>
                </c:pt>
                <c:pt idx="476">
                  <c:v>0.83855818000000004</c:v>
                </c:pt>
                <c:pt idx="477">
                  <c:v>0.89309097999999998</c:v>
                </c:pt>
                <c:pt idx="478">
                  <c:v>0.94923658</c:v>
                </c:pt>
                <c:pt idx="479">
                  <c:v>1.01070218</c:v>
                </c:pt>
                <c:pt idx="480">
                  <c:v>1.0811053799999999</c:v>
                </c:pt>
                <c:pt idx="481">
                  <c:v>1.16602378</c:v>
                </c:pt>
                <c:pt idx="482">
                  <c:v>1.2566765799999999</c:v>
                </c:pt>
                <c:pt idx="483">
                  <c:v>1.3414157799999999</c:v>
                </c:pt>
                <c:pt idx="484">
                  <c:v>1.41750858</c:v>
                </c:pt>
                <c:pt idx="485">
                  <c:v>1.4829165799999999</c:v>
                </c:pt>
                <c:pt idx="486">
                  <c:v>1.54172778</c:v>
                </c:pt>
                <c:pt idx="487">
                  <c:v>1.5974925799999999</c:v>
                </c:pt>
                <c:pt idx="488">
                  <c:v>1.6629789800000001</c:v>
                </c:pt>
                <c:pt idx="489">
                  <c:v>1.7456573799999999</c:v>
                </c:pt>
                <c:pt idx="490">
                  <c:v>1.83900938</c:v>
                </c:pt>
                <c:pt idx="491">
                  <c:v>1.9328093799999999</c:v>
                </c:pt>
                <c:pt idx="492">
                  <c:v>2.0160477800000001</c:v>
                </c:pt>
                <c:pt idx="493">
                  <c:v>2.08404298</c:v>
                </c:pt>
                <c:pt idx="494">
                  <c:v>2.1371645799999999</c:v>
                </c:pt>
                <c:pt idx="495">
                  <c:v>2.1799597799999999</c:v>
                </c:pt>
                <c:pt idx="496">
                  <c:v>2.2250173800000002</c:v>
                </c:pt>
                <c:pt idx="497">
                  <c:v>2.2817789799999999</c:v>
                </c:pt>
                <c:pt idx="498">
                  <c:v>2.34629098</c:v>
                </c:pt>
                <c:pt idx="499">
                  <c:v>2.4125501800000002</c:v>
                </c:pt>
                <c:pt idx="500">
                  <c:v>2.4740717800000001</c:v>
                </c:pt>
                <c:pt idx="501">
                  <c:v>2.5268125800000001</c:v>
                </c:pt>
                <c:pt idx="502">
                  <c:v>2.5718925800000001</c:v>
                </c:pt>
                <c:pt idx="503">
                  <c:v>2.6225165800000001</c:v>
                </c:pt>
                <c:pt idx="504">
                  <c:v>2.6716621800000002</c:v>
                </c:pt>
                <c:pt idx="505">
                  <c:v>2.7163613799999999</c:v>
                </c:pt>
                <c:pt idx="506">
                  <c:v>2.7611053800000001</c:v>
                </c:pt>
                <c:pt idx="507">
                  <c:v>2.8048749800000001</c:v>
                </c:pt>
                <c:pt idx="508">
                  <c:v>2.85436778</c:v>
                </c:pt>
                <c:pt idx="509">
                  <c:v>2.90931498</c:v>
                </c:pt>
                <c:pt idx="510">
                  <c:v>2.96931338</c:v>
                </c:pt>
                <c:pt idx="511">
                  <c:v>3.0282253799999999</c:v>
                </c:pt>
                <c:pt idx="512">
                  <c:v>3.0793869800000002</c:v>
                </c:pt>
                <c:pt idx="513">
                  <c:v>3.1164925800000001</c:v>
                </c:pt>
                <c:pt idx="514">
                  <c:v>3.1458813800000001</c:v>
                </c:pt>
                <c:pt idx="515">
                  <c:v>3.1703085799999999</c:v>
                </c:pt>
                <c:pt idx="516">
                  <c:v>3.1868173799999999</c:v>
                </c:pt>
                <c:pt idx="517">
                  <c:v>3.20515178</c:v>
                </c:pt>
                <c:pt idx="518">
                  <c:v>3.2303965799999999</c:v>
                </c:pt>
                <c:pt idx="519">
                  <c:v>3.2610845799999999</c:v>
                </c:pt>
                <c:pt idx="520">
                  <c:v>3.2836861800000001</c:v>
                </c:pt>
                <c:pt idx="521">
                  <c:v>3.30391338</c:v>
                </c:pt>
                <c:pt idx="522">
                  <c:v>3.3226061800000002</c:v>
                </c:pt>
                <c:pt idx="523">
                  <c:v>3.35294698</c:v>
                </c:pt>
                <c:pt idx="524">
                  <c:v>3.3777549800000002</c:v>
                </c:pt>
                <c:pt idx="525">
                  <c:v>3.39672778</c:v>
                </c:pt>
                <c:pt idx="526">
                  <c:v>3.4145693800000001</c:v>
                </c:pt>
                <c:pt idx="527">
                  <c:v>3.43418058</c:v>
                </c:pt>
                <c:pt idx="528">
                  <c:v>3.44620938</c:v>
                </c:pt>
                <c:pt idx="529">
                  <c:v>3.44290538</c:v>
                </c:pt>
                <c:pt idx="530">
                  <c:v>3.4343597799999999</c:v>
                </c:pt>
                <c:pt idx="531">
                  <c:v>3.4244477799999999</c:v>
                </c:pt>
                <c:pt idx="532">
                  <c:v>3.4236749799999999</c:v>
                </c:pt>
                <c:pt idx="533">
                  <c:v>3.43838058</c:v>
                </c:pt>
                <c:pt idx="534">
                  <c:v>3.46769098</c:v>
                </c:pt>
                <c:pt idx="535">
                  <c:v>3.4888701800000002</c:v>
                </c:pt>
                <c:pt idx="536">
                  <c:v>3.4996333800000001</c:v>
                </c:pt>
                <c:pt idx="537">
                  <c:v>3.4943245799999998</c:v>
                </c:pt>
                <c:pt idx="538">
                  <c:v>3.4765277800000001</c:v>
                </c:pt>
                <c:pt idx="539">
                  <c:v>3.4584285800000001</c:v>
                </c:pt>
                <c:pt idx="540">
                  <c:v>3.4537581799999999</c:v>
                </c:pt>
                <c:pt idx="541">
                  <c:v>3.4715549800000001</c:v>
                </c:pt>
                <c:pt idx="542">
                  <c:v>3.4858349799999999</c:v>
                </c:pt>
                <c:pt idx="543">
                  <c:v>3.4838413799999999</c:v>
                </c:pt>
                <c:pt idx="544">
                  <c:v>3.4738173799999998</c:v>
                </c:pt>
                <c:pt idx="545">
                  <c:v>3.4637485799999999</c:v>
                </c:pt>
                <c:pt idx="546">
                  <c:v>3.46153098</c:v>
                </c:pt>
                <c:pt idx="547">
                  <c:v>3.4669741799999998</c:v>
                </c:pt>
                <c:pt idx="548">
                  <c:v>3.4747693800000001</c:v>
                </c:pt>
                <c:pt idx="549">
                  <c:v>3.4839309799999998</c:v>
                </c:pt>
                <c:pt idx="550">
                  <c:v>3.48342698</c:v>
                </c:pt>
                <c:pt idx="551">
                  <c:v>3.4718797800000001</c:v>
                </c:pt>
                <c:pt idx="552">
                  <c:v>3.4638045800000001</c:v>
                </c:pt>
                <c:pt idx="553">
                  <c:v>3.4649469800000001</c:v>
                </c:pt>
                <c:pt idx="554">
                  <c:v>3.47107338</c:v>
                </c:pt>
                <c:pt idx="555">
                  <c:v>3.48216138</c:v>
                </c:pt>
                <c:pt idx="556">
                  <c:v>3.4829117799999998</c:v>
                </c:pt>
                <c:pt idx="557">
                  <c:v>3.4721037799999999</c:v>
                </c:pt>
                <c:pt idx="558">
                  <c:v>3.4490765799999998</c:v>
                </c:pt>
                <c:pt idx="559">
                  <c:v>3.42880458</c:v>
                </c:pt>
                <c:pt idx="560">
                  <c:v>3.4152637800000001</c:v>
                </c:pt>
                <c:pt idx="561">
                  <c:v>3.4187917799999998</c:v>
                </c:pt>
                <c:pt idx="562">
                  <c:v>3.4389741800000002</c:v>
                </c:pt>
                <c:pt idx="563">
                  <c:v>3.4510925800000001</c:v>
                </c:pt>
                <c:pt idx="564">
                  <c:v>3.4416173799999998</c:v>
                </c:pt>
                <c:pt idx="565">
                  <c:v>3.4181197800000001</c:v>
                </c:pt>
                <c:pt idx="566">
                  <c:v>3.3932557800000001</c:v>
                </c:pt>
                <c:pt idx="567">
                  <c:v>3.3763101799999999</c:v>
                </c:pt>
                <c:pt idx="568">
                  <c:v>3.3704301800000001</c:v>
                </c:pt>
                <c:pt idx="569">
                  <c:v>3.37153898</c:v>
                </c:pt>
                <c:pt idx="570">
                  <c:v>3.3704077799999999</c:v>
                </c:pt>
                <c:pt idx="571">
                  <c:v>3.3713261800000001</c:v>
                </c:pt>
                <c:pt idx="572">
                  <c:v>3.3681341800000002</c:v>
                </c:pt>
                <c:pt idx="573">
                  <c:v>3.3625565800000001</c:v>
                </c:pt>
                <c:pt idx="574">
                  <c:v>3.3559709799999999</c:v>
                </c:pt>
                <c:pt idx="575">
                  <c:v>3.33476938</c:v>
                </c:pt>
                <c:pt idx="576">
                  <c:v>3.3024797800000001</c:v>
                </c:pt>
                <c:pt idx="577">
                  <c:v>3.2764061799999999</c:v>
                </c:pt>
                <c:pt idx="578">
                  <c:v>3.2668861800000002</c:v>
                </c:pt>
                <c:pt idx="579">
                  <c:v>3.2708845800000002</c:v>
                </c:pt>
                <c:pt idx="580">
                  <c:v>3.2745581800000001</c:v>
                </c:pt>
                <c:pt idx="581">
                  <c:v>3.2429517799999998</c:v>
                </c:pt>
                <c:pt idx="582">
                  <c:v>3.1803885799999998</c:v>
                </c:pt>
                <c:pt idx="583">
                  <c:v>3.1263933800000001</c:v>
                </c:pt>
                <c:pt idx="584">
                  <c:v>3.0944957799999999</c:v>
                </c:pt>
                <c:pt idx="585">
                  <c:v>3.0785021800000001</c:v>
                </c:pt>
                <c:pt idx="586">
                  <c:v>3.0622285800000002</c:v>
                </c:pt>
                <c:pt idx="587">
                  <c:v>3.02992778</c:v>
                </c:pt>
                <c:pt idx="588">
                  <c:v>2.9794941800000001</c:v>
                </c:pt>
                <c:pt idx="589">
                  <c:v>2.9260029799999998</c:v>
                </c:pt>
                <c:pt idx="590">
                  <c:v>2.8822781800000001</c:v>
                </c:pt>
                <c:pt idx="591">
                  <c:v>2.8675837799999999</c:v>
                </c:pt>
                <c:pt idx="592">
                  <c:v>2.83109418</c:v>
                </c:pt>
                <c:pt idx="593">
                  <c:v>2.7779501799999999</c:v>
                </c:pt>
                <c:pt idx="594">
                  <c:v>2.7104253800000002</c:v>
                </c:pt>
                <c:pt idx="595">
                  <c:v>2.6315549800000002</c:v>
                </c:pt>
                <c:pt idx="596">
                  <c:v>2.5434333800000002</c:v>
                </c:pt>
                <c:pt idx="597">
                  <c:v>2.4570141799999998</c:v>
                </c:pt>
                <c:pt idx="598">
                  <c:v>2.3791405800000001</c:v>
                </c:pt>
                <c:pt idx="599">
                  <c:v>2.3089725799999998</c:v>
                </c:pt>
                <c:pt idx="600">
                  <c:v>2.2483693800000002</c:v>
                </c:pt>
                <c:pt idx="601">
                  <c:v>2.1834653799999999</c:v>
                </c:pt>
                <c:pt idx="602">
                  <c:v>2.11763178</c:v>
                </c:pt>
                <c:pt idx="603">
                  <c:v>2.0543517800000002</c:v>
                </c:pt>
                <c:pt idx="604">
                  <c:v>1.9944429800000001</c:v>
                </c:pt>
                <c:pt idx="605">
                  <c:v>1.93980938</c:v>
                </c:pt>
                <c:pt idx="606">
                  <c:v>1.8867773800000001</c:v>
                </c:pt>
                <c:pt idx="607">
                  <c:v>1.83028458</c:v>
                </c:pt>
                <c:pt idx="608">
                  <c:v>1.7688749800000001</c:v>
                </c:pt>
                <c:pt idx="609">
                  <c:v>1.7119565800000001</c:v>
                </c:pt>
                <c:pt idx="610">
                  <c:v>1.65581098</c:v>
                </c:pt>
                <c:pt idx="611">
                  <c:v>1.6015917799999999</c:v>
                </c:pt>
                <c:pt idx="612">
                  <c:v>1.56664778</c:v>
                </c:pt>
                <c:pt idx="613">
                  <c:v>1.52141098</c:v>
                </c:pt>
                <c:pt idx="614">
                  <c:v>1.4463373799999999</c:v>
                </c:pt>
                <c:pt idx="615">
                  <c:v>1.3597277800000001</c:v>
                </c:pt>
                <c:pt idx="616">
                  <c:v>1.2723901799999999</c:v>
                </c:pt>
                <c:pt idx="617">
                  <c:v>1.19051818</c:v>
                </c:pt>
                <c:pt idx="618">
                  <c:v>1.1250093800000001</c:v>
                </c:pt>
                <c:pt idx="619">
                  <c:v>1.07482218</c:v>
                </c:pt>
                <c:pt idx="620">
                  <c:v>1.0346813800000001</c:v>
                </c:pt>
                <c:pt idx="621">
                  <c:v>0.99491017999999998</c:v>
                </c:pt>
                <c:pt idx="622">
                  <c:v>0.94755657999999998</c:v>
                </c:pt>
                <c:pt idx="623">
                  <c:v>0.88942858000000002</c:v>
                </c:pt>
                <c:pt idx="624">
                  <c:v>0.82831018000000001</c:v>
                </c:pt>
                <c:pt idx="625">
                  <c:v>0.77172777999999997</c:v>
                </c:pt>
                <c:pt idx="626">
                  <c:v>0.71533577999999998</c:v>
                </c:pt>
                <c:pt idx="627">
                  <c:v>0.66103818000000003</c:v>
                </c:pt>
                <c:pt idx="628">
                  <c:v>0.60929418000000002</c:v>
                </c:pt>
                <c:pt idx="629">
                  <c:v>0.55464937999999997</c:v>
                </c:pt>
                <c:pt idx="630">
                  <c:v>0.49687977999999999</c:v>
                </c:pt>
                <c:pt idx="631">
                  <c:v>0.43790057999999998</c:v>
                </c:pt>
                <c:pt idx="632">
                  <c:v>0.37790217999999998</c:v>
                </c:pt>
                <c:pt idx="633">
                  <c:v>0.32392937999999999</c:v>
                </c:pt>
                <c:pt idx="634">
                  <c:v>0.28209738000000001</c:v>
                </c:pt>
                <c:pt idx="635">
                  <c:v>0.25202538000000002</c:v>
                </c:pt>
                <c:pt idx="636">
                  <c:v>0.22376778</c:v>
                </c:pt>
                <c:pt idx="637">
                  <c:v>0.20197258000000001</c:v>
                </c:pt>
                <c:pt idx="638">
                  <c:v>0.17990858000000001</c:v>
                </c:pt>
                <c:pt idx="639">
                  <c:v>0.15803497999999999</c:v>
                </c:pt>
                <c:pt idx="640">
                  <c:v>0.14441577999999999</c:v>
                </c:pt>
                <c:pt idx="641">
                  <c:v>0.13131177999999999</c:v>
                </c:pt>
                <c:pt idx="642">
                  <c:v>0.12187017999999999</c:v>
                </c:pt>
                <c:pt idx="643">
                  <c:v>0.11476938</c:v>
                </c:pt>
                <c:pt idx="644">
                  <c:v>0.10763498000000001</c:v>
                </c:pt>
                <c:pt idx="645">
                  <c:v>0.10448778</c:v>
                </c:pt>
                <c:pt idx="646">
                  <c:v>0.10334538</c:v>
                </c:pt>
                <c:pt idx="647">
                  <c:v>9.885418E-2</c:v>
                </c:pt>
                <c:pt idx="648">
                  <c:v>9.4956579999999999E-2</c:v>
                </c:pt>
                <c:pt idx="649">
                  <c:v>9.1529379999999994E-2</c:v>
                </c:pt>
                <c:pt idx="650">
                  <c:v>9.3142180000000005E-2</c:v>
                </c:pt>
                <c:pt idx="651">
                  <c:v>9.5796580000000006E-2</c:v>
                </c:pt>
                <c:pt idx="652">
                  <c:v>9.8506979999999994E-2</c:v>
                </c:pt>
                <c:pt idx="653">
                  <c:v>0.10184458</c:v>
                </c:pt>
                <c:pt idx="654">
                  <c:v>0.10542857999999999</c:v>
                </c:pt>
                <c:pt idx="655">
                  <c:v>0.11107338</c:v>
                </c:pt>
                <c:pt idx="656">
                  <c:v>0.11536298</c:v>
                </c:pt>
                <c:pt idx="657">
                  <c:v>0.11724458</c:v>
                </c:pt>
                <c:pt idx="658">
                  <c:v>0.11481418</c:v>
                </c:pt>
                <c:pt idx="659">
                  <c:v>0.10871018</c:v>
                </c:pt>
                <c:pt idx="660">
                  <c:v>0.10259498</c:v>
                </c:pt>
                <c:pt idx="661">
                  <c:v>9.761098E-2</c:v>
                </c:pt>
                <c:pt idx="662">
                  <c:v>9.2839779999999997E-2</c:v>
                </c:pt>
                <c:pt idx="663">
                  <c:v>8.9938980000000002E-2</c:v>
                </c:pt>
                <c:pt idx="664">
                  <c:v>8.6500579999999994E-2</c:v>
                </c:pt>
                <c:pt idx="665">
                  <c:v>8.4372580000000003E-2</c:v>
                </c:pt>
                <c:pt idx="666">
                  <c:v>8.4047780000000002E-2</c:v>
                </c:pt>
                <c:pt idx="667">
                  <c:v>8.0463779999999999E-2</c:v>
                </c:pt>
                <c:pt idx="668">
                  <c:v>7.8660579999999994E-2</c:v>
                </c:pt>
                <c:pt idx="669">
                  <c:v>7.6834979999999997E-2</c:v>
                </c:pt>
                <c:pt idx="670">
                  <c:v>7.625258E-2</c:v>
                </c:pt>
                <c:pt idx="671">
                  <c:v>7.5154979999999996E-2</c:v>
                </c:pt>
                <c:pt idx="672">
                  <c:v>7.3150179999999995E-2</c:v>
                </c:pt>
                <c:pt idx="673">
                  <c:v>7.0282979999999995E-2</c:v>
                </c:pt>
                <c:pt idx="674">
                  <c:v>6.7986980000000002E-2</c:v>
                </c:pt>
                <c:pt idx="675">
                  <c:v>6.5018980000000004E-2</c:v>
                </c:pt>
                <c:pt idx="676">
                  <c:v>6.4996579999999998E-2</c:v>
                </c:pt>
                <c:pt idx="677">
                  <c:v>6.1882979999999997E-2</c:v>
                </c:pt>
                <c:pt idx="678">
                  <c:v>5.6585379999999998E-2</c:v>
                </c:pt>
                <c:pt idx="679">
                  <c:v>5.3818980000000002E-2</c:v>
                </c:pt>
                <c:pt idx="680">
                  <c:v>5.464778E-2</c:v>
                </c:pt>
                <c:pt idx="681">
                  <c:v>5.6316579999999998E-2</c:v>
                </c:pt>
                <c:pt idx="682">
                  <c:v>5.8310180000000003E-2</c:v>
                </c:pt>
                <c:pt idx="683">
                  <c:v>5.9094180000000003E-2</c:v>
                </c:pt>
                <c:pt idx="684">
                  <c:v>6.5993380000000004E-2</c:v>
                </c:pt>
                <c:pt idx="685">
                  <c:v>8.003818E-2</c:v>
                </c:pt>
                <c:pt idx="686">
                  <c:v>9.636778E-2</c:v>
                </c:pt>
                <c:pt idx="687">
                  <c:v>0.12017898</c:v>
                </c:pt>
                <c:pt idx="688">
                  <c:v>0.14582697999999999</c:v>
                </c:pt>
                <c:pt idx="689">
                  <c:v>0.17243818</c:v>
                </c:pt>
                <c:pt idx="690">
                  <c:v>0.20084138000000001</c:v>
                </c:pt>
                <c:pt idx="691">
                  <c:v>0.22722858000000001</c:v>
                </c:pt>
                <c:pt idx="692">
                  <c:v>0.25395178000000002</c:v>
                </c:pt>
                <c:pt idx="693">
                  <c:v>0.28185097999999997</c:v>
                </c:pt>
                <c:pt idx="694">
                  <c:v>0.31511497999999999</c:v>
                </c:pt>
                <c:pt idx="695">
                  <c:v>0.35346378000000001</c:v>
                </c:pt>
                <c:pt idx="696">
                  <c:v>0.39672938000000002</c:v>
                </c:pt>
                <c:pt idx="697">
                  <c:v>0.44426218000000001</c:v>
                </c:pt>
                <c:pt idx="698">
                  <c:v>0.49618538000000001</c:v>
                </c:pt>
                <c:pt idx="699">
                  <c:v>0.54539817999999995</c:v>
                </c:pt>
                <c:pt idx="700">
                  <c:v>0.58954857999999999</c:v>
                </c:pt>
                <c:pt idx="701">
                  <c:v>0.63821258000000003</c:v>
                </c:pt>
                <c:pt idx="702">
                  <c:v>0.66789257999999996</c:v>
                </c:pt>
                <c:pt idx="703">
                  <c:v>0.71535817999999995</c:v>
                </c:pt>
                <c:pt idx="704">
                  <c:v>0.82688777999999996</c:v>
                </c:pt>
                <c:pt idx="705">
                  <c:v>0.94681738000000004</c:v>
                </c:pt>
                <c:pt idx="706">
                  <c:v>1.07049898</c:v>
                </c:pt>
                <c:pt idx="707">
                  <c:v>1.19730538</c:v>
                </c:pt>
                <c:pt idx="708">
                  <c:v>1.31352778</c:v>
                </c:pt>
                <c:pt idx="709">
                  <c:v>1.4230413799999999</c:v>
                </c:pt>
                <c:pt idx="710">
                  <c:v>1.5313677800000001</c:v>
                </c:pt>
                <c:pt idx="711">
                  <c:v>1.63673738</c:v>
                </c:pt>
                <c:pt idx="712">
                  <c:v>1.7323741800000001</c:v>
                </c:pt>
                <c:pt idx="713">
                  <c:v>1.8202941800000001</c:v>
                </c:pt>
                <c:pt idx="714">
                  <c:v>1.90367818</c:v>
                </c:pt>
                <c:pt idx="715">
                  <c:v>1.9878349799999999</c:v>
                </c:pt>
                <c:pt idx="716">
                  <c:v>2.0747581799999999</c:v>
                </c:pt>
                <c:pt idx="717">
                  <c:v>2.1652989800000002</c:v>
                </c:pt>
                <c:pt idx="718">
                  <c:v>2.2489293799999999</c:v>
                </c:pt>
                <c:pt idx="719">
                  <c:v>2.3222669800000002</c:v>
                </c:pt>
                <c:pt idx="720">
                  <c:v>2.3812125800000001</c:v>
                </c:pt>
                <c:pt idx="721">
                  <c:v>2.43164618</c:v>
                </c:pt>
                <c:pt idx="722">
                  <c:v>2.4819117799999999</c:v>
                </c:pt>
                <c:pt idx="723">
                  <c:v>2.5342493799999999</c:v>
                </c:pt>
                <c:pt idx="724">
                  <c:v>2.59147018</c:v>
                </c:pt>
                <c:pt idx="725">
                  <c:v>2.65395498</c:v>
                </c:pt>
                <c:pt idx="726">
                  <c:v>2.7133037799999999</c:v>
                </c:pt>
                <c:pt idx="727">
                  <c:v>2.7705133800000001</c:v>
                </c:pt>
                <c:pt idx="728">
                  <c:v>2.81495498</c:v>
                </c:pt>
                <c:pt idx="729">
                  <c:v>2.85657418</c:v>
                </c:pt>
                <c:pt idx="730">
                  <c:v>2.8973981800000002</c:v>
                </c:pt>
                <c:pt idx="731">
                  <c:v>2.9413581799999999</c:v>
                </c:pt>
                <c:pt idx="732">
                  <c:v>2.9884541800000002</c:v>
                </c:pt>
                <c:pt idx="733">
                  <c:v>3.0377677799999998</c:v>
                </c:pt>
                <c:pt idx="734">
                  <c:v>3.0813133800000001</c:v>
                </c:pt>
                <c:pt idx="735">
                  <c:v>3.1088205800000002</c:v>
                </c:pt>
                <c:pt idx="736">
                  <c:v>3.1284989799999998</c:v>
                </c:pt>
                <c:pt idx="737">
                  <c:v>3.1483789799999999</c:v>
                </c:pt>
                <c:pt idx="738">
                  <c:v>3.1641149799999999</c:v>
                </c:pt>
                <c:pt idx="739">
                  <c:v>3.1843309799999999</c:v>
                </c:pt>
                <c:pt idx="740">
                  <c:v>3.2216493800000001</c:v>
                </c:pt>
                <c:pt idx="741">
                  <c:v>3.2679389799999998</c:v>
                </c:pt>
                <c:pt idx="742">
                  <c:v>3.3136909800000001</c:v>
                </c:pt>
                <c:pt idx="743">
                  <c:v>3.3598013799999999</c:v>
                </c:pt>
                <c:pt idx="744">
                  <c:v>3.4000541800000001</c:v>
                </c:pt>
                <c:pt idx="745">
                  <c:v>3.42020298</c:v>
                </c:pt>
                <c:pt idx="746">
                  <c:v>3.4181421799999998</c:v>
                </c:pt>
                <c:pt idx="747">
                  <c:v>3.4058669799999999</c:v>
                </c:pt>
                <c:pt idx="748">
                  <c:v>3.40834218</c:v>
                </c:pt>
                <c:pt idx="749">
                  <c:v>3.4311453799999998</c:v>
                </c:pt>
                <c:pt idx="750">
                  <c:v>3.4566701800000001</c:v>
                </c:pt>
                <c:pt idx="751">
                  <c:v>3.4773229799999998</c:v>
                </c:pt>
                <c:pt idx="752">
                  <c:v>3.4906621800000002</c:v>
                </c:pt>
                <c:pt idx="753">
                  <c:v>3.50392298</c:v>
                </c:pt>
                <c:pt idx="754">
                  <c:v>3.51652298</c:v>
                </c:pt>
                <c:pt idx="755">
                  <c:v>3.53587658</c:v>
                </c:pt>
                <c:pt idx="756">
                  <c:v>3.5641229800000001</c:v>
                </c:pt>
                <c:pt idx="757">
                  <c:v>3.5819981799999998</c:v>
                </c:pt>
                <c:pt idx="758">
                  <c:v>3.5945869799999999</c:v>
                </c:pt>
                <c:pt idx="759">
                  <c:v>3.60639178</c:v>
                </c:pt>
                <c:pt idx="760">
                  <c:v>3.6086429799999999</c:v>
                </c:pt>
                <c:pt idx="761">
                  <c:v>3.5980589799999998</c:v>
                </c:pt>
                <c:pt idx="762">
                  <c:v>3.5872733800000001</c:v>
                </c:pt>
                <c:pt idx="763">
                  <c:v>3.5916749800000001</c:v>
                </c:pt>
                <c:pt idx="764">
                  <c:v>3.6086317800000001</c:v>
                </c:pt>
                <c:pt idx="765">
                  <c:v>3.6198541799999999</c:v>
                </c:pt>
                <c:pt idx="766">
                  <c:v>3.6205597799999998</c:v>
                </c:pt>
                <c:pt idx="767">
                  <c:v>3.61422058</c:v>
                </c:pt>
                <c:pt idx="768">
                  <c:v>3.6122157800000001</c:v>
                </c:pt>
                <c:pt idx="769">
                  <c:v>3.61075978</c:v>
                </c:pt>
                <c:pt idx="770">
                  <c:v>3.6089789799999998</c:v>
                </c:pt>
                <c:pt idx="771">
                  <c:v>3.6093149800000002</c:v>
                </c:pt>
                <c:pt idx="772">
                  <c:v>3.6098861800000002</c:v>
                </c:pt>
                <c:pt idx="773">
                  <c:v>3.6121373800000001</c:v>
                </c:pt>
                <c:pt idx="774">
                  <c:v>3.6076349799999998</c:v>
                </c:pt>
                <c:pt idx="775">
                  <c:v>3.6000973799999998</c:v>
                </c:pt>
                <c:pt idx="776">
                  <c:v>3.5955389800000002</c:v>
                </c:pt>
                <c:pt idx="777">
                  <c:v>3.5992461800000002</c:v>
                </c:pt>
                <c:pt idx="778">
                  <c:v>3.6060893799999998</c:v>
                </c:pt>
                <c:pt idx="779">
                  <c:v>3.60452138</c:v>
                </c:pt>
                <c:pt idx="780">
                  <c:v>3.6003101800000001</c:v>
                </c:pt>
                <c:pt idx="781">
                  <c:v>3.59457578</c:v>
                </c:pt>
                <c:pt idx="782">
                  <c:v>3.5933437800000001</c:v>
                </c:pt>
                <c:pt idx="783">
                  <c:v>3.6019677799999998</c:v>
                </c:pt>
                <c:pt idx="784">
                  <c:v>3.61809578</c:v>
                </c:pt>
                <c:pt idx="785">
                  <c:v>3.6333165799999998</c:v>
                </c:pt>
                <c:pt idx="786">
                  <c:v>3.6300237800000001</c:v>
                </c:pt>
                <c:pt idx="787">
                  <c:v>3.59889898</c:v>
                </c:pt>
                <c:pt idx="788">
                  <c:v>3.5701485800000001</c:v>
                </c:pt>
                <c:pt idx="789">
                  <c:v>3.5644477800000001</c:v>
                </c:pt>
                <c:pt idx="790">
                  <c:v>3.58291658</c:v>
                </c:pt>
                <c:pt idx="791">
                  <c:v>3.60904618</c:v>
                </c:pt>
                <c:pt idx="792">
                  <c:v>3.6203693800000001</c:v>
                </c:pt>
                <c:pt idx="793">
                  <c:v>3.6043645799999999</c:v>
                </c:pt>
                <c:pt idx="794">
                  <c:v>3.5693197799999998</c:v>
                </c:pt>
                <c:pt idx="795">
                  <c:v>3.52731978</c:v>
                </c:pt>
                <c:pt idx="796">
                  <c:v>3.4917261800000001</c:v>
                </c:pt>
                <c:pt idx="797">
                  <c:v>3.4742989799999999</c:v>
                </c:pt>
                <c:pt idx="798">
                  <c:v>3.4873917799999998</c:v>
                </c:pt>
                <c:pt idx="799">
                  <c:v>3.4985917799999999</c:v>
                </c:pt>
                <c:pt idx="800">
                  <c:v>3.4893181800000002</c:v>
                </c:pt>
                <c:pt idx="801">
                  <c:v>3.45851818</c:v>
                </c:pt>
                <c:pt idx="802">
                  <c:v>3.4212893800000002</c:v>
                </c:pt>
                <c:pt idx="803">
                  <c:v>3.3907917799999998</c:v>
                </c:pt>
                <c:pt idx="804">
                  <c:v>3.3673277800000001</c:v>
                </c:pt>
                <c:pt idx="805">
                  <c:v>3.3448605800000002</c:v>
                </c:pt>
                <c:pt idx="806">
                  <c:v>3.3274893799999998</c:v>
                </c:pt>
                <c:pt idx="807">
                  <c:v>3.3026813800000001</c:v>
                </c:pt>
                <c:pt idx="808">
                  <c:v>3.2709741800000001</c:v>
                </c:pt>
                <c:pt idx="809">
                  <c:v>3.2377437800000002</c:v>
                </c:pt>
                <c:pt idx="810">
                  <c:v>3.2030125800000002</c:v>
                </c:pt>
                <c:pt idx="811">
                  <c:v>3.1676429800000001</c:v>
                </c:pt>
                <c:pt idx="812">
                  <c:v>3.1310301800000002</c:v>
                </c:pt>
                <c:pt idx="813">
                  <c:v>3.0849197799999999</c:v>
                </c:pt>
                <c:pt idx="814">
                  <c:v>3.02955818</c:v>
                </c:pt>
                <c:pt idx="815">
                  <c:v>2.9747117799999998</c:v>
                </c:pt>
                <c:pt idx="816">
                  <c:v>2.9514717799999999</c:v>
                </c:pt>
                <c:pt idx="817">
                  <c:v>2.90593258</c:v>
                </c:pt>
                <c:pt idx="818">
                  <c:v>2.8589485799999999</c:v>
                </c:pt>
                <c:pt idx="819">
                  <c:v>2.8192669800000001</c:v>
                </c:pt>
                <c:pt idx="820">
                  <c:v>2.7734813800000002</c:v>
                </c:pt>
                <c:pt idx="821">
                  <c:v>2.7112429800000002</c:v>
                </c:pt>
                <c:pt idx="822">
                  <c:v>2.6351277799999999</c:v>
                </c:pt>
                <c:pt idx="823">
                  <c:v>2.5590461800000002</c:v>
                </c:pt>
                <c:pt idx="824">
                  <c:v>2.4863357800000001</c:v>
                </c:pt>
                <c:pt idx="825">
                  <c:v>2.4238285799999999</c:v>
                </c:pt>
                <c:pt idx="826">
                  <c:v>2.3718045800000001</c:v>
                </c:pt>
                <c:pt idx="827">
                  <c:v>2.3288973799999999</c:v>
                </c:pt>
                <c:pt idx="828">
                  <c:v>2.2824397799999998</c:v>
                </c:pt>
                <c:pt idx="829">
                  <c:v>2.22164618</c:v>
                </c:pt>
                <c:pt idx="830">
                  <c:v>2.1459901800000001</c:v>
                </c:pt>
                <c:pt idx="831">
                  <c:v>2.0693933800000002</c:v>
                </c:pt>
                <c:pt idx="832">
                  <c:v>2.0034701799999999</c:v>
                </c:pt>
                <c:pt idx="833">
                  <c:v>1.9472573799999999</c:v>
                </c:pt>
                <c:pt idx="834">
                  <c:v>1.8984701799999999</c:v>
                </c:pt>
                <c:pt idx="835">
                  <c:v>1.86093898</c:v>
                </c:pt>
                <c:pt idx="836">
                  <c:v>1.8108525799999999</c:v>
                </c:pt>
                <c:pt idx="837">
                  <c:v>1.7391837800000001</c:v>
                </c:pt>
                <c:pt idx="838">
                  <c:v>1.66123178</c:v>
                </c:pt>
                <c:pt idx="839">
                  <c:v>1.58609098</c:v>
                </c:pt>
                <c:pt idx="840">
                  <c:v>1.51721098</c:v>
                </c:pt>
                <c:pt idx="841">
                  <c:v>1.45360618</c:v>
                </c:pt>
                <c:pt idx="842">
                  <c:v>1.3946941799999999</c:v>
                </c:pt>
                <c:pt idx="843">
                  <c:v>1.32908458</c:v>
                </c:pt>
                <c:pt idx="844">
                  <c:v>1.2601821799999999</c:v>
                </c:pt>
                <c:pt idx="845">
                  <c:v>1.1865533800000001</c:v>
                </c:pt>
                <c:pt idx="846">
                  <c:v>1.1138205800000001</c:v>
                </c:pt>
                <c:pt idx="847">
                  <c:v>1.04551178</c:v>
                </c:pt>
                <c:pt idx="848">
                  <c:v>0.98384457999999997</c:v>
                </c:pt>
                <c:pt idx="849">
                  <c:v>0.92498857999999995</c:v>
                </c:pt>
                <c:pt idx="850">
                  <c:v>0.87418538000000001</c:v>
                </c:pt>
                <c:pt idx="851">
                  <c:v>0.82477098000000004</c:v>
                </c:pt>
                <c:pt idx="852">
                  <c:v>0.77082057999999998</c:v>
                </c:pt>
                <c:pt idx="853">
                  <c:v>0.71464137999999999</c:v>
                </c:pt>
                <c:pt idx="854">
                  <c:v>0.65935818000000002</c:v>
                </c:pt>
                <c:pt idx="855">
                  <c:v>0.61051498000000004</c:v>
                </c:pt>
                <c:pt idx="856">
                  <c:v>0.56317258000000003</c:v>
                </c:pt>
                <c:pt idx="857">
                  <c:v>0.51703977999999995</c:v>
                </c:pt>
                <c:pt idx="858">
                  <c:v>0.47928458000000002</c:v>
                </c:pt>
                <c:pt idx="859">
                  <c:v>0.44815978000000001</c:v>
                </c:pt>
                <c:pt idx="860">
                  <c:v>0.42263497999999999</c:v>
                </c:pt>
                <c:pt idx="861">
                  <c:v>0.40359497999999999</c:v>
                </c:pt>
                <c:pt idx="862">
                  <c:v>0.38383817999999997</c:v>
                </c:pt>
                <c:pt idx="863">
                  <c:v>0.35741738000000001</c:v>
                </c:pt>
                <c:pt idx="864">
                  <c:v>0.33220618000000002</c:v>
                </c:pt>
                <c:pt idx="865">
                  <c:v>0.30723018000000002</c:v>
                </c:pt>
                <c:pt idx="866">
                  <c:v>0.28394538000000002</c:v>
                </c:pt>
                <c:pt idx="867">
                  <c:v>0.26323658</c:v>
                </c:pt>
                <c:pt idx="868">
                  <c:v>0.24093738000000001</c:v>
                </c:pt>
                <c:pt idx="869">
                  <c:v>0.22399178</c:v>
                </c:pt>
                <c:pt idx="870">
                  <c:v>0.21407978</c:v>
                </c:pt>
                <c:pt idx="871">
                  <c:v>0.20685577999999999</c:v>
                </c:pt>
                <c:pt idx="872">
                  <c:v>0.20162537999999999</c:v>
                </c:pt>
                <c:pt idx="873">
                  <c:v>0.19697738000000001</c:v>
                </c:pt>
                <c:pt idx="874">
                  <c:v>0.18643818000000001</c:v>
                </c:pt>
                <c:pt idx="875">
                  <c:v>0.18287658000000001</c:v>
                </c:pt>
                <c:pt idx="876">
                  <c:v>0.18376138</c:v>
                </c:pt>
                <c:pt idx="877">
                  <c:v>0.18577737999999999</c:v>
                </c:pt>
                <c:pt idx="878">
                  <c:v>0.18764777999999999</c:v>
                </c:pt>
                <c:pt idx="879">
                  <c:v>0.18712138</c:v>
                </c:pt>
                <c:pt idx="880">
                  <c:v>0.18612458000000001</c:v>
                </c:pt>
                <c:pt idx="881">
                  <c:v>0.18493738000000001</c:v>
                </c:pt>
                <c:pt idx="882">
                  <c:v>0.17860938000000001</c:v>
                </c:pt>
                <c:pt idx="883">
                  <c:v>0.17379338</c:v>
                </c:pt>
                <c:pt idx="884">
                  <c:v>0.16954858</c:v>
                </c:pt>
                <c:pt idx="885">
                  <c:v>0.16589738000000001</c:v>
                </c:pt>
                <c:pt idx="886">
                  <c:v>0.16515817999999999</c:v>
                </c:pt>
                <c:pt idx="887">
                  <c:v>0.16407178</c:v>
                </c:pt>
                <c:pt idx="888">
                  <c:v>0.16239178000000001</c:v>
                </c:pt>
                <c:pt idx="889">
                  <c:v>0.16065578</c:v>
                </c:pt>
                <c:pt idx="890">
                  <c:v>0.15830378000000001</c:v>
                </c:pt>
                <c:pt idx="891">
                  <c:v>0.15386858</c:v>
                </c:pt>
                <c:pt idx="892">
                  <c:v>0.15011658</c:v>
                </c:pt>
                <c:pt idx="893">
                  <c:v>0.14616298</c:v>
                </c:pt>
                <c:pt idx="894">
                  <c:v>0.14142537999999999</c:v>
                </c:pt>
                <c:pt idx="895">
                  <c:v>0.13937578</c:v>
                </c:pt>
                <c:pt idx="896">
                  <c:v>0.13899497999999999</c:v>
                </c:pt>
                <c:pt idx="897">
                  <c:v>0.13517578</c:v>
                </c:pt>
                <c:pt idx="898">
                  <c:v>0.13283497999999999</c:v>
                </c:pt>
                <c:pt idx="899">
                  <c:v>0.13399978000000001</c:v>
                </c:pt>
                <c:pt idx="900">
                  <c:v>0.13564618000000001</c:v>
                </c:pt>
                <c:pt idx="901">
                  <c:v>0.14014857999999999</c:v>
                </c:pt>
                <c:pt idx="902">
                  <c:v>0.14724938000000001</c:v>
                </c:pt>
                <c:pt idx="903">
                  <c:v>0.15958058</c:v>
                </c:pt>
                <c:pt idx="904">
                  <c:v>0.17744457999999999</c:v>
                </c:pt>
                <c:pt idx="905">
                  <c:v>0.19788458</c:v>
                </c:pt>
                <c:pt idx="906">
                  <c:v>0.21610698</c:v>
                </c:pt>
                <c:pt idx="907">
                  <c:v>0.23320937999999999</c:v>
                </c:pt>
                <c:pt idx="908">
                  <c:v>0.25527337999999999</c:v>
                </c:pt>
                <c:pt idx="909">
                  <c:v>0.27984618</c:v>
                </c:pt>
                <c:pt idx="910">
                  <c:v>0.30520298000000001</c:v>
                </c:pt>
                <c:pt idx="911">
                  <c:v>0.33473737999999997</c:v>
                </c:pt>
                <c:pt idx="912">
                  <c:v>0.37243658000000002</c:v>
                </c:pt>
                <c:pt idx="913">
                  <c:v>0.41750537999999998</c:v>
                </c:pt>
                <c:pt idx="914">
                  <c:v>0.45913577999999999</c:v>
                </c:pt>
                <c:pt idx="915">
                  <c:v>0.49233258000000002</c:v>
                </c:pt>
                <c:pt idx="916">
                  <c:v>0.55682218000000006</c:v>
                </c:pt>
                <c:pt idx="917">
                  <c:v>0.61918377999999996</c:v>
                </c:pt>
                <c:pt idx="918">
                  <c:v>0.67735657999999999</c:v>
                </c:pt>
                <c:pt idx="919">
                  <c:v>0.73063498000000004</c:v>
                </c:pt>
                <c:pt idx="920">
                  <c:v>0.77941097999999998</c:v>
                </c:pt>
                <c:pt idx="921">
                  <c:v>0.82841098000000002</c:v>
                </c:pt>
                <c:pt idx="922">
                  <c:v>0.88464617999999995</c:v>
                </c:pt>
                <c:pt idx="923">
                  <c:v>0.94921418000000002</c:v>
                </c:pt>
                <c:pt idx="924">
                  <c:v>1.0193709799999999</c:v>
                </c:pt>
                <c:pt idx="925">
                  <c:v>1.0899309800000001</c:v>
                </c:pt>
                <c:pt idx="926">
                  <c:v>1.1577805800000001</c:v>
                </c:pt>
                <c:pt idx="927">
                  <c:v>1.22451018</c:v>
                </c:pt>
                <c:pt idx="928">
                  <c:v>1.29154218</c:v>
                </c:pt>
                <c:pt idx="929">
                  <c:v>1.36233738</c:v>
                </c:pt>
                <c:pt idx="930">
                  <c:v>1.43958378</c:v>
                </c:pt>
                <c:pt idx="931">
                  <c:v>1.5242669799999999</c:v>
                </c:pt>
                <c:pt idx="932">
                  <c:v>1.6148861800000001</c:v>
                </c:pt>
                <c:pt idx="933">
                  <c:v>1.7078125799999999</c:v>
                </c:pt>
                <c:pt idx="934">
                  <c:v>1.7994061800000001</c:v>
                </c:pt>
                <c:pt idx="935">
                  <c:v>1.88875978</c:v>
                </c:pt>
                <c:pt idx="936">
                  <c:v>1.9667901800000001</c:v>
                </c:pt>
                <c:pt idx="937">
                  <c:v>2.0243133800000002</c:v>
                </c:pt>
                <c:pt idx="938">
                  <c:v>2.0999133799999998</c:v>
                </c:pt>
                <c:pt idx="939">
                  <c:v>2.1919213800000001</c:v>
                </c:pt>
                <c:pt idx="940">
                  <c:v>2.2801661800000002</c:v>
                </c:pt>
                <c:pt idx="941">
                  <c:v>2.3592717799999998</c:v>
                </c:pt>
                <c:pt idx="942">
                  <c:v>2.4317133800000001</c:v>
                </c:pt>
                <c:pt idx="943">
                  <c:v>2.49413098</c:v>
                </c:pt>
                <c:pt idx="944">
                  <c:v>2.55388298</c:v>
                </c:pt>
                <c:pt idx="945">
                  <c:v>2.62019818</c:v>
                </c:pt>
                <c:pt idx="946">
                  <c:v>2.6901197799999998</c:v>
                </c:pt>
                <c:pt idx="947">
                  <c:v>2.76375978</c:v>
                </c:pt>
                <c:pt idx="948">
                  <c:v>2.8362013799999999</c:v>
                </c:pt>
                <c:pt idx="949">
                  <c:v>2.8979693800000002</c:v>
                </c:pt>
                <c:pt idx="950">
                  <c:v>2.94999338</c:v>
                </c:pt>
                <c:pt idx="951">
                  <c:v>3.0037757799999998</c:v>
                </c:pt>
                <c:pt idx="952">
                  <c:v>3.0600669800000002</c:v>
                </c:pt>
                <c:pt idx="953">
                  <c:v>3.1157085800000002</c:v>
                </c:pt>
                <c:pt idx="954">
                  <c:v>3.1678445800000001</c:v>
                </c:pt>
                <c:pt idx="955">
                  <c:v>3.2145373799999999</c:v>
                </c:pt>
                <c:pt idx="956">
                  <c:v>3.2467597800000001</c:v>
                </c:pt>
                <c:pt idx="957">
                  <c:v>3.2733597799999998</c:v>
                </c:pt>
                <c:pt idx="958">
                  <c:v>3.2979101800000001</c:v>
                </c:pt>
                <c:pt idx="959">
                  <c:v>3.3282397800000001</c:v>
                </c:pt>
                <c:pt idx="960">
                  <c:v>3.3682013799999999</c:v>
                </c:pt>
                <c:pt idx="961">
                  <c:v>3.4182989799999999</c:v>
                </c:pt>
                <c:pt idx="962">
                  <c:v>3.4710509799999998</c:v>
                </c:pt>
                <c:pt idx="963">
                  <c:v>3.5297053799999998</c:v>
                </c:pt>
                <c:pt idx="964">
                  <c:v>3.5808109799999999</c:v>
                </c:pt>
                <c:pt idx="965">
                  <c:v>3.6112637799999998</c:v>
                </c:pt>
                <c:pt idx="966">
                  <c:v>3.6235389800000002</c:v>
                </c:pt>
                <c:pt idx="967">
                  <c:v>3.6293741800000001</c:v>
                </c:pt>
                <c:pt idx="968">
                  <c:v>3.6405293799999998</c:v>
                </c:pt>
                <c:pt idx="969">
                  <c:v>3.6594125800000001</c:v>
                </c:pt>
                <c:pt idx="970">
                  <c:v>3.68152138</c:v>
                </c:pt>
                <c:pt idx="971">
                  <c:v>3.70246538</c:v>
                </c:pt>
                <c:pt idx="972">
                  <c:v>3.7003261799999998</c:v>
                </c:pt>
                <c:pt idx="973">
                  <c:v>3.6709821800000002</c:v>
                </c:pt>
                <c:pt idx="974">
                  <c:v>3.6441133799999998</c:v>
                </c:pt>
                <c:pt idx="975">
                  <c:v>3.6603421799999998</c:v>
                </c:pt>
                <c:pt idx="976">
                  <c:v>3.7130045800000002</c:v>
                </c:pt>
                <c:pt idx="977">
                  <c:v>3.77579178</c:v>
                </c:pt>
                <c:pt idx="978">
                  <c:v>3.8236269799999998</c:v>
                </c:pt>
                <c:pt idx="979">
                  <c:v>3.82849898</c:v>
                </c:pt>
                <c:pt idx="980">
                  <c:v>3.80020778</c:v>
                </c:pt>
                <c:pt idx="981">
                  <c:v>3.7705837799999999</c:v>
                </c:pt>
                <c:pt idx="982">
                  <c:v>3.7555869799999999</c:v>
                </c:pt>
                <c:pt idx="983">
                  <c:v>3.7691725800000002</c:v>
                </c:pt>
                <c:pt idx="984">
                  <c:v>3.7938573799999999</c:v>
                </c:pt>
                <c:pt idx="985">
                  <c:v>3.80958218</c:v>
                </c:pt>
                <c:pt idx="986">
                  <c:v>3.7998381800000001</c:v>
                </c:pt>
                <c:pt idx="987">
                  <c:v>3.7593389799999999</c:v>
                </c:pt>
                <c:pt idx="988">
                  <c:v>3.70507498</c:v>
                </c:pt>
                <c:pt idx="989">
                  <c:v>3.6755741799999999</c:v>
                </c:pt>
                <c:pt idx="990">
                  <c:v>3.6718109800000001</c:v>
                </c:pt>
                <c:pt idx="991">
                  <c:v>3.6604093799999999</c:v>
                </c:pt>
                <c:pt idx="992">
                  <c:v>3.6234493799999998</c:v>
                </c:pt>
                <c:pt idx="993">
                  <c:v>3.5788509799999999</c:v>
                </c:pt>
                <c:pt idx="994">
                  <c:v>3.5302765800000002</c:v>
                </c:pt>
                <c:pt idx="995">
                  <c:v>3.4884557799999998</c:v>
                </c:pt>
                <c:pt idx="996">
                  <c:v>3.4457725799999999</c:v>
                </c:pt>
                <c:pt idx="997">
                  <c:v>3.3980493799999998</c:v>
                </c:pt>
                <c:pt idx="998">
                  <c:v>3.35408938</c:v>
                </c:pt>
                <c:pt idx="999">
                  <c:v>3.3418029800000002</c:v>
                </c:pt>
                <c:pt idx="1000">
                  <c:v>3.3554893799999999</c:v>
                </c:pt>
                <c:pt idx="1001">
                  <c:v>3.3605965800000002</c:v>
                </c:pt>
                <c:pt idx="1002">
                  <c:v>3.3355085799999999</c:v>
                </c:pt>
                <c:pt idx="1003">
                  <c:v>3.2881997799999998</c:v>
                </c:pt>
                <c:pt idx="1004">
                  <c:v>3.24908938</c:v>
                </c:pt>
                <c:pt idx="1005">
                  <c:v>3.2455389800000001</c:v>
                </c:pt>
                <c:pt idx="1006">
                  <c:v>3.2819165799999999</c:v>
                </c:pt>
                <c:pt idx="1007">
                  <c:v>3.3263917799999998</c:v>
                </c:pt>
                <c:pt idx="1008">
                  <c:v>3.3321037800000002</c:v>
                </c:pt>
                <c:pt idx="1009">
                  <c:v>3.2809085800000002</c:v>
                </c:pt>
                <c:pt idx="1010">
                  <c:v>3.2173709800000001</c:v>
                </c:pt>
                <c:pt idx="1011">
                  <c:v>3.1806909800000001</c:v>
                </c:pt>
                <c:pt idx="1012">
                  <c:v>3.1821917800000001</c:v>
                </c:pt>
                <c:pt idx="1013">
                  <c:v>3.2111997799999998</c:v>
                </c:pt>
                <c:pt idx="1014">
                  <c:v>3.23262538</c:v>
                </c:pt>
                <c:pt idx="1015">
                  <c:v>3.21855818</c:v>
                </c:pt>
                <c:pt idx="1016">
                  <c:v>3.1801197800000001</c:v>
                </c:pt>
                <c:pt idx="1017">
                  <c:v>3.15306058</c:v>
                </c:pt>
                <c:pt idx="1018">
                  <c:v>3.1507645800000001</c:v>
                </c:pt>
                <c:pt idx="1019">
                  <c:v>3.1584589799999998</c:v>
                </c:pt>
                <c:pt idx="1020">
                  <c:v>3.15696938</c:v>
                </c:pt>
                <c:pt idx="1021">
                  <c:v>3.1403373800000001</c:v>
                </c:pt>
                <c:pt idx="1022">
                  <c:v>3.1125277800000002</c:v>
                </c:pt>
                <c:pt idx="1023">
                  <c:v>3.0744477799999999</c:v>
                </c:pt>
                <c:pt idx="1024">
                  <c:v>3.0429533800000002</c:v>
                </c:pt>
                <c:pt idx="1025">
                  <c:v>3.0235549800000001</c:v>
                </c:pt>
                <c:pt idx="1026">
                  <c:v>2.9997101800000001</c:v>
                </c:pt>
                <c:pt idx="1027">
                  <c:v>2.9669277799999998</c:v>
                </c:pt>
                <c:pt idx="1028">
                  <c:v>2.9385581799999998</c:v>
                </c:pt>
                <c:pt idx="1029">
                  <c:v>2.91575498</c:v>
                </c:pt>
                <c:pt idx="1030">
                  <c:v>2.8435037799999998</c:v>
                </c:pt>
                <c:pt idx="1031">
                  <c:v>2.7727533800000002</c:v>
                </c:pt>
                <c:pt idx="1032">
                  <c:v>2.7216701799999998</c:v>
                </c:pt>
                <c:pt idx="1033">
                  <c:v>2.68048778</c:v>
                </c:pt>
                <c:pt idx="1034">
                  <c:v>2.62643658</c:v>
                </c:pt>
                <c:pt idx="1035">
                  <c:v>2.5589229800000002</c:v>
                </c:pt>
                <c:pt idx="1036">
                  <c:v>2.4799629799999998</c:v>
                </c:pt>
                <c:pt idx="1037">
                  <c:v>2.3994797800000001</c:v>
                </c:pt>
                <c:pt idx="1038">
                  <c:v>2.33255978</c:v>
                </c:pt>
                <c:pt idx="1039">
                  <c:v>2.2801997799999998</c:v>
                </c:pt>
                <c:pt idx="1040">
                  <c:v>2.2289149799999999</c:v>
                </c:pt>
                <c:pt idx="1041">
                  <c:v>2.1647277800000002</c:v>
                </c:pt>
                <c:pt idx="1042">
                  <c:v>2.0754637800000002</c:v>
                </c:pt>
                <c:pt idx="1043">
                  <c:v>1.9661069799999999</c:v>
                </c:pt>
                <c:pt idx="1044">
                  <c:v>1.85782538</c:v>
                </c:pt>
                <c:pt idx="1045">
                  <c:v>1.78858698</c:v>
                </c:pt>
                <c:pt idx="1046">
                  <c:v>1.75797738</c:v>
                </c:pt>
                <c:pt idx="1047">
                  <c:v>1.72706538</c:v>
                </c:pt>
                <c:pt idx="1048">
                  <c:v>1.6932861800000001</c:v>
                </c:pt>
                <c:pt idx="1049">
                  <c:v>1.64841898</c:v>
                </c:pt>
                <c:pt idx="1050">
                  <c:v>1.5847021800000001</c:v>
                </c:pt>
                <c:pt idx="1051">
                  <c:v>1.5165501800000001</c:v>
                </c:pt>
                <c:pt idx="1052">
                  <c:v>1.4469645799999999</c:v>
                </c:pt>
                <c:pt idx="1053">
                  <c:v>1.3879293800000001</c:v>
                </c:pt>
                <c:pt idx="1054">
                  <c:v>1.33468458</c:v>
                </c:pt>
                <c:pt idx="1055">
                  <c:v>1.28249258</c:v>
                </c:pt>
                <c:pt idx="1056">
                  <c:v>1.22222538</c:v>
                </c:pt>
                <c:pt idx="1057">
                  <c:v>1.1479693799999999</c:v>
                </c:pt>
                <c:pt idx="1058">
                  <c:v>1.0715517800000001</c:v>
                </c:pt>
                <c:pt idx="1059">
                  <c:v>1.0001741799999999</c:v>
                </c:pt>
                <c:pt idx="1060">
                  <c:v>0.94194538000000005</c:v>
                </c:pt>
                <c:pt idx="1061">
                  <c:v>0.89449098000000005</c:v>
                </c:pt>
                <c:pt idx="1062">
                  <c:v>0.85527978000000004</c:v>
                </c:pt>
                <c:pt idx="1063">
                  <c:v>0.82329258000000005</c:v>
                </c:pt>
                <c:pt idx="1064">
                  <c:v>0.78786697999999999</c:v>
                </c:pt>
                <c:pt idx="1065">
                  <c:v>0.74317898000000004</c:v>
                </c:pt>
                <c:pt idx="1066">
                  <c:v>0.69352937999999997</c:v>
                </c:pt>
                <c:pt idx="1067">
                  <c:v>0.64524618</c:v>
                </c:pt>
                <c:pt idx="1068">
                  <c:v>0.60079338000000004</c:v>
                </c:pt>
                <c:pt idx="1069">
                  <c:v>0.56194058000000002</c:v>
                </c:pt>
                <c:pt idx="1070">
                  <c:v>0.52568618</c:v>
                </c:pt>
                <c:pt idx="1071">
                  <c:v>0.48881577999999998</c:v>
                </c:pt>
                <c:pt idx="1072">
                  <c:v>0.45466698</c:v>
                </c:pt>
                <c:pt idx="1073">
                  <c:v>0.42043977999999999</c:v>
                </c:pt>
                <c:pt idx="1074">
                  <c:v>0.38667178000000002</c:v>
                </c:pt>
                <c:pt idx="1075">
                  <c:v>0.36003817999999999</c:v>
                </c:pt>
                <c:pt idx="1076">
                  <c:v>0.33640618</c:v>
                </c:pt>
                <c:pt idx="1077">
                  <c:v>0.31847498000000002</c:v>
                </c:pt>
                <c:pt idx="1078">
                  <c:v>0.30034218000000001</c:v>
                </c:pt>
                <c:pt idx="1079">
                  <c:v>0.28145898000000003</c:v>
                </c:pt>
                <c:pt idx="1080">
                  <c:v>0.26195977999999998</c:v>
                </c:pt>
                <c:pt idx="1081">
                  <c:v>0.24527177999999999</c:v>
                </c:pt>
                <c:pt idx="1082">
                  <c:v>0.23426217999999999</c:v>
                </c:pt>
                <c:pt idx="1083">
                  <c:v>0.22230058</c:v>
                </c:pt>
                <c:pt idx="1084">
                  <c:v>0.21013738000000001</c:v>
                </c:pt>
                <c:pt idx="1085">
                  <c:v>0.20552297999999999</c:v>
                </c:pt>
                <c:pt idx="1086">
                  <c:v>0.19862378</c:v>
                </c:pt>
                <c:pt idx="1087">
                  <c:v>0.18814058</c:v>
                </c:pt>
                <c:pt idx="1088">
                  <c:v>0.17701897999999999</c:v>
                </c:pt>
                <c:pt idx="1089">
                  <c:v>0.16640137999999999</c:v>
                </c:pt>
                <c:pt idx="1090">
                  <c:v>0.15897578000000001</c:v>
                </c:pt>
                <c:pt idx="1091">
                  <c:v>0.14966858</c:v>
                </c:pt>
                <c:pt idx="1092">
                  <c:v>0.14138058000000001</c:v>
                </c:pt>
                <c:pt idx="1093">
                  <c:v>0.13368617999999999</c:v>
                </c:pt>
                <c:pt idx="1094">
                  <c:v>0.12759338000000001</c:v>
                </c:pt>
                <c:pt idx="1095">
                  <c:v>0.12488298</c:v>
                </c:pt>
                <c:pt idx="1096">
                  <c:v>0.12894858000000001</c:v>
                </c:pt>
                <c:pt idx="1097">
                  <c:v>0.12842218</c:v>
                </c:pt>
                <c:pt idx="1098">
                  <c:v>0.12281098</c:v>
                </c:pt>
                <c:pt idx="1099">
                  <c:v>0.11831978</c:v>
                </c:pt>
                <c:pt idx="1100">
                  <c:v>0.11326857999999999</c:v>
                </c:pt>
                <c:pt idx="1101">
                  <c:v>0.11355978</c:v>
                </c:pt>
                <c:pt idx="1102">
                  <c:v>0.11108458</c:v>
                </c:pt>
                <c:pt idx="1103">
                  <c:v>0.11252938</c:v>
                </c:pt>
                <c:pt idx="1104">
                  <c:v>0.10985258000000001</c:v>
                </c:pt>
              </c:numCache>
            </c:numRef>
          </c:xVal>
          <c:yVal>
            <c:numRef>
              <c:f>[1]Sheet1!$S$2:$S$1293</c:f>
              <c:numCache>
                <c:formatCode>General</c:formatCode>
                <c:ptCount val="1292"/>
                <c:pt idx="1">
                  <c:v>71.3</c:v>
                </c:pt>
                <c:pt idx="2">
                  <c:v>71.3</c:v>
                </c:pt>
                <c:pt idx="3">
                  <c:v>71.3</c:v>
                </c:pt>
                <c:pt idx="4">
                  <c:v>71.3</c:v>
                </c:pt>
                <c:pt idx="5">
                  <c:v>71.3</c:v>
                </c:pt>
                <c:pt idx="6">
                  <c:v>71.3</c:v>
                </c:pt>
                <c:pt idx="7">
                  <c:v>71.5</c:v>
                </c:pt>
                <c:pt idx="8">
                  <c:v>71.599999999999994</c:v>
                </c:pt>
                <c:pt idx="9">
                  <c:v>71.8</c:v>
                </c:pt>
                <c:pt idx="10">
                  <c:v>71.900000000000006</c:v>
                </c:pt>
                <c:pt idx="11">
                  <c:v>72.5</c:v>
                </c:pt>
                <c:pt idx="12">
                  <c:v>72.900000000000006</c:v>
                </c:pt>
                <c:pt idx="13">
                  <c:v>73.099999999999994</c:v>
                </c:pt>
                <c:pt idx="14">
                  <c:v>73</c:v>
                </c:pt>
                <c:pt idx="15">
                  <c:v>73.2</c:v>
                </c:pt>
                <c:pt idx="16">
                  <c:v>73.3</c:v>
                </c:pt>
                <c:pt idx="17">
                  <c:v>73.400000000000006</c:v>
                </c:pt>
                <c:pt idx="18">
                  <c:v>73.5</c:v>
                </c:pt>
                <c:pt idx="19">
                  <c:v>73.400000000000006</c:v>
                </c:pt>
                <c:pt idx="20">
                  <c:v>73.400000000000006</c:v>
                </c:pt>
                <c:pt idx="21">
                  <c:v>73.5</c:v>
                </c:pt>
                <c:pt idx="22">
                  <c:v>73.600000000000009</c:v>
                </c:pt>
                <c:pt idx="23">
                  <c:v>73.7</c:v>
                </c:pt>
                <c:pt idx="24">
                  <c:v>73.7</c:v>
                </c:pt>
                <c:pt idx="25">
                  <c:v>73.7</c:v>
                </c:pt>
                <c:pt idx="26">
                  <c:v>73.7</c:v>
                </c:pt>
                <c:pt idx="27">
                  <c:v>73.7</c:v>
                </c:pt>
                <c:pt idx="28">
                  <c:v>73.7</c:v>
                </c:pt>
                <c:pt idx="29">
                  <c:v>73.8</c:v>
                </c:pt>
                <c:pt idx="30">
                  <c:v>73.7</c:v>
                </c:pt>
                <c:pt idx="31">
                  <c:v>73.7</c:v>
                </c:pt>
                <c:pt idx="32">
                  <c:v>73.8</c:v>
                </c:pt>
                <c:pt idx="33">
                  <c:v>73.8</c:v>
                </c:pt>
                <c:pt idx="34">
                  <c:v>73.8</c:v>
                </c:pt>
                <c:pt idx="35">
                  <c:v>73.8</c:v>
                </c:pt>
                <c:pt idx="36">
                  <c:v>73.8</c:v>
                </c:pt>
                <c:pt idx="37">
                  <c:v>73.7</c:v>
                </c:pt>
                <c:pt idx="38">
                  <c:v>73.8</c:v>
                </c:pt>
                <c:pt idx="39">
                  <c:v>73.899999999999991</c:v>
                </c:pt>
                <c:pt idx="40">
                  <c:v>73.899999999999991</c:v>
                </c:pt>
                <c:pt idx="41">
                  <c:v>74</c:v>
                </c:pt>
                <c:pt idx="42">
                  <c:v>74</c:v>
                </c:pt>
                <c:pt idx="43">
                  <c:v>74</c:v>
                </c:pt>
                <c:pt idx="44">
                  <c:v>74</c:v>
                </c:pt>
                <c:pt idx="45">
                  <c:v>74</c:v>
                </c:pt>
                <c:pt idx="46">
                  <c:v>74</c:v>
                </c:pt>
                <c:pt idx="47">
                  <c:v>73.8</c:v>
                </c:pt>
                <c:pt idx="48">
                  <c:v>73.8</c:v>
                </c:pt>
                <c:pt idx="49">
                  <c:v>73.8</c:v>
                </c:pt>
                <c:pt idx="50">
                  <c:v>73.8</c:v>
                </c:pt>
                <c:pt idx="51">
                  <c:v>73.7</c:v>
                </c:pt>
                <c:pt idx="52">
                  <c:v>73.8</c:v>
                </c:pt>
                <c:pt idx="53">
                  <c:v>73.7</c:v>
                </c:pt>
                <c:pt idx="54">
                  <c:v>73.7</c:v>
                </c:pt>
                <c:pt idx="55">
                  <c:v>73.600000000000009</c:v>
                </c:pt>
                <c:pt idx="56">
                  <c:v>73.600000000000009</c:v>
                </c:pt>
                <c:pt idx="57">
                  <c:v>73.400000000000006</c:v>
                </c:pt>
                <c:pt idx="58">
                  <c:v>73.400000000000006</c:v>
                </c:pt>
                <c:pt idx="59">
                  <c:v>73.3</c:v>
                </c:pt>
                <c:pt idx="60">
                  <c:v>73.3</c:v>
                </c:pt>
                <c:pt idx="61">
                  <c:v>73.2</c:v>
                </c:pt>
                <c:pt idx="62">
                  <c:v>73</c:v>
                </c:pt>
                <c:pt idx="63">
                  <c:v>73.099999999999994</c:v>
                </c:pt>
                <c:pt idx="64">
                  <c:v>73.099999999999994</c:v>
                </c:pt>
                <c:pt idx="65">
                  <c:v>72.900000000000006</c:v>
                </c:pt>
                <c:pt idx="66">
                  <c:v>72.8</c:v>
                </c:pt>
                <c:pt idx="67">
                  <c:v>72.8</c:v>
                </c:pt>
                <c:pt idx="68">
                  <c:v>72.599999999999994</c:v>
                </c:pt>
                <c:pt idx="69">
                  <c:v>72.599999999999994</c:v>
                </c:pt>
                <c:pt idx="70">
                  <c:v>72.300000000000011</c:v>
                </c:pt>
                <c:pt idx="71">
                  <c:v>72.2</c:v>
                </c:pt>
                <c:pt idx="72">
                  <c:v>71.8</c:v>
                </c:pt>
                <c:pt idx="73">
                  <c:v>72</c:v>
                </c:pt>
                <c:pt idx="74">
                  <c:v>71.900000000000006</c:v>
                </c:pt>
                <c:pt idx="75">
                  <c:v>71.900000000000006</c:v>
                </c:pt>
                <c:pt idx="76">
                  <c:v>71.900000000000006</c:v>
                </c:pt>
                <c:pt idx="77">
                  <c:v>71.599999999999994</c:v>
                </c:pt>
                <c:pt idx="78">
                  <c:v>71.5</c:v>
                </c:pt>
                <c:pt idx="79">
                  <c:v>71.7</c:v>
                </c:pt>
                <c:pt idx="80">
                  <c:v>71.399999999999991</c:v>
                </c:pt>
                <c:pt idx="81">
                  <c:v>71.5</c:v>
                </c:pt>
                <c:pt idx="82">
                  <c:v>71.3</c:v>
                </c:pt>
                <c:pt idx="83">
                  <c:v>71.3</c:v>
                </c:pt>
                <c:pt idx="84">
                  <c:v>71.2</c:v>
                </c:pt>
                <c:pt idx="85">
                  <c:v>71.2</c:v>
                </c:pt>
                <c:pt idx="86">
                  <c:v>71.2</c:v>
                </c:pt>
                <c:pt idx="87">
                  <c:v>71.3</c:v>
                </c:pt>
                <c:pt idx="88">
                  <c:v>71.5</c:v>
                </c:pt>
                <c:pt idx="89">
                  <c:v>71.399999999999991</c:v>
                </c:pt>
                <c:pt idx="90">
                  <c:v>71.399999999999991</c:v>
                </c:pt>
                <c:pt idx="91">
                  <c:v>71.5</c:v>
                </c:pt>
                <c:pt idx="92">
                  <c:v>72</c:v>
                </c:pt>
                <c:pt idx="93">
                  <c:v>72.300000000000011</c:v>
                </c:pt>
                <c:pt idx="94">
                  <c:v>72.8</c:v>
                </c:pt>
                <c:pt idx="95">
                  <c:v>72.8</c:v>
                </c:pt>
                <c:pt idx="96">
                  <c:v>73</c:v>
                </c:pt>
                <c:pt idx="97">
                  <c:v>73.2</c:v>
                </c:pt>
                <c:pt idx="98">
                  <c:v>73.2</c:v>
                </c:pt>
                <c:pt idx="99">
                  <c:v>73.3</c:v>
                </c:pt>
                <c:pt idx="100">
                  <c:v>73.2</c:v>
                </c:pt>
                <c:pt idx="101">
                  <c:v>73.400000000000006</c:v>
                </c:pt>
                <c:pt idx="102">
                  <c:v>73.600000000000009</c:v>
                </c:pt>
                <c:pt idx="103">
                  <c:v>73.5</c:v>
                </c:pt>
                <c:pt idx="104">
                  <c:v>73.600000000000009</c:v>
                </c:pt>
                <c:pt idx="105">
                  <c:v>73.7</c:v>
                </c:pt>
                <c:pt idx="106">
                  <c:v>73.7</c:v>
                </c:pt>
                <c:pt idx="107">
                  <c:v>73.600000000000009</c:v>
                </c:pt>
                <c:pt idx="108">
                  <c:v>73.5</c:v>
                </c:pt>
                <c:pt idx="109">
                  <c:v>73.600000000000009</c:v>
                </c:pt>
                <c:pt idx="110">
                  <c:v>73.7</c:v>
                </c:pt>
                <c:pt idx="111">
                  <c:v>73.8</c:v>
                </c:pt>
                <c:pt idx="112">
                  <c:v>73.8</c:v>
                </c:pt>
                <c:pt idx="113">
                  <c:v>73.8</c:v>
                </c:pt>
                <c:pt idx="114">
                  <c:v>73.600000000000009</c:v>
                </c:pt>
                <c:pt idx="115">
                  <c:v>73.600000000000009</c:v>
                </c:pt>
                <c:pt idx="116">
                  <c:v>73.8</c:v>
                </c:pt>
                <c:pt idx="117">
                  <c:v>73.7</c:v>
                </c:pt>
                <c:pt idx="118">
                  <c:v>73.7</c:v>
                </c:pt>
                <c:pt idx="119">
                  <c:v>73.600000000000009</c:v>
                </c:pt>
                <c:pt idx="120">
                  <c:v>73.5</c:v>
                </c:pt>
                <c:pt idx="121">
                  <c:v>73.7</c:v>
                </c:pt>
                <c:pt idx="122">
                  <c:v>73.8</c:v>
                </c:pt>
                <c:pt idx="123">
                  <c:v>73.8</c:v>
                </c:pt>
                <c:pt idx="124">
                  <c:v>73.7</c:v>
                </c:pt>
                <c:pt idx="125">
                  <c:v>73.8</c:v>
                </c:pt>
                <c:pt idx="126">
                  <c:v>73.899999999999991</c:v>
                </c:pt>
                <c:pt idx="127">
                  <c:v>73.899999999999991</c:v>
                </c:pt>
                <c:pt idx="128">
                  <c:v>74</c:v>
                </c:pt>
                <c:pt idx="129">
                  <c:v>73.8</c:v>
                </c:pt>
                <c:pt idx="130">
                  <c:v>73.8</c:v>
                </c:pt>
                <c:pt idx="131">
                  <c:v>73.8</c:v>
                </c:pt>
                <c:pt idx="132">
                  <c:v>73.8</c:v>
                </c:pt>
                <c:pt idx="133">
                  <c:v>73.8</c:v>
                </c:pt>
                <c:pt idx="134">
                  <c:v>73.8</c:v>
                </c:pt>
                <c:pt idx="135">
                  <c:v>73.7</c:v>
                </c:pt>
                <c:pt idx="136">
                  <c:v>73.8</c:v>
                </c:pt>
                <c:pt idx="137">
                  <c:v>73.7</c:v>
                </c:pt>
                <c:pt idx="138">
                  <c:v>73.400000000000006</c:v>
                </c:pt>
                <c:pt idx="139">
                  <c:v>73.400000000000006</c:v>
                </c:pt>
                <c:pt idx="140">
                  <c:v>73.400000000000006</c:v>
                </c:pt>
                <c:pt idx="141">
                  <c:v>73.3</c:v>
                </c:pt>
                <c:pt idx="142">
                  <c:v>73.3</c:v>
                </c:pt>
                <c:pt idx="143">
                  <c:v>73.3</c:v>
                </c:pt>
                <c:pt idx="144">
                  <c:v>72.900000000000006</c:v>
                </c:pt>
                <c:pt idx="145">
                  <c:v>72.8</c:v>
                </c:pt>
                <c:pt idx="146">
                  <c:v>72.699999999999989</c:v>
                </c:pt>
                <c:pt idx="147">
                  <c:v>72.699999999999989</c:v>
                </c:pt>
                <c:pt idx="148">
                  <c:v>72.599999999999994</c:v>
                </c:pt>
                <c:pt idx="149">
                  <c:v>72.400000000000006</c:v>
                </c:pt>
                <c:pt idx="150">
                  <c:v>72.2</c:v>
                </c:pt>
                <c:pt idx="151">
                  <c:v>71.900000000000006</c:v>
                </c:pt>
                <c:pt idx="152">
                  <c:v>71.900000000000006</c:v>
                </c:pt>
                <c:pt idx="153">
                  <c:v>71.599999999999994</c:v>
                </c:pt>
                <c:pt idx="154">
                  <c:v>71.7</c:v>
                </c:pt>
                <c:pt idx="155">
                  <c:v>71.399999999999991</c:v>
                </c:pt>
                <c:pt idx="156">
                  <c:v>71.2</c:v>
                </c:pt>
                <c:pt idx="157">
                  <c:v>71</c:v>
                </c:pt>
                <c:pt idx="158">
                  <c:v>70.900000000000006</c:v>
                </c:pt>
                <c:pt idx="159">
                  <c:v>71</c:v>
                </c:pt>
                <c:pt idx="160">
                  <c:v>70.7</c:v>
                </c:pt>
                <c:pt idx="161">
                  <c:v>70.8</c:v>
                </c:pt>
                <c:pt idx="162">
                  <c:v>70.599999999999994</c:v>
                </c:pt>
                <c:pt idx="163">
                  <c:v>70.400000000000006</c:v>
                </c:pt>
                <c:pt idx="164">
                  <c:v>70.5</c:v>
                </c:pt>
                <c:pt idx="165">
                  <c:v>70.400000000000006</c:v>
                </c:pt>
                <c:pt idx="166">
                  <c:v>70.400000000000006</c:v>
                </c:pt>
                <c:pt idx="167">
                  <c:v>70.5</c:v>
                </c:pt>
                <c:pt idx="168">
                  <c:v>70.7</c:v>
                </c:pt>
                <c:pt idx="169">
                  <c:v>70.7</c:v>
                </c:pt>
                <c:pt idx="170">
                  <c:v>71</c:v>
                </c:pt>
                <c:pt idx="171">
                  <c:v>71.399999999999991</c:v>
                </c:pt>
                <c:pt idx="172">
                  <c:v>71.5</c:v>
                </c:pt>
                <c:pt idx="173">
                  <c:v>71.900000000000006</c:v>
                </c:pt>
                <c:pt idx="174">
                  <c:v>72.2</c:v>
                </c:pt>
                <c:pt idx="175">
                  <c:v>72.5</c:v>
                </c:pt>
                <c:pt idx="176">
                  <c:v>72.699999999999989</c:v>
                </c:pt>
                <c:pt idx="177">
                  <c:v>72.8</c:v>
                </c:pt>
                <c:pt idx="178">
                  <c:v>73</c:v>
                </c:pt>
                <c:pt idx="179">
                  <c:v>73.099999999999994</c:v>
                </c:pt>
                <c:pt idx="180">
                  <c:v>73.400000000000006</c:v>
                </c:pt>
                <c:pt idx="181">
                  <c:v>73.3</c:v>
                </c:pt>
                <c:pt idx="182">
                  <c:v>73.400000000000006</c:v>
                </c:pt>
                <c:pt idx="183">
                  <c:v>73.600000000000009</c:v>
                </c:pt>
                <c:pt idx="184">
                  <c:v>73.400000000000006</c:v>
                </c:pt>
                <c:pt idx="185">
                  <c:v>73.600000000000009</c:v>
                </c:pt>
                <c:pt idx="186">
                  <c:v>73.600000000000009</c:v>
                </c:pt>
                <c:pt idx="187">
                  <c:v>73.600000000000009</c:v>
                </c:pt>
                <c:pt idx="188">
                  <c:v>73.600000000000009</c:v>
                </c:pt>
                <c:pt idx="189">
                  <c:v>73.600000000000009</c:v>
                </c:pt>
                <c:pt idx="190">
                  <c:v>73.5</c:v>
                </c:pt>
                <c:pt idx="191">
                  <c:v>73.5</c:v>
                </c:pt>
                <c:pt idx="192">
                  <c:v>73.400000000000006</c:v>
                </c:pt>
                <c:pt idx="193">
                  <c:v>73.600000000000009</c:v>
                </c:pt>
                <c:pt idx="194">
                  <c:v>73.5</c:v>
                </c:pt>
                <c:pt idx="195">
                  <c:v>73.600000000000009</c:v>
                </c:pt>
                <c:pt idx="196">
                  <c:v>73.600000000000009</c:v>
                </c:pt>
                <c:pt idx="197">
                  <c:v>73.400000000000006</c:v>
                </c:pt>
                <c:pt idx="198">
                  <c:v>73.600000000000009</c:v>
                </c:pt>
                <c:pt idx="199">
                  <c:v>73.600000000000009</c:v>
                </c:pt>
                <c:pt idx="200">
                  <c:v>73.600000000000009</c:v>
                </c:pt>
                <c:pt idx="201">
                  <c:v>73.600000000000009</c:v>
                </c:pt>
                <c:pt idx="202">
                  <c:v>73.600000000000009</c:v>
                </c:pt>
                <c:pt idx="203">
                  <c:v>73.600000000000009</c:v>
                </c:pt>
                <c:pt idx="204">
                  <c:v>73.600000000000009</c:v>
                </c:pt>
                <c:pt idx="205">
                  <c:v>73.600000000000009</c:v>
                </c:pt>
                <c:pt idx="206">
                  <c:v>73.7</c:v>
                </c:pt>
                <c:pt idx="207">
                  <c:v>73.7</c:v>
                </c:pt>
                <c:pt idx="208">
                  <c:v>73.7</c:v>
                </c:pt>
                <c:pt idx="209">
                  <c:v>73.7</c:v>
                </c:pt>
                <c:pt idx="210">
                  <c:v>73.7</c:v>
                </c:pt>
                <c:pt idx="211">
                  <c:v>73.7</c:v>
                </c:pt>
                <c:pt idx="212">
                  <c:v>73.600000000000009</c:v>
                </c:pt>
                <c:pt idx="213">
                  <c:v>73.7</c:v>
                </c:pt>
                <c:pt idx="214">
                  <c:v>73.7</c:v>
                </c:pt>
                <c:pt idx="215">
                  <c:v>73.600000000000009</c:v>
                </c:pt>
                <c:pt idx="216">
                  <c:v>73.600000000000009</c:v>
                </c:pt>
                <c:pt idx="217">
                  <c:v>73.5</c:v>
                </c:pt>
                <c:pt idx="218">
                  <c:v>73.600000000000009</c:v>
                </c:pt>
                <c:pt idx="219">
                  <c:v>73.600000000000009</c:v>
                </c:pt>
                <c:pt idx="220">
                  <c:v>73.5</c:v>
                </c:pt>
                <c:pt idx="221">
                  <c:v>73.3</c:v>
                </c:pt>
                <c:pt idx="222">
                  <c:v>73.2</c:v>
                </c:pt>
                <c:pt idx="223">
                  <c:v>73.3</c:v>
                </c:pt>
                <c:pt idx="224">
                  <c:v>73.2</c:v>
                </c:pt>
                <c:pt idx="225">
                  <c:v>73.099999999999994</c:v>
                </c:pt>
                <c:pt idx="226">
                  <c:v>73.099999999999994</c:v>
                </c:pt>
                <c:pt idx="227">
                  <c:v>73.2</c:v>
                </c:pt>
                <c:pt idx="228">
                  <c:v>73.099999999999994</c:v>
                </c:pt>
                <c:pt idx="229">
                  <c:v>72.8</c:v>
                </c:pt>
                <c:pt idx="230">
                  <c:v>72.900000000000006</c:v>
                </c:pt>
                <c:pt idx="231">
                  <c:v>72.8</c:v>
                </c:pt>
                <c:pt idx="232">
                  <c:v>72.599999999999994</c:v>
                </c:pt>
                <c:pt idx="233">
                  <c:v>72.300000000000011</c:v>
                </c:pt>
                <c:pt idx="234">
                  <c:v>72.099999999999994</c:v>
                </c:pt>
                <c:pt idx="235">
                  <c:v>71.599999999999994</c:v>
                </c:pt>
                <c:pt idx="236">
                  <c:v>71.7</c:v>
                </c:pt>
                <c:pt idx="237">
                  <c:v>71.599999999999994</c:v>
                </c:pt>
                <c:pt idx="238">
                  <c:v>71.2</c:v>
                </c:pt>
                <c:pt idx="239">
                  <c:v>71.2</c:v>
                </c:pt>
                <c:pt idx="240">
                  <c:v>71.2</c:v>
                </c:pt>
                <c:pt idx="241">
                  <c:v>71.3</c:v>
                </c:pt>
                <c:pt idx="242">
                  <c:v>71.399999999999991</c:v>
                </c:pt>
                <c:pt idx="243">
                  <c:v>71.399999999999991</c:v>
                </c:pt>
                <c:pt idx="244">
                  <c:v>71.2</c:v>
                </c:pt>
                <c:pt idx="245">
                  <c:v>71.100000000000009</c:v>
                </c:pt>
                <c:pt idx="246">
                  <c:v>71.2</c:v>
                </c:pt>
                <c:pt idx="247">
                  <c:v>71.100000000000009</c:v>
                </c:pt>
                <c:pt idx="248">
                  <c:v>71</c:v>
                </c:pt>
                <c:pt idx="249">
                  <c:v>70.900000000000006</c:v>
                </c:pt>
                <c:pt idx="250">
                  <c:v>70.900000000000006</c:v>
                </c:pt>
                <c:pt idx="251">
                  <c:v>70.8</c:v>
                </c:pt>
                <c:pt idx="252">
                  <c:v>70.8</c:v>
                </c:pt>
                <c:pt idx="253">
                  <c:v>70.900000000000006</c:v>
                </c:pt>
                <c:pt idx="254">
                  <c:v>71.100000000000009</c:v>
                </c:pt>
                <c:pt idx="255">
                  <c:v>71.100000000000009</c:v>
                </c:pt>
                <c:pt idx="256">
                  <c:v>71.599999999999994</c:v>
                </c:pt>
                <c:pt idx="257">
                  <c:v>71.7</c:v>
                </c:pt>
                <c:pt idx="258">
                  <c:v>72</c:v>
                </c:pt>
                <c:pt idx="259">
                  <c:v>72.300000000000011</c:v>
                </c:pt>
                <c:pt idx="260">
                  <c:v>72.699999999999989</c:v>
                </c:pt>
                <c:pt idx="261">
                  <c:v>73</c:v>
                </c:pt>
                <c:pt idx="262">
                  <c:v>73.3</c:v>
                </c:pt>
                <c:pt idx="263">
                  <c:v>73.2</c:v>
                </c:pt>
                <c:pt idx="264">
                  <c:v>73.400000000000006</c:v>
                </c:pt>
                <c:pt idx="265">
                  <c:v>73.5</c:v>
                </c:pt>
                <c:pt idx="266">
                  <c:v>73.600000000000009</c:v>
                </c:pt>
                <c:pt idx="267">
                  <c:v>73.600000000000009</c:v>
                </c:pt>
                <c:pt idx="268">
                  <c:v>73.8</c:v>
                </c:pt>
                <c:pt idx="269">
                  <c:v>73.600000000000009</c:v>
                </c:pt>
                <c:pt idx="270">
                  <c:v>73.600000000000009</c:v>
                </c:pt>
                <c:pt idx="271">
                  <c:v>73.8</c:v>
                </c:pt>
                <c:pt idx="272">
                  <c:v>73.8</c:v>
                </c:pt>
                <c:pt idx="273">
                  <c:v>73.899999999999991</c:v>
                </c:pt>
                <c:pt idx="274">
                  <c:v>74</c:v>
                </c:pt>
                <c:pt idx="275">
                  <c:v>73.899999999999991</c:v>
                </c:pt>
                <c:pt idx="276">
                  <c:v>73.7</c:v>
                </c:pt>
                <c:pt idx="277">
                  <c:v>73.7</c:v>
                </c:pt>
                <c:pt idx="278">
                  <c:v>73.899999999999991</c:v>
                </c:pt>
                <c:pt idx="279">
                  <c:v>73.8</c:v>
                </c:pt>
                <c:pt idx="280">
                  <c:v>73.5</c:v>
                </c:pt>
                <c:pt idx="281">
                  <c:v>73.7</c:v>
                </c:pt>
                <c:pt idx="282">
                  <c:v>73.7</c:v>
                </c:pt>
                <c:pt idx="283">
                  <c:v>73.8</c:v>
                </c:pt>
                <c:pt idx="284">
                  <c:v>73.8</c:v>
                </c:pt>
                <c:pt idx="285">
                  <c:v>73.899999999999991</c:v>
                </c:pt>
                <c:pt idx="286">
                  <c:v>73.8</c:v>
                </c:pt>
                <c:pt idx="287">
                  <c:v>73.8</c:v>
                </c:pt>
                <c:pt idx="288">
                  <c:v>73.899999999999991</c:v>
                </c:pt>
                <c:pt idx="289">
                  <c:v>73.899999999999991</c:v>
                </c:pt>
                <c:pt idx="290">
                  <c:v>73.899999999999991</c:v>
                </c:pt>
                <c:pt idx="291">
                  <c:v>73.899999999999991</c:v>
                </c:pt>
                <c:pt idx="292">
                  <c:v>73.899999999999991</c:v>
                </c:pt>
                <c:pt idx="293">
                  <c:v>73.899999999999991</c:v>
                </c:pt>
                <c:pt idx="294">
                  <c:v>74</c:v>
                </c:pt>
                <c:pt idx="295">
                  <c:v>73.899999999999991</c:v>
                </c:pt>
                <c:pt idx="296">
                  <c:v>73.899999999999991</c:v>
                </c:pt>
                <c:pt idx="297">
                  <c:v>74</c:v>
                </c:pt>
                <c:pt idx="298">
                  <c:v>73.899999999999991</c:v>
                </c:pt>
                <c:pt idx="299">
                  <c:v>73.7</c:v>
                </c:pt>
                <c:pt idx="300">
                  <c:v>73.8</c:v>
                </c:pt>
                <c:pt idx="301">
                  <c:v>73.8</c:v>
                </c:pt>
                <c:pt idx="302">
                  <c:v>73.7</c:v>
                </c:pt>
                <c:pt idx="303">
                  <c:v>73.7</c:v>
                </c:pt>
                <c:pt idx="304">
                  <c:v>73.7</c:v>
                </c:pt>
                <c:pt idx="305">
                  <c:v>73.5</c:v>
                </c:pt>
                <c:pt idx="306">
                  <c:v>73.5</c:v>
                </c:pt>
                <c:pt idx="307">
                  <c:v>73.5</c:v>
                </c:pt>
                <c:pt idx="308">
                  <c:v>73.400000000000006</c:v>
                </c:pt>
                <c:pt idx="309">
                  <c:v>73.400000000000006</c:v>
                </c:pt>
                <c:pt idx="310">
                  <c:v>73.400000000000006</c:v>
                </c:pt>
                <c:pt idx="311">
                  <c:v>73.2</c:v>
                </c:pt>
                <c:pt idx="312">
                  <c:v>73.2</c:v>
                </c:pt>
                <c:pt idx="313">
                  <c:v>73</c:v>
                </c:pt>
                <c:pt idx="314">
                  <c:v>72.699999999999989</c:v>
                </c:pt>
                <c:pt idx="315">
                  <c:v>72.400000000000006</c:v>
                </c:pt>
                <c:pt idx="316">
                  <c:v>72.300000000000011</c:v>
                </c:pt>
                <c:pt idx="317">
                  <c:v>72.2</c:v>
                </c:pt>
                <c:pt idx="318">
                  <c:v>72.099999999999994</c:v>
                </c:pt>
                <c:pt idx="319">
                  <c:v>71.900000000000006</c:v>
                </c:pt>
                <c:pt idx="320">
                  <c:v>71.8</c:v>
                </c:pt>
                <c:pt idx="321">
                  <c:v>71.5</c:v>
                </c:pt>
                <c:pt idx="322">
                  <c:v>71.5</c:v>
                </c:pt>
                <c:pt idx="323">
                  <c:v>71.399999999999991</c:v>
                </c:pt>
                <c:pt idx="324">
                  <c:v>71.399999999999991</c:v>
                </c:pt>
                <c:pt idx="325">
                  <c:v>71.2</c:v>
                </c:pt>
                <c:pt idx="326">
                  <c:v>71.2</c:v>
                </c:pt>
                <c:pt idx="327">
                  <c:v>71.100000000000009</c:v>
                </c:pt>
                <c:pt idx="328">
                  <c:v>71</c:v>
                </c:pt>
                <c:pt idx="329">
                  <c:v>71</c:v>
                </c:pt>
                <c:pt idx="330">
                  <c:v>70.7</c:v>
                </c:pt>
                <c:pt idx="331">
                  <c:v>70.8</c:v>
                </c:pt>
                <c:pt idx="332">
                  <c:v>70.599999999999994</c:v>
                </c:pt>
                <c:pt idx="333">
                  <c:v>70.599999999999994</c:v>
                </c:pt>
                <c:pt idx="334">
                  <c:v>70.599999999999994</c:v>
                </c:pt>
                <c:pt idx="335">
                  <c:v>70.7</c:v>
                </c:pt>
                <c:pt idx="336">
                  <c:v>70.900000000000006</c:v>
                </c:pt>
                <c:pt idx="337">
                  <c:v>71.2</c:v>
                </c:pt>
                <c:pt idx="338">
                  <c:v>71.5</c:v>
                </c:pt>
                <c:pt idx="339">
                  <c:v>71.599999999999994</c:v>
                </c:pt>
                <c:pt idx="340">
                  <c:v>71.900000000000006</c:v>
                </c:pt>
                <c:pt idx="341">
                  <c:v>72.300000000000011</c:v>
                </c:pt>
                <c:pt idx="342">
                  <c:v>72.5</c:v>
                </c:pt>
                <c:pt idx="343">
                  <c:v>72.599999999999994</c:v>
                </c:pt>
                <c:pt idx="344">
                  <c:v>72.8</c:v>
                </c:pt>
                <c:pt idx="345">
                  <c:v>72.900000000000006</c:v>
                </c:pt>
                <c:pt idx="346">
                  <c:v>73.099999999999994</c:v>
                </c:pt>
                <c:pt idx="347">
                  <c:v>73</c:v>
                </c:pt>
                <c:pt idx="348">
                  <c:v>73.2</c:v>
                </c:pt>
                <c:pt idx="349">
                  <c:v>73.2</c:v>
                </c:pt>
                <c:pt idx="350">
                  <c:v>73.3</c:v>
                </c:pt>
                <c:pt idx="351">
                  <c:v>73.3</c:v>
                </c:pt>
                <c:pt idx="352">
                  <c:v>73.099999999999994</c:v>
                </c:pt>
                <c:pt idx="353">
                  <c:v>73.3</c:v>
                </c:pt>
                <c:pt idx="354">
                  <c:v>73.3</c:v>
                </c:pt>
                <c:pt idx="355">
                  <c:v>73.3</c:v>
                </c:pt>
                <c:pt idx="356">
                  <c:v>73.2</c:v>
                </c:pt>
                <c:pt idx="357">
                  <c:v>73.400000000000006</c:v>
                </c:pt>
                <c:pt idx="358">
                  <c:v>73.5</c:v>
                </c:pt>
                <c:pt idx="359">
                  <c:v>73.5</c:v>
                </c:pt>
                <c:pt idx="360">
                  <c:v>73.3</c:v>
                </c:pt>
                <c:pt idx="361">
                  <c:v>73.3</c:v>
                </c:pt>
                <c:pt idx="362">
                  <c:v>73.400000000000006</c:v>
                </c:pt>
                <c:pt idx="363">
                  <c:v>73.3</c:v>
                </c:pt>
                <c:pt idx="364">
                  <c:v>73.3</c:v>
                </c:pt>
                <c:pt idx="365">
                  <c:v>73.400000000000006</c:v>
                </c:pt>
                <c:pt idx="366">
                  <c:v>73.3</c:v>
                </c:pt>
                <c:pt idx="367">
                  <c:v>73.3</c:v>
                </c:pt>
                <c:pt idx="368">
                  <c:v>73.400000000000006</c:v>
                </c:pt>
                <c:pt idx="369">
                  <c:v>73.400000000000006</c:v>
                </c:pt>
                <c:pt idx="370">
                  <c:v>73.400000000000006</c:v>
                </c:pt>
                <c:pt idx="371">
                  <c:v>73.400000000000006</c:v>
                </c:pt>
                <c:pt idx="372">
                  <c:v>73.400000000000006</c:v>
                </c:pt>
                <c:pt idx="373">
                  <c:v>73.5</c:v>
                </c:pt>
                <c:pt idx="374">
                  <c:v>73.5</c:v>
                </c:pt>
                <c:pt idx="375">
                  <c:v>73.600000000000009</c:v>
                </c:pt>
                <c:pt idx="376">
                  <c:v>73.7</c:v>
                </c:pt>
                <c:pt idx="377">
                  <c:v>73.600000000000009</c:v>
                </c:pt>
                <c:pt idx="378">
                  <c:v>73.600000000000009</c:v>
                </c:pt>
                <c:pt idx="379">
                  <c:v>73.7</c:v>
                </c:pt>
                <c:pt idx="380">
                  <c:v>73.600000000000009</c:v>
                </c:pt>
                <c:pt idx="381">
                  <c:v>73.400000000000006</c:v>
                </c:pt>
                <c:pt idx="382">
                  <c:v>73.400000000000006</c:v>
                </c:pt>
                <c:pt idx="383">
                  <c:v>73.400000000000006</c:v>
                </c:pt>
                <c:pt idx="384">
                  <c:v>73.2</c:v>
                </c:pt>
                <c:pt idx="385">
                  <c:v>73.3</c:v>
                </c:pt>
                <c:pt idx="386">
                  <c:v>73.2</c:v>
                </c:pt>
                <c:pt idx="387">
                  <c:v>73.099999999999994</c:v>
                </c:pt>
                <c:pt idx="388">
                  <c:v>73.099999999999994</c:v>
                </c:pt>
                <c:pt idx="389">
                  <c:v>72.900000000000006</c:v>
                </c:pt>
                <c:pt idx="390">
                  <c:v>72.8</c:v>
                </c:pt>
                <c:pt idx="391">
                  <c:v>72.599999999999994</c:v>
                </c:pt>
                <c:pt idx="392">
                  <c:v>72.699999999999989</c:v>
                </c:pt>
                <c:pt idx="393">
                  <c:v>72.699999999999989</c:v>
                </c:pt>
                <c:pt idx="394">
                  <c:v>72.400000000000006</c:v>
                </c:pt>
                <c:pt idx="395">
                  <c:v>72.2</c:v>
                </c:pt>
                <c:pt idx="396">
                  <c:v>72.2</c:v>
                </c:pt>
                <c:pt idx="397">
                  <c:v>72</c:v>
                </c:pt>
                <c:pt idx="398">
                  <c:v>71.8</c:v>
                </c:pt>
                <c:pt idx="399">
                  <c:v>71.5</c:v>
                </c:pt>
                <c:pt idx="400">
                  <c:v>71.2</c:v>
                </c:pt>
                <c:pt idx="401">
                  <c:v>71.100000000000009</c:v>
                </c:pt>
                <c:pt idx="402">
                  <c:v>70.900000000000006</c:v>
                </c:pt>
                <c:pt idx="403">
                  <c:v>70.599999999999994</c:v>
                </c:pt>
                <c:pt idx="404">
                  <c:v>70.5</c:v>
                </c:pt>
                <c:pt idx="405">
                  <c:v>70.599999999999994</c:v>
                </c:pt>
                <c:pt idx="406">
                  <c:v>70.5</c:v>
                </c:pt>
                <c:pt idx="407">
                  <c:v>70.5</c:v>
                </c:pt>
                <c:pt idx="408">
                  <c:v>70.5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E8E-4BD4-AA35-BC3077E4C077}"/>
            </c:ext>
          </c:extLst>
        </c:ser>
        <c:ser>
          <c:idx val="2"/>
          <c:order val="1"/>
          <c:tx>
            <c:strRef>
              <c:f>[통합.xlsx]Sheet1!$T$1</c:f>
              <c:strCache>
                <c:ptCount val="1"/>
                <c:pt idx="0">
                  <c:v>B: 90mm</c:v>
                </c:pt>
              </c:strCache>
            </c:strRef>
          </c:tx>
          <c:spPr>
            <a:ln w="50800" cap="rnd">
              <a:solidFill>
                <a:schemeClr val="accent6"/>
              </a:solidFill>
              <a:round/>
            </a:ln>
            <a:effectLst/>
          </c:spPr>
          <c:marker>
            <c:spPr>
              <a:noFill/>
              <a:ln>
                <a:noFill/>
              </a:ln>
            </c:spPr>
          </c:marker>
          <c:xVal>
            <c:numRef>
              <c:f>[1]Sheet1!$K$2:$K$1293</c:f>
              <c:numCache>
                <c:formatCode>General</c:formatCode>
                <c:ptCount val="1292"/>
                <c:pt idx="1">
                  <c:v>0.29498858</c:v>
                </c:pt>
                <c:pt idx="2">
                  <c:v>0.29019497999999999</c:v>
                </c:pt>
                <c:pt idx="3">
                  <c:v>0.29087817999999999</c:v>
                </c:pt>
                <c:pt idx="4">
                  <c:v>0.29236778000000002</c:v>
                </c:pt>
                <c:pt idx="5">
                  <c:v>0.29523497999999998</c:v>
                </c:pt>
                <c:pt idx="6">
                  <c:v>0.30581898000000002</c:v>
                </c:pt>
                <c:pt idx="7">
                  <c:v>0.32945098</c:v>
                </c:pt>
                <c:pt idx="8">
                  <c:v>0.36328618000000001</c:v>
                </c:pt>
                <c:pt idx="9">
                  <c:v>0.40665257999999999</c:v>
                </c:pt>
                <c:pt idx="10">
                  <c:v>0.44479977999999998</c:v>
                </c:pt>
                <c:pt idx="11">
                  <c:v>0.48043817999999999</c:v>
                </c:pt>
                <c:pt idx="12">
                  <c:v>0.51421737999999995</c:v>
                </c:pt>
                <c:pt idx="13">
                  <c:v>0.54689898000000003</c:v>
                </c:pt>
                <c:pt idx="14">
                  <c:v>0.58316458000000004</c:v>
                </c:pt>
                <c:pt idx="15">
                  <c:v>0.62688938000000005</c:v>
                </c:pt>
                <c:pt idx="16">
                  <c:v>0.67947338000000002</c:v>
                </c:pt>
                <c:pt idx="17">
                  <c:v>0.74041257999999999</c:v>
                </c:pt>
                <c:pt idx="18">
                  <c:v>0.81239497999999999</c:v>
                </c:pt>
                <c:pt idx="19">
                  <c:v>0.88714378000000005</c:v>
                </c:pt>
                <c:pt idx="20">
                  <c:v>0.96480458000000002</c:v>
                </c:pt>
                <c:pt idx="21">
                  <c:v>1.0442349799999999</c:v>
                </c:pt>
                <c:pt idx="22">
                  <c:v>1.12216458</c:v>
                </c:pt>
                <c:pt idx="23">
                  <c:v>1.2020429800000001</c:v>
                </c:pt>
                <c:pt idx="24">
                  <c:v>1.28942538</c:v>
                </c:pt>
                <c:pt idx="25">
                  <c:v>1.3947165800000001</c:v>
                </c:pt>
                <c:pt idx="26">
                  <c:v>1.52680938</c:v>
                </c:pt>
                <c:pt idx="27">
                  <c:v>1.6773709800000001</c:v>
                </c:pt>
                <c:pt idx="28">
                  <c:v>1.8286941800000001</c:v>
                </c:pt>
                <c:pt idx="29">
                  <c:v>1.9643373799999999</c:v>
                </c:pt>
                <c:pt idx="30">
                  <c:v>2.0758221799999999</c:v>
                </c:pt>
                <c:pt idx="31">
                  <c:v>2.1623981799999998</c:v>
                </c:pt>
                <c:pt idx="32">
                  <c:v>2.2373149799999998</c:v>
                </c:pt>
                <c:pt idx="33">
                  <c:v>2.3132509799999998</c:v>
                </c:pt>
                <c:pt idx="34">
                  <c:v>2.3971165800000001</c:v>
                </c:pt>
                <c:pt idx="35">
                  <c:v>2.48610058</c:v>
                </c:pt>
                <c:pt idx="36">
                  <c:v>2.5762269799999999</c:v>
                </c:pt>
                <c:pt idx="37">
                  <c:v>2.65778538</c:v>
                </c:pt>
                <c:pt idx="38">
                  <c:v>2.7144461799999999</c:v>
                </c:pt>
                <c:pt idx="39">
                  <c:v>2.7487405800000002</c:v>
                </c:pt>
                <c:pt idx="40">
                  <c:v>2.7703565800000001</c:v>
                </c:pt>
                <c:pt idx="41">
                  <c:v>2.7877725799999999</c:v>
                </c:pt>
                <c:pt idx="42">
                  <c:v>2.8156157799999999</c:v>
                </c:pt>
                <c:pt idx="43">
                  <c:v>2.8454973799999999</c:v>
                </c:pt>
                <c:pt idx="44">
                  <c:v>2.8768349799999999</c:v>
                </c:pt>
                <c:pt idx="45">
                  <c:v>2.9037821799999999</c:v>
                </c:pt>
                <c:pt idx="46">
                  <c:v>2.9234045800000001</c:v>
                </c:pt>
                <c:pt idx="47">
                  <c:v>2.9296877800000001</c:v>
                </c:pt>
                <c:pt idx="48">
                  <c:v>2.9314349800000001</c:v>
                </c:pt>
                <c:pt idx="49">
                  <c:v>2.94245578</c:v>
                </c:pt>
                <c:pt idx="50">
                  <c:v>2.9804461799999999</c:v>
                </c:pt>
                <c:pt idx="51">
                  <c:v>3.03077898</c:v>
                </c:pt>
                <c:pt idx="52">
                  <c:v>3.08931018</c:v>
                </c:pt>
                <c:pt idx="53">
                  <c:v>3.1481101800000002</c:v>
                </c:pt>
                <c:pt idx="54">
                  <c:v>3.1883069800000001</c:v>
                </c:pt>
                <c:pt idx="55">
                  <c:v>3.2041437799999999</c:v>
                </c:pt>
                <c:pt idx="56">
                  <c:v>3.20278858</c:v>
                </c:pt>
                <c:pt idx="57">
                  <c:v>3.2061373799999999</c:v>
                </c:pt>
                <c:pt idx="58">
                  <c:v>3.2211005799999999</c:v>
                </c:pt>
                <c:pt idx="59">
                  <c:v>3.2489885799999998</c:v>
                </c:pt>
                <c:pt idx="60">
                  <c:v>3.2904509800000001</c:v>
                </c:pt>
                <c:pt idx="61">
                  <c:v>3.3363037800000002</c:v>
                </c:pt>
                <c:pt idx="62">
                  <c:v>3.3763773800000001</c:v>
                </c:pt>
                <c:pt idx="63">
                  <c:v>3.4006925799999999</c:v>
                </c:pt>
                <c:pt idx="64">
                  <c:v>3.4112429799999999</c:v>
                </c:pt>
                <c:pt idx="65">
                  <c:v>3.4013085799999998</c:v>
                </c:pt>
                <c:pt idx="66">
                  <c:v>3.3921245799999999</c:v>
                </c:pt>
                <c:pt idx="67">
                  <c:v>3.3872189800000001</c:v>
                </c:pt>
                <c:pt idx="68">
                  <c:v>3.38591978</c:v>
                </c:pt>
                <c:pt idx="69">
                  <c:v>3.3860205799999998</c:v>
                </c:pt>
                <c:pt idx="70">
                  <c:v>3.3906461800000001</c:v>
                </c:pt>
                <c:pt idx="71">
                  <c:v>3.39660458</c:v>
                </c:pt>
                <c:pt idx="72">
                  <c:v>3.4214461799999998</c:v>
                </c:pt>
                <c:pt idx="73">
                  <c:v>3.46242698</c:v>
                </c:pt>
                <c:pt idx="74">
                  <c:v>3.50270218</c:v>
                </c:pt>
                <c:pt idx="75">
                  <c:v>3.5248893799999998</c:v>
                </c:pt>
                <c:pt idx="76">
                  <c:v>3.52532618</c:v>
                </c:pt>
                <c:pt idx="77">
                  <c:v>3.5002381800000002</c:v>
                </c:pt>
                <c:pt idx="78">
                  <c:v>3.4641069799999999</c:v>
                </c:pt>
                <c:pt idx="79">
                  <c:v>3.4421213800000001</c:v>
                </c:pt>
                <c:pt idx="80">
                  <c:v>3.4518877799999999</c:v>
                </c:pt>
                <c:pt idx="81">
                  <c:v>3.5010109800000002</c:v>
                </c:pt>
                <c:pt idx="82">
                  <c:v>3.5456765799999999</c:v>
                </c:pt>
                <c:pt idx="83">
                  <c:v>3.54256298</c:v>
                </c:pt>
                <c:pt idx="84">
                  <c:v>3.5056477799999999</c:v>
                </c:pt>
                <c:pt idx="85">
                  <c:v>3.46075818</c:v>
                </c:pt>
                <c:pt idx="86">
                  <c:v>3.4392317800000001</c:v>
                </c:pt>
                <c:pt idx="87">
                  <c:v>3.4637597800000002</c:v>
                </c:pt>
                <c:pt idx="88">
                  <c:v>3.5041581800000001</c:v>
                </c:pt>
                <c:pt idx="89">
                  <c:v>3.5230077799999999</c:v>
                </c:pt>
                <c:pt idx="90">
                  <c:v>3.5260093800000001</c:v>
                </c:pt>
                <c:pt idx="91">
                  <c:v>3.5084253799999998</c:v>
                </c:pt>
                <c:pt idx="92">
                  <c:v>3.49210698</c:v>
                </c:pt>
                <c:pt idx="93">
                  <c:v>3.4970685800000001</c:v>
                </c:pt>
                <c:pt idx="94">
                  <c:v>3.5106317800000002</c:v>
                </c:pt>
                <c:pt idx="95">
                  <c:v>3.5232989799999999</c:v>
                </c:pt>
                <c:pt idx="96">
                  <c:v>3.5193453799999999</c:v>
                </c:pt>
                <c:pt idx="97">
                  <c:v>3.5094781799999999</c:v>
                </c:pt>
                <c:pt idx="98">
                  <c:v>3.5074397799999999</c:v>
                </c:pt>
                <c:pt idx="99">
                  <c:v>3.5064653799999999</c:v>
                </c:pt>
                <c:pt idx="100">
                  <c:v>3.4990509799999998</c:v>
                </c:pt>
                <c:pt idx="101">
                  <c:v>3.48089578</c:v>
                </c:pt>
                <c:pt idx="102">
                  <c:v>3.4680381800000002</c:v>
                </c:pt>
                <c:pt idx="103">
                  <c:v>3.47555338</c:v>
                </c:pt>
                <c:pt idx="104">
                  <c:v>3.4866077799999999</c:v>
                </c:pt>
                <c:pt idx="105">
                  <c:v>3.4948285800000001</c:v>
                </c:pt>
                <c:pt idx="106">
                  <c:v>3.4889821799999998</c:v>
                </c:pt>
                <c:pt idx="107">
                  <c:v>3.4799325799999998</c:v>
                </c:pt>
                <c:pt idx="108">
                  <c:v>3.4851293800000001</c:v>
                </c:pt>
                <c:pt idx="109">
                  <c:v>3.5063421799999999</c:v>
                </c:pt>
                <c:pt idx="110">
                  <c:v>3.5287757800000001</c:v>
                </c:pt>
                <c:pt idx="111">
                  <c:v>3.5379373799999998</c:v>
                </c:pt>
                <c:pt idx="112">
                  <c:v>3.5392365799999999</c:v>
                </c:pt>
                <c:pt idx="113">
                  <c:v>3.5184829799999999</c:v>
                </c:pt>
                <c:pt idx="114">
                  <c:v>3.48199338</c:v>
                </c:pt>
                <c:pt idx="115">
                  <c:v>3.4561885800000001</c:v>
                </c:pt>
                <c:pt idx="116">
                  <c:v>3.4757773799999998</c:v>
                </c:pt>
                <c:pt idx="117">
                  <c:v>3.51697098</c:v>
                </c:pt>
                <c:pt idx="118">
                  <c:v>3.5523181799999999</c:v>
                </c:pt>
                <c:pt idx="119">
                  <c:v>3.5670685799999999</c:v>
                </c:pt>
                <c:pt idx="120">
                  <c:v>3.5508621800000002</c:v>
                </c:pt>
                <c:pt idx="121">
                  <c:v>3.52361258</c:v>
                </c:pt>
                <c:pt idx="122">
                  <c:v>3.5193789799999999</c:v>
                </c:pt>
                <c:pt idx="123">
                  <c:v>3.53017578</c:v>
                </c:pt>
                <c:pt idx="124">
                  <c:v>3.5281261800000001</c:v>
                </c:pt>
                <c:pt idx="125">
                  <c:v>3.51582858</c:v>
                </c:pt>
                <c:pt idx="126">
                  <c:v>3.5233325799999999</c:v>
                </c:pt>
                <c:pt idx="127">
                  <c:v>3.5588813799999999</c:v>
                </c:pt>
                <c:pt idx="128">
                  <c:v>3.5953261799999998</c:v>
                </c:pt>
                <c:pt idx="129">
                  <c:v>3.5886957800000001</c:v>
                </c:pt>
                <c:pt idx="130">
                  <c:v>3.54566538</c:v>
                </c:pt>
                <c:pt idx="131">
                  <c:v>3.4915021799999999</c:v>
                </c:pt>
                <c:pt idx="132">
                  <c:v>3.4607357799999998</c:v>
                </c:pt>
                <c:pt idx="133">
                  <c:v>3.4765389799999999</c:v>
                </c:pt>
                <c:pt idx="134">
                  <c:v>3.5143949800000001</c:v>
                </c:pt>
                <c:pt idx="135">
                  <c:v>3.5376573800000002</c:v>
                </c:pt>
                <c:pt idx="136">
                  <c:v>3.5131853799999999</c:v>
                </c:pt>
                <c:pt idx="137">
                  <c:v>3.4594029800000001</c:v>
                </c:pt>
                <c:pt idx="138">
                  <c:v>3.4130797799999999</c:v>
                </c:pt>
                <c:pt idx="139">
                  <c:v>3.41498378</c:v>
                </c:pt>
                <c:pt idx="140">
                  <c:v>3.4474973800000002</c:v>
                </c:pt>
                <c:pt idx="141">
                  <c:v>3.4496589800000002</c:v>
                </c:pt>
                <c:pt idx="142">
                  <c:v>3.4322877799999998</c:v>
                </c:pt>
                <c:pt idx="143">
                  <c:v>3.4071437800000002</c:v>
                </c:pt>
                <c:pt idx="144">
                  <c:v>3.36110058</c:v>
                </c:pt>
                <c:pt idx="145">
                  <c:v>3.2919965800000002</c:v>
                </c:pt>
                <c:pt idx="146">
                  <c:v>3.2192749799999998</c:v>
                </c:pt>
                <c:pt idx="147">
                  <c:v>3.1591533799999998</c:v>
                </c:pt>
                <c:pt idx="148">
                  <c:v>3.1140173799999999</c:v>
                </c:pt>
                <c:pt idx="149">
                  <c:v>3.0618253800000002</c:v>
                </c:pt>
                <c:pt idx="150">
                  <c:v>3.00106538</c:v>
                </c:pt>
                <c:pt idx="151">
                  <c:v>2.94159338</c:v>
                </c:pt>
                <c:pt idx="152">
                  <c:v>2.8860861799999999</c:v>
                </c:pt>
                <c:pt idx="153">
                  <c:v>2.8294925800000001</c:v>
                </c:pt>
                <c:pt idx="154">
                  <c:v>2.77211498</c:v>
                </c:pt>
                <c:pt idx="155">
                  <c:v>2.71325898</c:v>
                </c:pt>
                <c:pt idx="156">
                  <c:v>2.6440989799999999</c:v>
                </c:pt>
                <c:pt idx="157">
                  <c:v>2.5749501800000001</c:v>
                </c:pt>
                <c:pt idx="158">
                  <c:v>2.4944893800000001</c:v>
                </c:pt>
                <c:pt idx="159">
                  <c:v>2.4173213800000002</c:v>
                </c:pt>
                <c:pt idx="160">
                  <c:v>2.3621613799999999</c:v>
                </c:pt>
                <c:pt idx="161">
                  <c:v>2.33263818</c:v>
                </c:pt>
                <c:pt idx="162">
                  <c:v>2.3109213799999999</c:v>
                </c:pt>
                <c:pt idx="163">
                  <c:v>2.2719005800000001</c:v>
                </c:pt>
                <c:pt idx="164">
                  <c:v>2.2111517799999998</c:v>
                </c:pt>
                <c:pt idx="165">
                  <c:v>2.14102858</c:v>
                </c:pt>
                <c:pt idx="166">
                  <c:v>2.0726189800000001</c:v>
                </c:pt>
                <c:pt idx="167">
                  <c:v>2.0181197800000001</c:v>
                </c:pt>
                <c:pt idx="168">
                  <c:v>1.9834333799999999</c:v>
                </c:pt>
                <c:pt idx="169">
                  <c:v>1.9539437799999999</c:v>
                </c:pt>
                <c:pt idx="170">
                  <c:v>1.9280605799999999</c:v>
                </c:pt>
                <c:pt idx="171">
                  <c:v>1.9011357799999999</c:v>
                </c:pt>
                <c:pt idx="172">
                  <c:v>1.8671101800000001</c:v>
                </c:pt>
                <c:pt idx="173">
                  <c:v>1.82095498</c:v>
                </c:pt>
                <c:pt idx="174">
                  <c:v>1.7656941799999999</c:v>
                </c:pt>
                <c:pt idx="175">
                  <c:v>1.7042285800000001</c:v>
                </c:pt>
                <c:pt idx="176">
                  <c:v>1.6363453800000001</c:v>
                </c:pt>
                <c:pt idx="177">
                  <c:v>1.5711613799999999</c:v>
                </c:pt>
                <c:pt idx="178">
                  <c:v>1.51694218</c:v>
                </c:pt>
                <c:pt idx="179">
                  <c:v>1.47082058</c:v>
                </c:pt>
                <c:pt idx="180">
                  <c:v>1.43578698</c:v>
                </c:pt>
                <c:pt idx="181">
                  <c:v>1.40348618</c:v>
                </c:pt>
                <c:pt idx="182">
                  <c:v>1.36556298</c:v>
                </c:pt>
                <c:pt idx="183">
                  <c:v>1.3200797799999999</c:v>
                </c:pt>
                <c:pt idx="184">
                  <c:v>1.26922058</c:v>
                </c:pt>
                <c:pt idx="185">
                  <c:v>1.20956938</c:v>
                </c:pt>
                <c:pt idx="186">
                  <c:v>1.1462445800000001</c:v>
                </c:pt>
                <c:pt idx="187">
                  <c:v>1.08619018</c:v>
                </c:pt>
                <c:pt idx="188">
                  <c:v>1.03101898</c:v>
                </c:pt>
                <c:pt idx="189">
                  <c:v>0.97741577999999996</c:v>
                </c:pt>
                <c:pt idx="190">
                  <c:v>0.91984778</c:v>
                </c:pt>
                <c:pt idx="191">
                  <c:v>0.86232458000000001</c:v>
                </c:pt>
                <c:pt idx="192">
                  <c:v>0.80907978000000003</c:v>
                </c:pt>
                <c:pt idx="193">
                  <c:v>0.76163658000000001</c:v>
                </c:pt>
                <c:pt idx="194">
                  <c:v>0.71741898000000004</c:v>
                </c:pt>
                <c:pt idx="195">
                  <c:v>0.67848777999999998</c:v>
                </c:pt>
                <c:pt idx="196">
                  <c:v>0.64175177999999999</c:v>
                </c:pt>
                <c:pt idx="197">
                  <c:v>0.60659498000000001</c:v>
                </c:pt>
                <c:pt idx="198">
                  <c:v>0.57889738000000002</c:v>
                </c:pt>
                <c:pt idx="199">
                  <c:v>0.55778538</c:v>
                </c:pt>
                <c:pt idx="200">
                  <c:v>0.54654058000000005</c:v>
                </c:pt>
                <c:pt idx="201">
                  <c:v>0.54444618</c:v>
                </c:pt>
                <c:pt idx="202">
                  <c:v>0.55355178000000005</c:v>
                </c:pt>
                <c:pt idx="203">
                  <c:v>0.56988137999999999</c:v>
                </c:pt>
                <c:pt idx="204">
                  <c:v>0.59233738000000002</c:v>
                </c:pt>
                <c:pt idx="205">
                  <c:v>0.60238378000000004</c:v>
                </c:pt>
                <c:pt idx="206">
                  <c:v>0.59121738000000001</c:v>
                </c:pt>
                <c:pt idx="207">
                  <c:v>0.56021578000000005</c:v>
                </c:pt>
                <c:pt idx="208">
                  <c:v>0.53955178000000004</c:v>
                </c:pt>
                <c:pt idx="209">
                  <c:v>0.53223818000000001</c:v>
                </c:pt>
                <c:pt idx="210">
                  <c:v>0.52069098000000003</c:v>
                </c:pt>
                <c:pt idx="211">
                  <c:v>0.51021897999999999</c:v>
                </c:pt>
                <c:pt idx="212">
                  <c:v>0.50275977999999999</c:v>
                </c:pt>
                <c:pt idx="213">
                  <c:v>0.49213098</c:v>
                </c:pt>
                <c:pt idx="214">
                  <c:v>0.47536457999999998</c:v>
                </c:pt>
                <c:pt idx="215">
                  <c:v>0.46399657999999999</c:v>
                </c:pt>
                <c:pt idx="216">
                  <c:v>0.45352458000000001</c:v>
                </c:pt>
                <c:pt idx="217">
                  <c:v>0.44263817999999999</c:v>
                </c:pt>
                <c:pt idx="218">
                  <c:v>0.43763178000000003</c:v>
                </c:pt>
                <c:pt idx="219">
                  <c:v>0.43926697999999997</c:v>
                </c:pt>
                <c:pt idx="220">
                  <c:v>0.43690378000000002</c:v>
                </c:pt>
                <c:pt idx="221">
                  <c:v>0.43168457999999998</c:v>
                </c:pt>
                <c:pt idx="222">
                  <c:v>0.42628618000000001</c:v>
                </c:pt>
                <c:pt idx="223">
                  <c:v>0.42027177999999998</c:v>
                </c:pt>
                <c:pt idx="224">
                  <c:v>0.41508618000000003</c:v>
                </c:pt>
                <c:pt idx="225">
                  <c:v>0.41052778000000001</c:v>
                </c:pt>
                <c:pt idx="226">
                  <c:v>0.40917258000000001</c:v>
                </c:pt>
                <c:pt idx="227">
                  <c:v>0.41287977999999997</c:v>
                </c:pt>
                <c:pt idx="228">
                  <c:v>0.42027177999999998</c:v>
                </c:pt>
                <c:pt idx="229">
                  <c:v>0.42862697999999999</c:v>
                </c:pt>
                <c:pt idx="230">
                  <c:v>0.44075658000000001</c:v>
                </c:pt>
                <c:pt idx="231">
                  <c:v>0.45022057999999998</c:v>
                </c:pt>
                <c:pt idx="232">
                  <c:v>0.45023178000000003</c:v>
                </c:pt>
                <c:pt idx="233">
                  <c:v>0.44449738</c:v>
                </c:pt>
                <c:pt idx="234">
                  <c:v>0.43573898</c:v>
                </c:pt>
                <c:pt idx="235">
                  <c:v>0.43146057999999998</c:v>
                </c:pt>
                <c:pt idx="236">
                  <c:v>0.43288297999999997</c:v>
                </c:pt>
                <c:pt idx="237">
                  <c:v>0.44014058</c:v>
                </c:pt>
                <c:pt idx="238">
                  <c:v>0.44785738000000003</c:v>
                </c:pt>
                <c:pt idx="239">
                  <c:v>0.45704138</c:v>
                </c:pt>
                <c:pt idx="240">
                  <c:v>0.46575497999999999</c:v>
                </c:pt>
                <c:pt idx="241">
                  <c:v>0.47462537999999999</c:v>
                </c:pt>
                <c:pt idx="242">
                  <c:v>0.48513097999999999</c:v>
                </c:pt>
                <c:pt idx="243">
                  <c:v>0.49518857999999999</c:v>
                </c:pt>
                <c:pt idx="244">
                  <c:v>0.50751977999999998</c:v>
                </c:pt>
                <c:pt idx="245">
                  <c:v>0.52607817999999995</c:v>
                </c:pt>
                <c:pt idx="246">
                  <c:v>0.54894858000000002</c:v>
                </c:pt>
                <c:pt idx="247">
                  <c:v>0.56950058000000003</c:v>
                </c:pt>
                <c:pt idx="248">
                  <c:v>0.59427498000000001</c:v>
                </c:pt>
                <c:pt idx="249">
                  <c:v>0.63136937999999998</c:v>
                </c:pt>
                <c:pt idx="250">
                  <c:v>0.67155498000000002</c:v>
                </c:pt>
                <c:pt idx="251">
                  <c:v>0.71137097999999999</c:v>
                </c:pt>
                <c:pt idx="252">
                  <c:v>0.75978858000000005</c:v>
                </c:pt>
                <c:pt idx="253">
                  <c:v>0.81321257999999996</c:v>
                </c:pt>
                <c:pt idx="254">
                  <c:v>0.87911338000000006</c:v>
                </c:pt>
                <c:pt idx="255">
                  <c:v>0.95143177999999995</c:v>
                </c:pt>
                <c:pt idx="256">
                  <c:v>1.02574378</c:v>
                </c:pt>
                <c:pt idx="257">
                  <c:v>1.0951837799999999</c:v>
                </c:pt>
                <c:pt idx="258">
                  <c:v>1.16491498</c:v>
                </c:pt>
                <c:pt idx="259">
                  <c:v>1.23217098</c:v>
                </c:pt>
                <c:pt idx="260">
                  <c:v>1.2930429800000001</c:v>
                </c:pt>
                <c:pt idx="261">
                  <c:v>1.3515069799999999</c:v>
                </c:pt>
                <c:pt idx="262">
                  <c:v>1.40754058</c:v>
                </c:pt>
                <c:pt idx="263">
                  <c:v>1.47946698</c:v>
                </c:pt>
                <c:pt idx="264">
                  <c:v>1.56903338</c:v>
                </c:pt>
                <c:pt idx="265">
                  <c:v>1.6693965799999999</c:v>
                </c:pt>
                <c:pt idx="266">
                  <c:v>1.77589738</c:v>
                </c:pt>
                <c:pt idx="267">
                  <c:v>1.8875277800000001</c:v>
                </c:pt>
                <c:pt idx="268">
                  <c:v>2.0018797799999999</c:v>
                </c:pt>
                <c:pt idx="269">
                  <c:v>2.1044829799999998</c:v>
                </c:pt>
                <c:pt idx="270">
                  <c:v>2.1961661800000001</c:v>
                </c:pt>
                <c:pt idx="271">
                  <c:v>2.27654858</c:v>
                </c:pt>
                <c:pt idx="272">
                  <c:v>2.3458765800000001</c:v>
                </c:pt>
                <c:pt idx="273">
                  <c:v>2.4138157800000002</c:v>
                </c:pt>
                <c:pt idx="274">
                  <c:v>2.4802653800000001</c:v>
                </c:pt>
                <c:pt idx="275">
                  <c:v>2.5456845800000001</c:v>
                </c:pt>
                <c:pt idx="276">
                  <c:v>2.6127165799999998</c:v>
                </c:pt>
                <c:pt idx="277">
                  <c:v>2.67844938</c:v>
                </c:pt>
                <c:pt idx="278">
                  <c:v>2.7400829799999999</c:v>
                </c:pt>
                <c:pt idx="279">
                  <c:v>2.78785098</c:v>
                </c:pt>
                <c:pt idx="280">
                  <c:v>2.8189309800000002</c:v>
                </c:pt>
                <c:pt idx="281">
                  <c:v>2.8442765799999998</c:v>
                </c:pt>
                <c:pt idx="282">
                  <c:v>2.8693533800000002</c:v>
                </c:pt>
                <c:pt idx="283">
                  <c:v>2.9000861800000002</c:v>
                </c:pt>
                <c:pt idx="284">
                  <c:v>2.93532138</c:v>
                </c:pt>
                <c:pt idx="285">
                  <c:v>2.9764701800000002</c:v>
                </c:pt>
                <c:pt idx="286">
                  <c:v>3.0246861799999998</c:v>
                </c:pt>
                <c:pt idx="287">
                  <c:v>3.0751757799999999</c:v>
                </c:pt>
                <c:pt idx="288">
                  <c:v>3.11934858</c:v>
                </c:pt>
                <c:pt idx="289">
                  <c:v>3.14152458</c:v>
                </c:pt>
                <c:pt idx="290">
                  <c:v>3.14597098</c:v>
                </c:pt>
                <c:pt idx="291">
                  <c:v>3.1495213799999999</c:v>
                </c:pt>
                <c:pt idx="292">
                  <c:v>3.1639133799999999</c:v>
                </c:pt>
                <c:pt idx="293">
                  <c:v>3.19251818</c:v>
                </c:pt>
                <c:pt idx="294">
                  <c:v>3.2213805799999999</c:v>
                </c:pt>
                <c:pt idx="295">
                  <c:v>3.24240298</c:v>
                </c:pt>
                <c:pt idx="296">
                  <c:v>3.25291978</c:v>
                </c:pt>
                <c:pt idx="297">
                  <c:v>3.2599869799999999</c:v>
                </c:pt>
                <c:pt idx="298">
                  <c:v>3.26780458</c:v>
                </c:pt>
                <c:pt idx="299">
                  <c:v>3.2817149799999998</c:v>
                </c:pt>
                <c:pt idx="300">
                  <c:v>3.2986717799999998</c:v>
                </c:pt>
                <c:pt idx="301">
                  <c:v>3.3215421799999998</c:v>
                </c:pt>
                <c:pt idx="302">
                  <c:v>3.3471677799999999</c:v>
                </c:pt>
                <c:pt idx="303">
                  <c:v>3.35702378</c:v>
                </c:pt>
                <c:pt idx="304">
                  <c:v>3.3550749799999999</c:v>
                </c:pt>
                <c:pt idx="305">
                  <c:v>3.3561053799999998</c:v>
                </c:pt>
                <c:pt idx="306">
                  <c:v>3.35958858</c:v>
                </c:pt>
                <c:pt idx="307">
                  <c:v>3.3652109800000001</c:v>
                </c:pt>
                <c:pt idx="308">
                  <c:v>3.3746189800000002</c:v>
                </c:pt>
                <c:pt idx="309">
                  <c:v>3.3870173800000001</c:v>
                </c:pt>
                <c:pt idx="310">
                  <c:v>3.3947789799999999</c:v>
                </c:pt>
                <c:pt idx="311">
                  <c:v>3.38906698</c:v>
                </c:pt>
                <c:pt idx="312">
                  <c:v>3.3827277800000002</c:v>
                </c:pt>
                <c:pt idx="313">
                  <c:v>3.3827277800000002</c:v>
                </c:pt>
                <c:pt idx="314">
                  <c:v>3.39056778</c:v>
                </c:pt>
                <c:pt idx="315">
                  <c:v>3.3997293800000001</c:v>
                </c:pt>
                <c:pt idx="316">
                  <c:v>3.4070317800000001</c:v>
                </c:pt>
                <c:pt idx="317">
                  <c:v>3.4069085800000001</c:v>
                </c:pt>
                <c:pt idx="318">
                  <c:v>3.3978589800000001</c:v>
                </c:pt>
                <c:pt idx="319">
                  <c:v>3.3969965800000002</c:v>
                </c:pt>
                <c:pt idx="320">
                  <c:v>3.4081629800000002</c:v>
                </c:pt>
                <c:pt idx="321">
                  <c:v>3.42363018</c:v>
                </c:pt>
                <c:pt idx="322">
                  <c:v>3.42945418</c:v>
                </c:pt>
                <c:pt idx="323">
                  <c:v>3.42081898</c:v>
                </c:pt>
                <c:pt idx="324">
                  <c:v>3.3976909800000001</c:v>
                </c:pt>
                <c:pt idx="325">
                  <c:v>3.3732525799999999</c:v>
                </c:pt>
                <c:pt idx="326">
                  <c:v>3.3741373800000001</c:v>
                </c:pt>
                <c:pt idx="327">
                  <c:v>3.3915757800000002</c:v>
                </c:pt>
                <c:pt idx="328">
                  <c:v>3.4240557800000002</c:v>
                </c:pt>
                <c:pt idx="329">
                  <c:v>3.4434877799999999</c:v>
                </c:pt>
                <c:pt idx="330">
                  <c:v>3.4241229799999999</c:v>
                </c:pt>
                <c:pt idx="331">
                  <c:v>3.3806109800000002</c:v>
                </c:pt>
                <c:pt idx="332">
                  <c:v>3.3537309799999999</c:v>
                </c:pt>
                <c:pt idx="333">
                  <c:v>3.3480861800000001</c:v>
                </c:pt>
                <c:pt idx="334">
                  <c:v>3.3677533799999999</c:v>
                </c:pt>
                <c:pt idx="335">
                  <c:v>3.4006477799999999</c:v>
                </c:pt>
                <c:pt idx="336">
                  <c:v>3.4271469799999998</c:v>
                </c:pt>
                <c:pt idx="337">
                  <c:v>3.4287485800000002</c:v>
                </c:pt>
                <c:pt idx="338">
                  <c:v>3.4028877799999999</c:v>
                </c:pt>
                <c:pt idx="339">
                  <c:v>3.38628938</c:v>
                </c:pt>
                <c:pt idx="340">
                  <c:v>3.3972429800000001</c:v>
                </c:pt>
                <c:pt idx="341">
                  <c:v>3.4150845799999998</c:v>
                </c:pt>
                <c:pt idx="342">
                  <c:v>3.4336429800000001</c:v>
                </c:pt>
                <c:pt idx="343">
                  <c:v>3.4515965799999999</c:v>
                </c:pt>
                <c:pt idx="344">
                  <c:v>3.4684861800000002</c:v>
                </c:pt>
                <c:pt idx="345">
                  <c:v>3.4805037799999998</c:v>
                </c:pt>
                <c:pt idx="346">
                  <c:v>3.47087178</c:v>
                </c:pt>
                <c:pt idx="347">
                  <c:v>3.44889738</c:v>
                </c:pt>
                <c:pt idx="348">
                  <c:v>3.4338333799999998</c:v>
                </c:pt>
                <c:pt idx="349">
                  <c:v>3.43708138</c:v>
                </c:pt>
                <c:pt idx="350">
                  <c:v>3.4524925799999999</c:v>
                </c:pt>
                <c:pt idx="351">
                  <c:v>3.47087178</c:v>
                </c:pt>
                <c:pt idx="352">
                  <c:v>3.47428778</c:v>
                </c:pt>
                <c:pt idx="353">
                  <c:v>3.46687338</c:v>
                </c:pt>
                <c:pt idx="354">
                  <c:v>3.4706701799999999</c:v>
                </c:pt>
                <c:pt idx="355">
                  <c:v>3.4721261800000001</c:v>
                </c:pt>
                <c:pt idx="356">
                  <c:v>3.4713085800000001</c:v>
                </c:pt>
                <c:pt idx="357">
                  <c:v>3.47102858</c:v>
                </c:pt>
                <c:pt idx="358">
                  <c:v>3.4667613799999999</c:v>
                </c:pt>
                <c:pt idx="359">
                  <c:v>3.4562669800000001</c:v>
                </c:pt>
                <c:pt idx="360">
                  <c:v>3.4464669799999998</c:v>
                </c:pt>
                <c:pt idx="361">
                  <c:v>3.44571658</c:v>
                </c:pt>
                <c:pt idx="362">
                  <c:v>3.4607693799999999</c:v>
                </c:pt>
                <c:pt idx="363">
                  <c:v>3.4734477799999999</c:v>
                </c:pt>
                <c:pt idx="364">
                  <c:v>3.4816237800000001</c:v>
                </c:pt>
                <c:pt idx="365">
                  <c:v>3.4817693799999998</c:v>
                </c:pt>
                <c:pt idx="366">
                  <c:v>3.4620797799999998</c:v>
                </c:pt>
                <c:pt idx="367">
                  <c:v>3.4427933799999999</c:v>
                </c:pt>
                <c:pt idx="368">
                  <c:v>3.44017258</c:v>
                </c:pt>
                <c:pt idx="369">
                  <c:v>3.4543517800000001</c:v>
                </c:pt>
                <c:pt idx="370">
                  <c:v>3.4724285799999999</c:v>
                </c:pt>
                <c:pt idx="371">
                  <c:v>3.48521898</c:v>
                </c:pt>
                <c:pt idx="372">
                  <c:v>3.4922525800000002</c:v>
                </c:pt>
                <c:pt idx="373">
                  <c:v>3.4921629799999998</c:v>
                </c:pt>
                <c:pt idx="374">
                  <c:v>3.4871229800000001</c:v>
                </c:pt>
                <c:pt idx="375">
                  <c:v>3.4981437799999999</c:v>
                </c:pt>
                <c:pt idx="376">
                  <c:v>3.51896458</c:v>
                </c:pt>
                <c:pt idx="377">
                  <c:v>3.52935818</c:v>
                </c:pt>
                <c:pt idx="378">
                  <c:v>3.52279498</c:v>
                </c:pt>
                <c:pt idx="379">
                  <c:v>3.4997453799999998</c:v>
                </c:pt>
                <c:pt idx="380">
                  <c:v>3.4830013800000001</c:v>
                </c:pt>
                <c:pt idx="381">
                  <c:v>3.4720701799999998</c:v>
                </c:pt>
                <c:pt idx="382">
                  <c:v>3.4642749799999999</c:v>
                </c:pt>
                <c:pt idx="383">
                  <c:v>3.4625389800000002</c:v>
                </c:pt>
                <c:pt idx="384">
                  <c:v>3.47383978</c:v>
                </c:pt>
                <c:pt idx="385">
                  <c:v>3.49504138</c:v>
                </c:pt>
                <c:pt idx="386">
                  <c:v>3.52328778</c:v>
                </c:pt>
                <c:pt idx="387">
                  <c:v>3.5542109800000001</c:v>
                </c:pt>
                <c:pt idx="388">
                  <c:v>3.5535837799999999</c:v>
                </c:pt>
                <c:pt idx="389">
                  <c:v>3.53266218</c:v>
                </c:pt>
                <c:pt idx="390">
                  <c:v>3.50409098</c:v>
                </c:pt>
                <c:pt idx="391">
                  <c:v>3.47131978</c:v>
                </c:pt>
                <c:pt idx="392">
                  <c:v>3.4430845799999998</c:v>
                </c:pt>
                <c:pt idx="393">
                  <c:v>3.4387613799999999</c:v>
                </c:pt>
                <c:pt idx="394">
                  <c:v>3.4355021799999998</c:v>
                </c:pt>
                <c:pt idx="395">
                  <c:v>3.3921917800000001</c:v>
                </c:pt>
                <c:pt idx="396">
                  <c:v>3.3004413800000001</c:v>
                </c:pt>
                <c:pt idx="397">
                  <c:v>3.1906589799999998</c:v>
                </c:pt>
                <c:pt idx="398">
                  <c:v>3.0981917800000001</c:v>
                </c:pt>
                <c:pt idx="399">
                  <c:v>3.01839178</c:v>
                </c:pt>
                <c:pt idx="400">
                  <c:v>2.9355005799999998</c:v>
                </c:pt>
                <c:pt idx="401">
                  <c:v>2.8577277799999998</c:v>
                </c:pt>
                <c:pt idx="402">
                  <c:v>2.7878397800000001</c:v>
                </c:pt>
                <c:pt idx="403">
                  <c:v>2.7296669800000002</c:v>
                </c:pt>
                <c:pt idx="404">
                  <c:v>2.6811261800000001</c:v>
                </c:pt>
                <c:pt idx="405">
                  <c:v>2.6375469800000002</c:v>
                </c:pt>
                <c:pt idx="406">
                  <c:v>2.5922317800000001</c:v>
                </c:pt>
                <c:pt idx="407">
                  <c:v>2.54691658</c:v>
                </c:pt>
                <c:pt idx="408">
                  <c:v>2.4979389799999998</c:v>
                </c:pt>
                <c:pt idx="409">
                  <c:v>2.4419725799999998</c:v>
                </c:pt>
                <c:pt idx="410">
                  <c:v>2.38835818</c:v>
                </c:pt>
                <c:pt idx="411">
                  <c:v>2.3396381800000001</c:v>
                </c:pt>
                <c:pt idx="412">
                  <c:v>2.2956781799999999</c:v>
                </c:pt>
                <c:pt idx="413">
                  <c:v>2.2653261800000002</c:v>
                </c:pt>
                <c:pt idx="414">
                  <c:v>2.2453117800000002</c:v>
                </c:pt>
                <c:pt idx="415">
                  <c:v>2.22544298</c:v>
                </c:pt>
                <c:pt idx="416">
                  <c:v>2.1874637799999999</c:v>
                </c:pt>
                <c:pt idx="417">
                  <c:v>2.12835018</c:v>
                </c:pt>
                <c:pt idx="418">
                  <c:v>2.0638717799999999</c:v>
                </c:pt>
                <c:pt idx="419">
                  <c:v>1.9975341799999999</c:v>
                </c:pt>
                <c:pt idx="420">
                  <c:v>1.9414109799999999</c:v>
                </c:pt>
                <c:pt idx="421">
                  <c:v>1.8920749800000001</c:v>
                </c:pt>
                <c:pt idx="422">
                  <c:v>1.8528189799999999</c:v>
                </c:pt>
                <c:pt idx="423">
                  <c:v>1.81583658</c:v>
                </c:pt>
                <c:pt idx="424">
                  <c:v>1.7739261799999999</c:v>
                </c:pt>
                <c:pt idx="425">
                  <c:v>1.7150141800000001</c:v>
                </c:pt>
                <c:pt idx="426">
                  <c:v>1.6414525799999999</c:v>
                </c:pt>
                <c:pt idx="427">
                  <c:v>1.5630525799999999</c:v>
                </c:pt>
                <c:pt idx="428">
                  <c:v>1.48707178</c:v>
                </c:pt>
                <c:pt idx="429">
                  <c:v>1.4134653800000001</c:v>
                </c:pt>
                <c:pt idx="430">
                  <c:v>1.3516749800000001</c:v>
                </c:pt>
                <c:pt idx="431">
                  <c:v>1.30148778</c:v>
                </c:pt>
                <c:pt idx="432">
                  <c:v>1.25884938</c:v>
                </c:pt>
                <c:pt idx="433">
                  <c:v>1.21913418</c:v>
                </c:pt>
                <c:pt idx="434">
                  <c:v>1.18097578</c:v>
                </c:pt>
                <c:pt idx="435">
                  <c:v>1.1434445799999999</c:v>
                </c:pt>
                <c:pt idx="436">
                  <c:v>1.10663018</c:v>
                </c:pt>
                <c:pt idx="437">
                  <c:v>1.0683709800000001</c:v>
                </c:pt>
                <c:pt idx="438">
                  <c:v>1.03193738</c:v>
                </c:pt>
                <c:pt idx="439">
                  <c:v>0.99505577999999995</c:v>
                </c:pt>
                <c:pt idx="440">
                  <c:v>0.95995498000000001</c:v>
                </c:pt>
                <c:pt idx="441">
                  <c:v>0.91908617999999997</c:v>
                </c:pt>
                <c:pt idx="442">
                  <c:v>0.87625737999999997</c:v>
                </c:pt>
                <c:pt idx="443">
                  <c:v>0.84280297999999998</c:v>
                </c:pt>
                <c:pt idx="444">
                  <c:v>0.81096137999999995</c:v>
                </c:pt>
                <c:pt idx="445">
                  <c:v>0.78269257999999997</c:v>
                </c:pt>
                <c:pt idx="446">
                  <c:v>0.75406538000000001</c:v>
                </c:pt>
                <c:pt idx="447">
                  <c:v>0.71715017999999997</c:v>
                </c:pt>
                <c:pt idx="448">
                  <c:v>0.67584458000000003</c:v>
                </c:pt>
                <c:pt idx="449">
                  <c:v>0.62763977999999998</c:v>
                </c:pt>
                <c:pt idx="450">
                  <c:v>0.58319818000000001</c:v>
                </c:pt>
                <c:pt idx="451">
                  <c:v>0.54451338000000005</c:v>
                </c:pt>
                <c:pt idx="452">
                  <c:v>0.50825898000000003</c:v>
                </c:pt>
                <c:pt idx="453">
                  <c:v>0.47629418000000001</c:v>
                </c:pt>
                <c:pt idx="454">
                  <c:v>0.44846217999999999</c:v>
                </c:pt>
                <c:pt idx="455">
                  <c:v>0.42080938000000001</c:v>
                </c:pt>
                <c:pt idx="456">
                  <c:v>0.40078377999999998</c:v>
                </c:pt>
                <c:pt idx="457">
                  <c:v>0.38305418000000002</c:v>
                </c:pt>
                <c:pt idx="458">
                  <c:v>0.36732937999999998</c:v>
                </c:pt>
                <c:pt idx="459">
                  <c:v>0.35545737999999999</c:v>
                </c:pt>
                <c:pt idx="460">
                  <c:v>0.34752778000000001</c:v>
                </c:pt>
                <c:pt idx="461">
                  <c:v>0.34001258000000001</c:v>
                </c:pt>
                <c:pt idx="462">
                  <c:v>0.33199338</c:v>
                </c:pt>
                <c:pt idx="463">
                  <c:v>0.32256298</c:v>
                </c:pt>
                <c:pt idx="464">
                  <c:v>0.31165418</c:v>
                </c:pt>
                <c:pt idx="465">
                  <c:v>0.30515818</c:v>
                </c:pt>
                <c:pt idx="466">
                  <c:v>0.30082377999999999</c:v>
                </c:pt>
                <c:pt idx="467">
                  <c:v>0.29617578</c:v>
                </c:pt>
                <c:pt idx="468">
                  <c:v>0.28976938000000002</c:v>
                </c:pt>
                <c:pt idx="469">
                  <c:v>0.28304938000000002</c:v>
                </c:pt>
                <c:pt idx="470">
                  <c:v>0.27678858000000001</c:v>
                </c:pt>
                <c:pt idx="471">
                  <c:v>0.26360618000000002</c:v>
                </c:pt>
                <c:pt idx="472">
                  <c:v>0.25079338000000001</c:v>
                </c:pt>
                <c:pt idx="473">
                  <c:v>0.24197898000000001</c:v>
                </c:pt>
                <c:pt idx="474">
                  <c:v>0.23086857999999999</c:v>
                </c:pt>
                <c:pt idx="475">
                  <c:v>0.22298377999999999</c:v>
                </c:pt>
                <c:pt idx="476">
                  <c:v>0.21709258000000001</c:v>
                </c:pt>
                <c:pt idx="477">
                  <c:v>0.21303817999999999</c:v>
                </c:pt>
                <c:pt idx="478">
                  <c:v>0.21107818</c:v>
                </c:pt>
                <c:pt idx="479">
                  <c:v>0.21197418000000001</c:v>
                </c:pt>
                <c:pt idx="480">
                  <c:v>0.21729418</c:v>
                </c:pt>
                <c:pt idx="481">
                  <c:v>0.22103497999999999</c:v>
                </c:pt>
                <c:pt idx="482">
                  <c:v>0.21368777999999999</c:v>
                </c:pt>
                <c:pt idx="483">
                  <c:v>0.20341738000000001</c:v>
                </c:pt>
                <c:pt idx="484">
                  <c:v>0.19301257999999999</c:v>
                </c:pt>
                <c:pt idx="485">
                  <c:v>0.18437738000000001</c:v>
                </c:pt>
                <c:pt idx="486">
                  <c:v>0.17722057999999999</c:v>
                </c:pt>
                <c:pt idx="487">
                  <c:v>0.17547338000000001</c:v>
                </c:pt>
                <c:pt idx="488">
                  <c:v>0.16994058000000001</c:v>
                </c:pt>
                <c:pt idx="489">
                  <c:v>0.16925738000000001</c:v>
                </c:pt>
                <c:pt idx="490">
                  <c:v>0.16960458</c:v>
                </c:pt>
                <c:pt idx="491">
                  <c:v>0.16799178000000001</c:v>
                </c:pt>
                <c:pt idx="492">
                  <c:v>0.17111657999999999</c:v>
                </c:pt>
                <c:pt idx="493">
                  <c:v>0.17669418000000001</c:v>
                </c:pt>
                <c:pt idx="494">
                  <c:v>0.18292137999999999</c:v>
                </c:pt>
                <c:pt idx="495">
                  <c:v>0.18413098</c:v>
                </c:pt>
                <c:pt idx="496">
                  <c:v>0.18547498000000001</c:v>
                </c:pt>
                <c:pt idx="497">
                  <c:v>0.18758058</c:v>
                </c:pt>
                <c:pt idx="498">
                  <c:v>0.18978697999999999</c:v>
                </c:pt>
                <c:pt idx="499">
                  <c:v>0.19295657999999999</c:v>
                </c:pt>
                <c:pt idx="500">
                  <c:v>0.19923978000000001</c:v>
                </c:pt>
                <c:pt idx="501">
                  <c:v>0.20747177999999999</c:v>
                </c:pt>
                <c:pt idx="502">
                  <c:v>0.21934377999999999</c:v>
                </c:pt>
                <c:pt idx="503">
                  <c:v>0.24107178000000001</c:v>
                </c:pt>
                <c:pt idx="504">
                  <c:v>0.26708937999999999</c:v>
                </c:pt>
                <c:pt idx="505">
                  <c:v>0.28987017999999998</c:v>
                </c:pt>
                <c:pt idx="506">
                  <c:v>0.31576458000000002</c:v>
                </c:pt>
                <c:pt idx="507">
                  <c:v>0.34505258</c:v>
                </c:pt>
                <c:pt idx="508">
                  <c:v>0.38149738</c:v>
                </c:pt>
                <c:pt idx="509">
                  <c:v>0.42477418</c:v>
                </c:pt>
                <c:pt idx="510">
                  <c:v>0.46700937999999997</c:v>
                </c:pt>
                <c:pt idx="511">
                  <c:v>0.49554698000000003</c:v>
                </c:pt>
                <c:pt idx="512">
                  <c:v>0.55748297999999996</c:v>
                </c:pt>
                <c:pt idx="513">
                  <c:v>0.61834378000000001</c:v>
                </c:pt>
                <c:pt idx="514">
                  <c:v>0.66383818000000006</c:v>
                </c:pt>
                <c:pt idx="515">
                  <c:v>0.70531178000000005</c:v>
                </c:pt>
                <c:pt idx="516">
                  <c:v>0.74922697999999999</c:v>
                </c:pt>
                <c:pt idx="517">
                  <c:v>0.79860777999999999</c:v>
                </c:pt>
                <c:pt idx="518">
                  <c:v>0.86052138</c:v>
                </c:pt>
                <c:pt idx="519">
                  <c:v>0.94016458000000003</c:v>
                </c:pt>
                <c:pt idx="520">
                  <c:v>1.0401021800000001</c:v>
                </c:pt>
                <c:pt idx="521">
                  <c:v>1.1428957799999999</c:v>
                </c:pt>
                <c:pt idx="522">
                  <c:v>1.2354189799999999</c:v>
                </c:pt>
                <c:pt idx="523">
                  <c:v>1.32468298</c:v>
                </c:pt>
                <c:pt idx="524">
                  <c:v>1.41414858</c:v>
                </c:pt>
                <c:pt idx="525">
                  <c:v>1.50495818</c:v>
                </c:pt>
                <c:pt idx="526">
                  <c:v>1.6132733800000001</c:v>
                </c:pt>
                <c:pt idx="527">
                  <c:v>1.75374378</c:v>
                </c:pt>
                <c:pt idx="528">
                  <c:v>1.90104618</c:v>
                </c:pt>
                <c:pt idx="529">
                  <c:v>2.03023818</c:v>
                </c:pt>
                <c:pt idx="530">
                  <c:v>2.13038858</c:v>
                </c:pt>
                <c:pt idx="531">
                  <c:v>2.2053949799999999</c:v>
                </c:pt>
                <c:pt idx="532">
                  <c:v>2.2663341799999999</c:v>
                </c:pt>
                <c:pt idx="533">
                  <c:v>2.33602058</c:v>
                </c:pt>
                <c:pt idx="534">
                  <c:v>2.41317738</c:v>
                </c:pt>
                <c:pt idx="535">
                  <c:v>2.4876797800000001</c:v>
                </c:pt>
                <c:pt idx="536">
                  <c:v>2.5579933800000001</c:v>
                </c:pt>
                <c:pt idx="537">
                  <c:v>2.62464458</c:v>
                </c:pt>
                <c:pt idx="538">
                  <c:v>2.6840493799999998</c:v>
                </c:pt>
                <c:pt idx="539">
                  <c:v>2.7338221800000002</c:v>
                </c:pt>
                <c:pt idx="540">
                  <c:v>2.77403018</c:v>
                </c:pt>
                <c:pt idx="541">
                  <c:v>2.8074285799999998</c:v>
                </c:pt>
                <c:pt idx="542">
                  <c:v>2.8390909799999999</c:v>
                </c:pt>
                <c:pt idx="543">
                  <c:v>2.8714589799999999</c:v>
                </c:pt>
                <c:pt idx="544">
                  <c:v>2.9028973800000002</c:v>
                </c:pt>
                <c:pt idx="545">
                  <c:v>2.9384349799999998</c:v>
                </c:pt>
                <c:pt idx="546">
                  <c:v>2.97448778</c:v>
                </c:pt>
                <c:pt idx="547">
                  <c:v>3.0043581800000001</c:v>
                </c:pt>
                <c:pt idx="548">
                  <c:v>3.0301405799999999</c:v>
                </c:pt>
                <c:pt idx="549">
                  <c:v>3.0649501799999999</c:v>
                </c:pt>
                <c:pt idx="550">
                  <c:v>3.1090445799999999</c:v>
                </c:pt>
                <c:pt idx="551">
                  <c:v>3.1571261800000001</c:v>
                </c:pt>
                <c:pt idx="552">
                  <c:v>3.2091277800000002</c:v>
                </c:pt>
                <c:pt idx="553">
                  <c:v>3.2511053799999998</c:v>
                </c:pt>
                <c:pt idx="554">
                  <c:v>3.2745133800000001</c:v>
                </c:pt>
                <c:pt idx="555">
                  <c:v>3.2891405800000002</c:v>
                </c:pt>
                <c:pt idx="556">
                  <c:v>3.2950429799999998</c:v>
                </c:pt>
                <c:pt idx="557">
                  <c:v>3.3043501800000001</c:v>
                </c:pt>
                <c:pt idx="558">
                  <c:v>3.3253277799999998</c:v>
                </c:pt>
                <c:pt idx="559">
                  <c:v>3.35466058</c:v>
                </c:pt>
                <c:pt idx="560">
                  <c:v>3.3779453799999999</c:v>
                </c:pt>
                <c:pt idx="561">
                  <c:v>3.3867037799999999</c:v>
                </c:pt>
                <c:pt idx="562">
                  <c:v>3.3853261799999999</c:v>
                </c:pt>
                <c:pt idx="563">
                  <c:v>3.37708298</c:v>
                </c:pt>
                <c:pt idx="564">
                  <c:v>3.3698141800000001</c:v>
                </c:pt>
                <c:pt idx="565">
                  <c:v>3.3645053800000002</c:v>
                </c:pt>
                <c:pt idx="566">
                  <c:v>3.3634077800000002</c:v>
                </c:pt>
                <c:pt idx="567">
                  <c:v>3.3672717799999998</c:v>
                </c:pt>
                <c:pt idx="568">
                  <c:v>3.3761197799999998</c:v>
                </c:pt>
                <c:pt idx="569">
                  <c:v>3.38499018</c:v>
                </c:pt>
                <c:pt idx="570">
                  <c:v>3.3981165799999999</c:v>
                </c:pt>
                <c:pt idx="571">
                  <c:v>3.40634858</c:v>
                </c:pt>
                <c:pt idx="572">
                  <c:v>3.4004685800000001</c:v>
                </c:pt>
                <c:pt idx="573">
                  <c:v>3.3899741799999998</c:v>
                </c:pt>
                <c:pt idx="574">
                  <c:v>3.3799389799999999</c:v>
                </c:pt>
                <c:pt idx="575">
                  <c:v>3.39126218</c:v>
                </c:pt>
                <c:pt idx="576">
                  <c:v>3.41722378</c:v>
                </c:pt>
                <c:pt idx="577">
                  <c:v>3.4380669799999999</c:v>
                </c:pt>
                <c:pt idx="578">
                  <c:v>3.4540829799999999</c:v>
                </c:pt>
                <c:pt idx="579">
                  <c:v>3.4600077800000002</c:v>
                </c:pt>
                <c:pt idx="580">
                  <c:v>3.4534557800000001</c:v>
                </c:pt>
                <c:pt idx="581">
                  <c:v>3.4368909799999998</c:v>
                </c:pt>
                <c:pt idx="582">
                  <c:v>3.4317725800000001</c:v>
                </c:pt>
                <c:pt idx="583">
                  <c:v>3.45155178</c:v>
                </c:pt>
                <c:pt idx="584">
                  <c:v>3.4779949800000001</c:v>
                </c:pt>
                <c:pt idx="585">
                  <c:v>3.5021421799999999</c:v>
                </c:pt>
                <c:pt idx="586">
                  <c:v>3.5129165800000002</c:v>
                </c:pt>
                <c:pt idx="587">
                  <c:v>3.5132413800000002</c:v>
                </c:pt>
                <c:pt idx="588">
                  <c:v>3.50078698</c:v>
                </c:pt>
                <c:pt idx="589">
                  <c:v>3.48370698</c:v>
                </c:pt>
                <c:pt idx="590">
                  <c:v>3.4796973800000002</c:v>
                </c:pt>
                <c:pt idx="591">
                  <c:v>3.4896765799999998</c:v>
                </c:pt>
                <c:pt idx="592">
                  <c:v>3.4950525799999999</c:v>
                </c:pt>
                <c:pt idx="593">
                  <c:v>3.4916701799999998</c:v>
                </c:pt>
                <c:pt idx="594">
                  <c:v>3.4862493799999998</c:v>
                </c:pt>
                <c:pt idx="595">
                  <c:v>3.49300298</c:v>
                </c:pt>
                <c:pt idx="596">
                  <c:v>3.5109005799999999</c:v>
                </c:pt>
                <c:pt idx="597">
                  <c:v>3.5267373800000001</c:v>
                </c:pt>
                <c:pt idx="598">
                  <c:v>3.5405469799999998</c:v>
                </c:pt>
                <c:pt idx="599">
                  <c:v>3.5443773799999998</c:v>
                </c:pt>
                <c:pt idx="600">
                  <c:v>3.5280701799999998</c:v>
                </c:pt>
                <c:pt idx="601">
                  <c:v>3.4823293799999999</c:v>
                </c:pt>
                <c:pt idx="602">
                  <c:v>3.4422781800000002</c:v>
                </c:pt>
                <c:pt idx="603">
                  <c:v>3.4309885800000002</c:v>
                </c:pt>
                <c:pt idx="604">
                  <c:v>3.4506333800000002</c:v>
                </c:pt>
                <c:pt idx="605">
                  <c:v>3.48786218</c:v>
                </c:pt>
                <c:pt idx="606">
                  <c:v>3.52413898</c:v>
                </c:pt>
                <c:pt idx="607">
                  <c:v>3.5420029799999999</c:v>
                </c:pt>
                <c:pt idx="608">
                  <c:v>3.54084938</c:v>
                </c:pt>
                <c:pt idx="609">
                  <c:v>3.5358877799999999</c:v>
                </c:pt>
                <c:pt idx="610">
                  <c:v>3.5297613800000001</c:v>
                </c:pt>
                <c:pt idx="611">
                  <c:v>3.52911178</c:v>
                </c:pt>
                <c:pt idx="612">
                  <c:v>3.5282829800000002</c:v>
                </c:pt>
                <c:pt idx="613">
                  <c:v>3.5170381800000001</c:v>
                </c:pt>
                <c:pt idx="614">
                  <c:v>3.4955901800000002</c:v>
                </c:pt>
                <c:pt idx="615">
                  <c:v>3.4770429799999998</c:v>
                </c:pt>
                <c:pt idx="616">
                  <c:v>3.4776589800000002</c:v>
                </c:pt>
                <c:pt idx="617">
                  <c:v>3.48549898</c:v>
                </c:pt>
                <c:pt idx="618">
                  <c:v>3.4904381799999999</c:v>
                </c:pt>
                <c:pt idx="619">
                  <c:v>3.4852749799999998</c:v>
                </c:pt>
                <c:pt idx="620">
                  <c:v>3.47559818</c:v>
                </c:pt>
                <c:pt idx="621">
                  <c:v>3.4706925800000001</c:v>
                </c:pt>
                <c:pt idx="622">
                  <c:v>3.4718685800000002</c:v>
                </c:pt>
                <c:pt idx="623">
                  <c:v>3.4785101799999998</c:v>
                </c:pt>
                <c:pt idx="624">
                  <c:v>3.4811533799999999</c:v>
                </c:pt>
                <c:pt idx="625">
                  <c:v>3.4799661799999999</c:v>
                </c:pt>
                <c:pt idx="626">
                  <c:v>3.4713645799999999</c:v>
                </c:pt>
                <c:pt idx="627">
                  <c:v>3.4647677799999999</c:v>
                </c:pt>
                <c:pt idx="628">
                  <c:v>3.46821738</c:v>
                </c:pt>
                <c:pt idx="629">
                  <c:v>3.45986218</c:v>
                </c:pt>
                <c:pt idx="630">
                  <c:v>3.43414698</c:v>
                </c:pt>
                <c:pt idx="631">
                  <c:v>3.39770218</c:v>
                </c:pt>
                <c:pt idx="632">
                  <c:v>3.3742605800000001</c:v>
                </c:pt>
                <c:pt idx="633">
                  <c:v>3.3828957800000001</c:v>
                </c:pt>
                <c:pt idx="634">
                  <c:v>3.40255178</c:v>
                </c:pt>
                <c:pt idx="635">
                  <c:v>3.4015997800000002</c:v>
                </c:pt>
                <c:pt idx="636">
                  <c:v>3.3964925799999999</c:v>
                </c:pt>
                <c:pt idx="637">
                  <c:v>3.38996298</c:v>
                </c:pt>
                <c:pt idx="638">
                  <c:v>3.37141578</c:v>
                </c:pt>
                <c:pt idx="639">
                  <c:v>3.3502813800000002</c:v>
                </c:pt>
                <c:pt idx="640">
                  <c:v>3.31997418</c:v>
                </c:pt>
                <c:pt idx="641">
                  <c:v>3.28173738</c:v>
                </c:pt>
                <c:pt idx="642">
                  <c:v>3.2554621799999999</c:v>
                </c:pt>
                <c:pt idx="643">
                  <c:v>3.2315725799999999</c:v>
                </c:pt>
                <c:pt idx="644">
                  <c:v>3.1951837799999998</c:v>
                </c:pt>
                <c:pt idx="645">
                  <c:v>3.1522541799999999</c:v>
                </c:pt>
                <c:pt idx="646">
                  <c:v>3.1141965800000002</c:v>
                </c:pt>
                <c:pt idx="647">
                  <c:v>3.0709757799999999</c:v>
                </c:pt>
                <c:pt idx="648">
                  <c:v>3.0149981800000001</c:v>
                </c:pt>
                <c:pt idx="649">
                  <c:v>2.9703437799999999</c:v>
                </c:pt>
                <c:pt idx="650">
                  <c:v>2.9451213799999998</c:v>
                </c:pt>
                <c:pt idx="651">
                  <c:v>2.9148029800000002</c:v>
                </c:pt>
                <c:pt idx="652">
                  <c:v>2.87254538</c:v>
                </c:pt>
                <c:pt idx="653">
                  <c:v>2.8175981800000001</c:v>
                </c:pt>
                <c:pt idx="654">
                  <c:v>2.7544189800000001</c:v>
                </c:pt>
                <c:pt idx="655">
                  <c:v>2.69157578</c:v>
                </c:pt>
                <c:pt idx="656">
                  <c:v>2.6378157799999999</c:v>
                </c:pt>
                <c:pt idx="657">
                  <c:v>2.60169578</c:v>
                </c:pt>
                <c:pt idx="658">
                  <c:v>2.57499498</c:v>
                </c:pt>
                <c:pt idx="659">
                  <c:v>2.5417197800000002</c:v>
                </c:pt>
                <c:pt idx="660">
                  <c:v>2.5004141799999999</c:v>
                </c:pt>
                <c:pt idx="661">
                  <c:v>2.4553789799999999</c:v>
                </c:pt>
                <c:pt idx="662">
                  <c:v>2.4140173800000002</c:v>
                </c:pt>
                <c:pt idx="663">
                  <c:v>2.3806749800000002</c:v>
                </c:pt>
                <c:pt idx="664">
                  <c:v>2.3545901800000002</c:v>
                </c:pt>
                <c:pt idx="665">
                  <c:v>2.3238013799999999</c:v>
                </c:pt>
                <c:pt idx="666">
                  <c:v>2.28788298</c:v>
                </c:pt>
                <c:pt idx="667">
                  <c:v>2.2478317799999998</c:v>
                </c:pt>
                <c:pt idx="668">
                  <c:v>2.2047229800000001</c:v>
                </c:pt>
                <c:pt idx="669">
                  <c:v>2.16271178</c:v>
                </c:pt>
                <c:pt idx="670">
                  <c:v>2.12924618</c:v>
                </c:pt>
                <c:pt idx="671">
                  <c:v>2.0988493799999999</c:v>
                </c:pt>
                <c:pt idx="672">
                  <c:v>2.0668285800000001</c:v>
                </c:pt>
                <c:pt idx="673">
                  <c:v>2.0298573800000002</c:v>
                </c:pt>
                <c:pt idx="674">
                  <c:v>1.98978378</c:v>
                </c:pt>
                <c:pt idx="675">
                  <c:v>1.9451853800000001</c:v>
                </c:pt>
                <c:pt idx="676">
                  <c:v>1.89554698</c:v>
                </c:pt>
                <c:pt idx="677">
                  <c:v>1.8407901799999999</c:v>
                </c:pt>
                <c:pt idx="678">
                  <c:v>1.7819565799999999</c:v>
                </c:pt>
                <c:pt idx="679">
                  <c:v>1.7315789800000001</c:v>
                </c:pt>
                <c:pt idx="680">
                  <c:v>1.6881117800000001</c:v>
                </c:pt>
                <c:pt idx="681">
                  <c:v>1.65000938</c:v>
                </c:pt>
                <c:pt idx="682">
                  <c:v>1.60737098</c:v>
                </c:pt>
                <c:pt idx="683">
                  <c:v>1.55587338</c:v>
                </c:pt>
                <c:pt idx="684">
                  <c:v>1.49948138</c:v>
                </c:pt>
                <c:pt idx="685">
                  <c:v>1.43886698</c:v>
                </c:pt>
                <c:pt idx="686">
                  <c:v>1.38180298</c:v>
                </c:pt>
                <c:pt idx="687">
                  <c:v>1.3357597800000001</c:v>
                </c:pt>
                <c:pt idx="688">
                  <c:v>1.3047581800000001</c:v>
                </c:pt>
                <c:pt idx="689">
                  <c:v>1.28130538</c:v>
                </c:pt>
                <c:pt idx="690">
                  <c:v>1.2565533799999999</c:v>
                </c:pt>
                <c:pt idx="691">
                  <c:v>1.22227018</c:v>
                </c:pt>
                <c:pt idx="692">
                  <c:v>1.1763053800000001</c:v>
                </c:pt>
                <c:pt idx="693">
                  <c:v>1.12726058</c:v>
                </c:pt>
                <c:pt idx="694">
                  <c:v>1.0789213799999999</c:v>
                </c:pt>
                <c:pt idx="695">
                  <c:v>1.0360029799999999</c:v>
                </c:pt>
                <c:pt idx="696">
                  <c:v>1.0034333799999999</c:v>
                </c:pt>
                <c:pt idx="697">
                  <c:v>0.97216298000000001</c:v>
                </c:pt>
                <c:pt idx="698">
                  <c:v>0.94179977999999998</c:v>
                </c:pt>
                <c:pt idx="699">
                  <c:v>0.90701257999999996</c:v>
                </c:pt>
                <c:pt idx="700">
                  <c:v>0.86389258000000002</c:v>
                </c:pt>
                <c:pt idx="701">
                  <c:v>0.81530698000000001</c:v>
                </c:pt>
                <c:pt idx="702">
                  <c:v>0.76629577999999998</c:v>
                </c:pt>
                <c:pt idx="703">
                  <c:v>0.71913258000000002</c:v>
                </c:pt>
                <c:pt idx="704">
                  <c:v>0.67932778000000005</c:v>
                </c:pt>
                <c:pt idx="705">
                  <c:v>0.64241258000000001</c:v>
                </c:pt>
                <c:pt idx="706">
                  <c:v>0.60965258</c:v>
                </c:pt>
                <c:pt idx="707">
                  <c:v>0.58369097999999997</c:v>
                </c:pt>
                <c:pt idx="708">
                  <c:v>0.55385417999999997</c:v>
                </c:pt>
                <c:pt idx="709">
                  <c:v>0.52490218</c:v>
                </c:pt>
                <c:pt idx="710">
                  <c:v>0.49318378000000002</c:v>
                </c:pt>
                <c:pt idx="711">
                  <c:v>0.46265257999999998</c:v>
                </c:pt>
                <c:pt idx="712">
                  <c:v>0.43627658000000002</c:v>
                </c:pt>
                <c:pt idx="713">
                  <c:v>0.41243178000000003</c:v>
                </c:pt>
                <c:pt idx="714">
                  <c:v>0.39004297999999998</c:v>
                </c:pt>
                <c:pt idx="715">
                  <c:v>0.37127178</c:v>
                </c:pt>
                <c:pt idx="716">
                  <c:v>0.35581578000000003</c:v>
                </c:pt>
                <c:pt idx="717">
                  <c:v>0.34337257999999998</c:v>
                </c:pt>
                <c:pt idx="718">
                  <c:v>0.33064937999999999</c:v>
                </c:pt>
                <c:pt idx="719">
                  <c:v>0.31905738</c:v>
                </c:pt>
                <c:pt idx="720">
                  <c:v>0.30444137999999998</c:v>
                </c:pt>
                <c:pt idx="721">
                  <c:v>0.28804457999999999</c:v>
                </c:pt>
                <c:pt idx="722">
                  <c:v>0.27309257999999997</c:v>
                </c:pt>
                <c:pt idx="723">
                  <c:v>0.26068298000000001</c:v>
                </c:pt>
                <c:pt idx="724">
                  <c:v>0.24811658</c:v>
                </c:pt>
                <c:pt idx="725">
                  <c:v>0.23782378000000001</c:v>
                </c:pt>
                <c:pt idx="726">
                  <c:v>0.22635498000000001</c:v>
                </c:pt>
                <c:pt idx="727">
                  <c:v>0.21736137999999999</c:v>
                </c:pt>
                <c:pt idx="728">
                  <c:v>0.20798697999999999</c:v>
                </c:pt>
                <c:pt idx="729">
                  <c:v>0.20647498</c:v>
                </c:pt>
                <c:pt idx="730">
                  <c:v>0.20769578</c:v>
                </c:pt>
                <c:pt idx="731">
                  <c:v>0.19649578000000001</c:v>
                </c:pt>
                <c:pt idx="732">
                  <c:v>0.17923658000000001</c:v>
                </c:pt>
                <c:pt idx="733">
                  <c:v>0.16604298000000001</c:v>
                </c:pt>
                <c:pt idx="734">
                  <c:v>0.16137257999999999</c:v>
                </c:pt>
                <c:pt idx="735">
                  <c:v>0.15868457999999999</c:v>
                </c:pt>
                <c:pt idx="736">
                  <c:v>0.14857097999999999</c:v>
                </c:pt>
                <c:pt idx="737">
                  <c:v>0.14472937999999999</c:v>
                </c:pt>
                <c:pt idx="738">
                  <c:v>0.14346378000000001</c:v>
                </c:pt>
                <c:pt idx="739">
                  <c:v>0.14366538000000001</c:v>
                </c:pt>
                <c:pt idx="740">
                  <c:v>0.14306057999999999</c:v>
                </c:pt>
                <c:pt idx="741">
                  <c:v>0.12947497999999999</c:v>
                </c:pt>
                <c:pt idx="742">
                  <c:v>0.12076138</c:v>
                </c:pt>
                <c:pt idx="743">
                  <c:v>0.11624778</c:v>
                </c:pt>
                <c:pt idx="744">
                  <c:v>0.11098378</c:v>
                </c:pt>
                <c:pt idx="745">
                  <c:v>0.10726537999999999</c:v>
                </c:pt>
                <c:pt idx="746">
                  <c:v>0.10819498</c:v>
                </c:pt>
                <c:pt idx="747">
                  <c:v>0.10942697999999999</c:v>
                </c:pt>
                <c:pt idx="748">
                  <c:v>0.10816138</c:v>
                </c:pt>
                <c:pt idx="749">
                  <c:v>0.10681738</c:v>
                </c:pt>
                <c:pt idx="750">
                  <c:v>0.10922538</c:v>
                </c:pt>
                <c:pt idx="751">
                  <c:v>0.11166698</c:v>
                </c:pt>
                <c:pt idx="752">
                  <c:v>0.11433258</c:v>
                </c:pt>
                <c:pt idx="753">
                  <c:v>0.12019017999999999</c:v>
                </c:pt>
                <c:pt idx="754">
                  <c:v>0.12964297999999999</c:v>
                </c:pt>
                <c:pt idx="755">
                  <c:v>0.14024938000000001</c:v>
                </c:pt>
                <c:pt idx="756">
                  <c:v>0.15194218000000001</c:v>
                </c:pt>
                <c:pt idx="757">
                  <c:v>0.15869578000000001</c:v>
                </c:pt>
                <c:pt idx="758">
                  <c:v>0.16504617999999999</c:v>
                </c:pt>
                <c:pt idx="759">
                  <c:v>0.16752138</c:v>
                </c:pt>
                <c:pt idx="760">
                  <c:v>0.17079178</c:v>
                </c:pt>
                <c:pt idx="761">
                  <c:v>0.17715338</c:v>
                </c:pt>
                <c:pt idx="762">
                  <c:v>0.18461258</c:v>
                </c:pt>
                <c:pt idx="763">
                  <c:v>0.19432298000000001</c:v>
                </c:pt>
                <c:pt idx="764">
                  <c:v>0.20389898000000001</c:v>
                </c:pt>
                <c:pt idx="765">
                  <c:v>0.21424778</c:v>
                </c:pt>
                <c:pt idx="766">
                  <c:v>0.23027497999999999</c:v>
                </c:pt>
                <c:pt idx="767">
                  <c:v>0.24456617999999999</c:v>
                </c:pt>
                <c:pt idx="768">
                  <c:v>0.26505097999999999</c:v>
                </c:pt>
                <c:pt idx="769">
                  <c:v>0.28839177999999999</c:v>
                </c:pt>
                <c:pt idx="770">
                  <c:v>0.31834057999999998</c:v>
                </c:pt>
                <c:pt idx="771">
                  <c:v>0.35329578</c:v>
                </c:pt>
                <c:pt idx="772">
                  <c:v>0.39810698</c:v>
                </c:pt>
                <c:pt idx="773">
                  <c:v>0.44756617999999998</c:v>
                </c:pt>
                <c:pt idx="774">
                  <c:v>0.50430538000000003</c:v>
                </c:pt>
                <c:pt idx="775">
                  <c:v>0.56196298</c:v>
                </c:pt>
                <c:pt idx="776">
                  <c:v>0.59344618000000005</c:v>
                </c:pt>
                <c:pt idx="777">
                  <c:v>0.66514857999999999</c:v>
                </c:pt>
                <c:pt idx="778">
                  <c:v>0.75501737999999996</c:v>
                </c:pt>
                <c:pt idx="779">
                  <c:v>0.81913738000000003</c:v>
                </c:pt>
                <c:pt idx="780">
                  <c:v>0.87629098000000005</c:v>
                </c:pt>
                <c:pt idx="781">
                  <c:v>0.92610857999999996</c:v>
                </c:pt>
                <c:pt idx="782">
                  <c:v>0.97071817999999999</c:v>
                </c:pt>
                <c:pt idx="783">
                  <c:v>1.02382858</c:v>
                </c:pt>
                <c:pt idx="784">
                  <c:v>1.0845885799999999</c:v>
                </c:pt>
                <c:pt idx="785">
                  <c:v>1.15381578</c:v>
                </c:pt>
                <c:pt idx="786">
                  <c:v>1.23291018</c:v>
                </c:pt>
                <c:pt idx="787">
                  <c:v>1.31212778</c:v>
                </c:pt>
                <c:pt idx="788">
                  <c:v>1.3827773800000001</c:v>
                </c:pt>
                <c:pt idx="789">
                  <c:v>1.43903498</c:v>
                </c:pt>
                <c:pt idx="790">
                  <c:v>1.4871389800000001</c:v>
                </c:pt>
                <c:pt idx="791">
                  <c:v>1.5408765799999999</c:v>
                </c:pt>
                <c:pt idx="792">
                  <c:v>1.59483818</c:v>
                </c:pt>
                <c:pt idx="793">
                  <c:v>1.6563373800000001</c:v>
                </c:pt>
                <c:pt idx="794">
                  <c:v>1.7279053799999999</c:v>
                </c:pt>
                <c:pt idx="795">
                  <c:v>1.80929578</c:v>
                </c:pt>
                <c:pt idx="796">
                  <c:v>1.8961293800000001</c:v>
                </c:pt>
                <c:pt idx="797">
                  <c:v>1.98297418</c:v>
                </c:pt>
                <c:pt idx="798">
                  <c:v>2.0669853800000002</c:v>
                </c:pt>
                <c:pt idx="799">
                  <c:v>2.1476141800000002</c:v>
                </c:pt>
                <c:pt idx="800">
                  <c:v>2.2285453799999999</c:v>
                </c:pt>
                <c:pt idx="801">
                  <c:v>2.3084013799999998</c:v>
                </c:pt>
                <c:pt idx="802">
                  <c:v>2.38346378</c:v>
                </c:pt>
                <c:pt idx="803">
                  <c:v>2.4533405799999999</c:v>
                </c:pt>
                <c:pt idx="804">
                  <c:v>2.5079629799999998</c:v>
                </c:pt>
                <c:pt idx="805">
                  <c:v>2.5516317800000001</c:v>
                </c:pt>
                <c:pt idx="806">
                  <c:v>2.5876621800000001</c:v>
                </c:pt>
                <c:pt idx="807">
                  <c:v>2.6290797800000001</c:v>
                </c:pt>
                <c:pt idx="808">
                  <c:v>2.67922218</c:v>
                </c:pt>
                <c:pt idx="809">
                  <c:v>2.7357373800000002</c:v>
                </c:pt>
                <c:pt idx="810">
                  <c:v>2.79298058</c:v>
                </c:pt>
                <c:pt idx="811">
                  <c:v>2.8553197799999999</c:v>
                </c:pt>
                <c:pt idx="812">
                  <c:v>2.9108381799999998</c:v>
                </c:pt>
                <c:pt idx="813">
                  <c:v>2.9587293799999999</c:v>
                </c:pt>
                <c:pt idx="814">
                  <c:v>2.9934269800000002</c:v>
                </c:pt>
                <c:pt idx="815">
                  <c:v>3.0166109799999998</c:v>
                </c:pt>
                <c:pt idx="816">
                  <c:v>3.0356173800000001</c:v>
                </c:pt>
                <c:pt idx="817">
                  <c:v>3.0533917800000001</c:v>
                </c:pt>
                <c:pt idx="818">
                  <c:v>3.0810221800000002</c:v>
                </c:pt>
                <c:pt idx="819">
                  <c:v>3.1201213800000001</c:v>
                </c:pt>
                <c:pt idx="820">
                  <c:v>3.1654365800000002</c:v>
                </c:pt>
                <c:pt idx="821">
                  <c:v>3.2048381799999999</c:v>
                </c:pt>
                <c:pt idx="822">
                  <c:v>3.23461898</c:v>
                </c:pt>
                <c:pt idx="823">
                  <c:v>3.2495485799999999</c:v>
                </c:pt>
                <c:pt idx="824">
                  <c:v>3.26005418</c:v>
                </c:pt>
                <c:pt idx="825">
                  <c:v>3.2704141799999999</c:v>
                </c:pt>
                <c:pt idx="826">
                  <c:v>3.2841229799999998</c:v>
                </c:pt>
                <c:pt idx="827">
                  <c:v>3.3000157799999998</c:v>
                </c:pt>
                <c:pt idx="828">
                  <c:v>3.3155837799999999</c:v>
                </c:pt>
                <c:pt idx="829">
                  <c:v>3.3237933800000001</c:v>
                </c:pt>
                <c:pt idx="830">
                  <c:v>3.32673898</c:v>
                </c:pt>
                <c:pt idx="831">
                  <c:v>3.32678378</c:v>
                </c:pt>
                <c:pt idx="832">
                  <c:v>3.3267613800000002</c:v>
                </c:pt>
                <c:pt idx="833">
                  <c:v>3.3280717800000001</c:v>
                </c:pt>
                <c:pt idx="834">
                  <c:v>3.3275453800000001</c:v>
                </c:pt>
                <c:pt idx="835">
                  <c:v>3.3255069800000001</c:v>
                </c:pt>
                <c:pt idx="836">
                  <c:v>3.3404589800000002</c:v>
                </c:pt>
                <c:pt idx="837">
                  <c:v>3.3634973800000001</c:v>
                </c:pt>
                <c:pt idx="838">
                  <c:v>3.38616618</c:v>
                </c:pt>
                <c:pt idx="839">
                  <c:v>3.3997517799999999</c:v>
                </c:pt>
                <c:pt idx="840">
                  <c:v>3.4015885799999999</c:v>
                </c:pt>
                <c:pt idx="841">
                  <c:v>3.38636778</c:v>
                </c:pt>
                <c:pt idx="842">
                  <c:v>3.3741261800000002</c:v>
                </c:pt>
                <c:pt idx="843">
                  <c:v>3.3815069800000002</c:v>
                </c:pt>
                <c:pt idx="844">
                  <c:v>3.40593418</c:v>
                </c:pt>
                <c:pt idx="845">
                  <c:v>3.4374285800000002</c:v>
                </c:pt>
                <c:pt idx="846">
                  <c:v>3.4508237799999999</c:v>
                </c:pt>
                <c:pt idx="847">
                  <c:v>3.4374957799999999</c:v>
                </c:pt>
                <c:pt idx="848">
                  <c:v>3.4048253800000001</c:v>
                </c:pt>
                <c:pt idx="849">
                  <c:v>3.3672717799999998</c:v>
                </c:pt>
                <c:pt idx="850">
                  <c:v>3.3608093800000001</c:v>
                </c:pt>
                <c:pt idx="851">
                  <c:v>3.39489098</c:v>
                </c:pt>
                <c:pt idx="852">
                  <c:v>3.4439133800000001</c:v>
                </c:pt>
                <c:pt idx="853">
                  <c:v>3.48012298</c:v>
                </c:pt>
                <c:pt idx="854">
                  <c:v>3.4941117799999999</c:v>
                </c:pt>
                <c:pt idx="855">
                  <c:v>3.4756093799999999</c:v>
                </c:pt>
                <c:pt idx="856">
                  <c:v>3.4443165800000002</c:v>
                </c:pt>
                <c:pt idx="857">
                  <c:v>3.4191277800000002</c:v>
                </c:pt>
                <c:pt idx="858">
                  <c:v>3.4168765799999998</c:v>
                </c:pt>
                <c:pt idx="859">
                  <c:v>3.4400717799999998</c:v>
                </c:pt>
                <c:pt idx="860">
                  <c:v>3.4609933800000001</c:v>
                </c:pt>
                <c:pt idx="861">
                  <c:v>3.4675901800000002</c:v>
                </c:pt>
                <c:pt idx="862">
                  <c:v>3.4500621800000002</c:v>
                </c:pt>
                <c:pt idx="863">
                  <c:v>3.4101677800000001</c:v>
                </c:pt>
                <c:pt idx="864">
                  <c:v>3.3720877800000002</c:v>
                </c:pt>
                <c:pt idx="865">
                  <c:v>3.3769373800000002</c:v>
                </c:pt>
                <c:pt idx="866">
                  <c:v>3.4132813799999999</c:v>
                </c:pt>
                <c:pt idx="867">
                  <c:v>3.4519885800000001</c:v>
                </c:pt>
                <c:pt idx="868">
                  <c:v>3.47930538</c:v>
                </c:pt>
                <c:pt idx="869">
                  <c:v>3.4755645799999999</c:v>
                </c:pt>
                <c:pt idx="870">
                  <c:v>3.4403853799999999</c:v>
                </c:pt>
                <c:pt idx="871">
                  <c:v>3.40112938</c:v>
                </c:pt>
                <c:pt idx="872">
                  <c:v>3.3831421800000001</c:v>
                </c:pt>
                <c:pt idx="873">
                  <c:v>3.4046013799999999</c:v>
                </c:pt>
                <c:pt idx="874">
                  <c:v>3.4532429800000002</c:v>
                </c:pt>
                <c:pt idx="875">
                  <c:v>3.4873133799999998</c:v>
                </c:pt>
                <c:pt idx="876">
                  <c:v>3.48427818</c:v>
                </c:pt>
                <c:pt idx="877">
                  <c:v>3.4481805799999998</c:v>
                </c:pt>
                <c:pt idx="878">
                  <c:v>3.4040861800000002</c:v>
                </c:pt>
                <c:pt idx="879">
                  <c:v>3.3769709799999998</c:v>
                </c:pt>
                <c:pt idx="880">
                  <c:v>3.3729837800000002</c:v>
                </c:pt>
                <c:pt idx="881">
                  <c:v>3.3922477799999999</c:v>
                </c:pt>
                <c:pt idx="882">
                  <c:v>3.4128445799999998</c:v>
                </c:pt>
                <c:pt idx="883">
                  <c:v>3.4140989799999999</c:v>
                </c:pt>
                <c:pt idx="884">
                  <c:v>3.3851581799999999</c:v>
                </c:pt>
                <c:pt idx="885">
                  <c:v>3.3495085800000002</c:v>
                </c:pt>
                <c:pt idx="886">
                  <c:v>3.3354525800000001</c:v>
                </c:pt>
                <c:pt idx="887">
                  <c:v>3.3356317799999999</c:v>
                </c:pt>
                <c:pt idx="888">
                  <c:v>3.33583338</c:v>
                </c:pt>
                <c:pt idx="889">
                  <c:v>3.3304349800000002</c:v>
                </c:pt>
                <c:pt idx="890">
                  <c:v>3.3204109800000001</c:v>
                </c:pt>
                <c:pt idx="891">
                  <c:v>3.3078221800000001</c:v>
                </c:pt>
                <c:pt idx="892">
                  <c:v>3.3078109800000002</c:v>
                </c:pt>
                <c:pt idx="893">
                  <c:v>3.3104989800000002</c:v>
                </c:pt>
                <c:pt idx="894">
                  <c:v>3.3053357800000001</c:v>
                </c:pt>
                <c:pt idx="895">
                  <c:v>3.2926797799999998</c:v>
                </c:pt>
                <c:pt idx="896">
                  <c:v>3.2756333799999999</c:v>
                </c:pt>
                <c:pt idx="897">
                  <c:v>3.25239338</c:v>
                </c:pt>
                <c:pt idx="898">
                  <c:v>3.2205853800000002</c:v>
                </c:pt>
                <c:pt idx="899">
                  <c:v>3.1833789800000001</c:v>
                </c:pt>
                <c:pt idx="900">
                  <c:v>3.15281418</c:v>
                </c:pt>
                <c:pt idx="901">
                  <c:v>3.1304253800000001</c:v>
                </c:pt>
                <c:pt idx="902">
                  <c:v>3.11784778</c:v>
                </c:pt>
                <c:pt idx="903">
                  <c:v>3.0830493799999998</c:v>
                </c:pt>
                <c:pt idx="904">
                  <c:v>3.0320557799999999</c:v>
                </c:pt>
                <c:pt idx="905">
                  <c:v>2.9870765800000001</c:v>
                </c:pt>
                <c:pt idx="906">
                  <c:v>2.9561981799999999</c:v>
                </c:pt>
                <c:pt idx="907">
                  <c:v>2.9258461800000002</c:v>
                </c:pt>
                <c:pt idx="908">
                  <c:v>2.8972301800000002</c:v>
                </c:pt>
                <c:pt idx="909">
                  <c:v>2.8631485799999998</c:v>
                </c:pt>
                <c:pt idx="910">
                  <c:v>2.8180573799999999</c:v>
                </c:pt>
                <c:pt idx="911">
                  <c:v>2.7716557800000001</c:v>
                </c:pt>
                <c:pt idx="912">
                  <c:v>2.7322877800000001</c:v>
                </c:pt>
                <c:pt idx="913">
                  <c:v>2.7048029800000002</c:v>
                </c:pt>
                <c:pt idx="914">
                  <c:v>2.6890557799999999</c:v>
                </c:pt>
                <c:pt idx="915">
                  <c:v>2.6666333799999999</c:v>
                </c:pt>
                <c:pt idx="916">
                  <c:v>2.6325293799999998</c:v>
                </c:pt>
                <c:pt idx="917">
                  <c:v>2.5859485800000002</c:v>
                </c:pt>
                <c:pt idx="918">
                  <c:v>2.5308221799999999</c:v>
                </c:pt>
                <c:pt idx="919">
                  <c:v>2.4869293799999999</c:v>
                </c:pt>
                <c:pt idx="920">
                  <c:v>2.4551437800000002</c:v>
                </c:pt>
                <c:pt idx="921">
                  <c:v>2.4332701800000001</c:v>
                </c:pt>
                <c:pt idx="922">
                  <c:v>2.4061885799999998</c:v>
                </c:pt>
                <c:pt idx="923">
                  <c:v>2.3640317799999999</c:v>
                </c:pt>
                <c:pt idx="924">
                  <c:v>2.3064861799999998</c:v>
                </c:pt>
                <c:pt idx="925">
                  <c:v>2.2513821799999998</c:v>
                </c:pt>
                <c:pt idx="926">
                  <c:v>2.21508298</c:v>
                </c:pt>
                <c:pt idx="927">
                  <c:v>2.1921453799999999</c:v>
                </c:pt>
                <c:pt idx="928">
                  <c:v>2.16784138</c:v>
                </c:pt>
                <c:pt idx="929">
                  <c:v>2.1416445799999999</c:v>
                </c:pt>
                <c:pt idx="930">
                  <c:v>2.1026013799999999</c:v>
                </c:pt>
                <c:pt idx="931">
                  <c:v>2.0517757799999998</c:v>
                </c:pt>
                <c:pt idx="932">
                  <c:v>2.0017229799999998</c:v>
                </c:pt>
                <c:pt idx="933">
                  <c:v>1.9632957799999999</c:v>
                </c:pt>
                <c:pt idx="934">
                  <c:v>1.94423338</c:v>
                </c:pt>
                <c:pt idx="935">
                  <c:v>1.9250701800000001</c:v>
                </c:pt>
                <c:pt idx="936">
                  <c:v>1.8989853800000001</c:v>
                </c:pt>
                <c:pt idx="937">
                  <c:v>1.85639178</c:v>
                </c:pt>
                <c:pt idx="938">
                  <c:v>1.8050509800000001</c:v>
                </c:pt>
                <c:pt idx="939">
                  <c:v>1.74775178</c:v>
                </c:pt>
                <c:pt idx="940">
                  <c:v>1.69017258</c:v>
                </c:pt>
                <c:pt idx="941">
                  <c:v>1.64069098</c:v>
                </c:pt>
                <c:pt idx="942">
                  <c:v>1.5944797799999999</c:v>
                </c:pt>
                <c:pt idx="943">
                  <c:v>1.5449197800000001</c:v>
                </c:pt>
                <c:pt idx="944">
                  <c:v>1.49152938</c:v>
                </c:pt>
                <c:pt idx="945">
                  <c:v>1.4360445799999999</c:v>
                </c:pt>
                <c:pt idx="946">
                  <c:v>1.3790029800000001</c:v>
                </c:pt>
                <c:pt idx="947">
                  <c:v>1.31680938</c:v>
                </c:pt>
                <c:pt idx="948">
                  <c:v>1.25921898</c:v>
                </c:pt>
                <c:pt idx="949">
                  <c:v>1.20421578</c:v>
                </c:pt>
                <c:pt idx="950">
                  <c:v>1.14397098</c:v>
                </c:pt>
                <c:pt idx="951">
                  <c:v>1.09220458</c:v>
                </c:pt>
                <c:pt idx="952">
                  <c:v>1.04722538</c:v>
                </c:pt>
                <c:pt idx="953">
                  <c:v>1.0111165799999999</c:v>
                </c:pt>
                <c:pt idx="954">
                  <c:v>0.97452618000000002</c:v>
                </c:pt>
                <c:pt idx="955">
                  <c:v>0.93889898000000005</c:v>
                </c:pt>
                <c:pt idx="956">
                  <c:v>0.90046057999999995</c:v>
                </c:pt>
                <c:pt idx="957">
                  <c:v>0.86180937999999996</c:v>
                </c:pt>
                <c:pt idx="958">
                  <c:v>0.82161258000000004</c:v>
                </c:pt>
                <c:pt idx="959">
                  <c:v>0.78413737999999999</c:v>
                </c:pt>
                <c:pt idx="960">
                  <c:v>0.75122058000000003</c:v>
                </c:pt>
                <c:pt idx="961">
                  <c:v>0.72199977999999998</c:v>
                </c:pt>
                <c:pt idx="962">
                  <c:v>0.69094217999999996</c:v>
                </c:pt>
                <c:pt idx="963">
                  <c:v>0.65583018000000004</c:v>
                </c:pt>
                <c:pt idx="964">
                  <c:v>0.61515178000000004</c:v>
                </c:pt>
                <c:pt idx="965">
                  <c:v>0.57083337999999995</c:v>
                </c:pt>
                <c:pt idx="966">
                  <c:v>0.52958377999999995</c:v>
                </c:pt>
                <c:pt idx="967">
                  <c:v>0.49023818000000002</c:v>
                </c:pt>
                <c:pt idx="968">
                  <c:v>0.45797098000000003</c:v>
                </c:pt>
                <c:pt idx="969">
                  <c:v>0.43151657999999998</c:v>
                </c:pt>
                <c:pt idx="970">
                  <c:v>0.40946378</c:v>
                </c:pt>
                <c:pt idx="971">
                  <c:v>0.38844138</c:v>
                </c:pt>
                <c:pt idx="972">
                  <c:v>0.36577258000000001</c:v>
                </c:pt>
                <c:pt idx="973">
                  <c:v>0.34251018</c:v>
                </c:pt>
                <c:pt idx="974">
                  <c:v>0.32044618000000002</c:v>
                </c:pt>
                <c:pt idx="975">
                  <c:v>0.30167497999999998</c:v>
                </c:pt>
                <c:pt idx="976">
                  <c:v>0.28303817999999997</c:v>
                </c:pt>
                <c:pt idx="977">
                  <c:v>0.26402058</c:v>
                </c:pt>
                <c:pt idx="978">
                  <c:v>0.24378217999999999</c:v>
                </c:pt>
                <c:pt idx="979">
                  <c:v>0.22208778000000001</c:v>
                </c:pt>
                <c:pt idx="980">
                  <c:v>0.20438058000000001</c:v>
                </c:pt>
                <c:pt idx="981">
                  <c:v>0.20059498000000001</c:v>
                </c:pt>
                <c:pt idx="982">
                  <c:v>0.19626057999999999</c:v>
                </c:pt>
                <c:pt idx="983">
                  <c:v>0.18138698</c:v>
                </c:pt>
                <c:pt idx="984">
                  <c:v>0.16903338000000001</c:v>
                </c:pt>
                <c:pt idx="985">
                  <c:v>0.15921098</c:v>
                </c:pt>
                <c:pt idx="986">
                  <c:v>0.15895338000000001</c:v>
                </c:pt>
                <c:pt idx="987">
                  <c:v>0.14859338</c:v>
                </c:pt>
                <c:pt idx="988">
                  <c:v>0.13595978</c:v>
                </c:pt>
                <c:pt idx="989">
                  <c:v>0.13016938</c:v>
                </c:pt>
                <c:pt idx="990">
                  <c:v>0.12097418</c:v>
                </c:pt>
                <c:pt idx="991">
                  <c:v>0.11571018</c:v>
                </c:pt>
                <c:pt idx="992">
                  <c:v>0.11198058</c:v>
                </c:pt>
                <c:pt idx="993">
                  <c:v>0.11232778</c:v>
                </c:pt>
                <c:pt idx="994">
                  <c:v>0.11342538000000001</c:v>
                </c:pt>
                <c:pt idx="995">
                  <c:v>0.11264138</c:v>
                </c:pt>
                <c:pt idx="996">
                  <c:v>0.11049098</c:v>
                </c:pt>
                <c:pt idx="997">
                  <c:v>0.11203658</c:v>
                </c:pt>
                <c:pt idx="998">
                  <c:v>0.11457898</c:v>
                </c:pt>
                <c:pt idx="999">
                  <c:v>0.12026858</c:v>
                </c:pt>
                <c:pt idx="1000">
                  <c:v>0.12775017999999999</c:v>
                </c:pt>
                <c:pt idx="1001">
                  <c:v>0.14014857999999999</c:v>
                </c:pt>
                <c:pt idx="1002">
                  <c:v>0.14950057999999999</c:v>
                </c:pt>
                <c:pt idx="1003">
                  <c:v>0.14775337999999999</c:v>
                </c:pt>
                <c:pt idx="1004">
                  <c:v>0.14026058</c:v>
                </c:pt>
                <c:pt idx="1005">
                  <c:v>0.12725738</c:v>
                </c:pt>
                <c:pt idx="1006">
                  <c:v>0.11764777999999999</c:v>
                </c:pt>
                <c:pt idx="1007">
                  <c:v>0.11130858</c:v>
                </c:pt>
                <c:pt idx="1008">
                  <c:v>0.10489097999999999</c:v>
                </c:pt>
                <c:pt idx="1009">
                  <c:v>0.10121738</c:v>
                </c:pt>
                <c:pt idx="1010">
                  <c:v>9.8282980000000006E-2</c:v>
                </c:pt>
                <c:pt idx="1011">
                  <c:v>0.10056778</c:v>
                </c:pt>
                <c:pt idx="1012">
                  <c:v>0.10108298</c:v>
                </c:pt>
                <c:pt idx="1013">
                  <c:v>9.6726179999999995E-2</c:v>
                </c:pt>
                <c:pt idx="1014">
                  <c:v>9.6278180000000005E-2</c:v>
                </c:pt>
                <c:pt idx="1015">
                  <c:v>9.8641380000000001E-2</c:v>
                </c:pt>
                <c:pt idx="1016">
                  <c:v>9.9526180000000006E-2</c:v>
                </c:pt>
                <c:pt idx="1017">
                  <c:v>0.10398378</c:v>
                </c:pt>
                <c:pt idx="1018">
                  <c:v>0.11022218</c:v>
                </c:pt>
                <c:pt idx="1019">
                  <c:v>0.11752458</c:v>
                </c:pt>
                <c:pt idx="1020">
                  <c:v>0.13367498</c:v>
                </c:pt>
                <c:pt idx="1021">
                  <c:v>0.15622058</c:v>
                </c:pt>
                <c:pt idx="1022">
                  <c:v>0.17739978000000001</c:v>
                </c:pt>
                <c:pt idx="1023">
                  <c:v>0.19780618</c:v>
                </c:pt>
                <c:pt idx="1024">
                  <c:v>0.22409258000000001</c:v>
                </c:pt>
                <c:pt idx="1025">
                  <c:v>0.25109577999999999</c:v>
                </c:pt>
                <c:pt idx="1026">
                  <c:v>0.27575818000000002</c:v>
                </c:pt>
                <c:pt idx="1027">
                  <c:v>0.29949098000000002</c:v>
                </c:pt>
                <c:pt idx="1028">
                  <c:v>0.32884617999999999</c:v>
                </c:pt>
                <c:pt idx="1029">
                  <c:v>0.35749577999999999</c:v>
                </c:pt>
                <c:pt idx="1030">
                  <c:v>0.39478057999999999</c:v>
                </c:pt>
                <c:pt idx="1031">
                  <c:v>0.43132618</c:v>
                </c:pt>
                <c:pt idx="1032">
                  <c:v>0.46301098000000002</c:v>
                </c:pt>
                <c:pt idx="1033">
                  <c:v>0.48707978000000002</c:v>
                </c:pt>
                <c:pt idx="1034">
                  <c:v>0.52071338</c:v>
                </c:pt>
                <c:pt idx="1035">
                  <c:v>0.56394538000000005</c:v>
                </c:pt>
                <c:pt idx="1036">
                  <c:v>0.60936137999999995</c:v>
                </c:pt>
                <c:pt idx="1037">
                  <c:v>0.63701417999999999</c:v>
                </c:pt>
                <c:pt idx="1038">
                  <c:v>0.71275977999999995</c:v>
                </c:pt>
                <c:pt idx="1039">
                  <c:v>0.82725738000000004</c:v>
                </c:pt>
                <c:pt idx="1040">
                  <c:v>0.91947818000000003</c:v>
                </c:pt>
                <c:pt idx="1041">
                  <c:v>1.0051133800000001</c:v>
                </c:pt>
                <c:pt idx="1042">
                  <c:v>1.08370378</c:v>
                </c:pt>
                <c:pt idx="1043">
                  <c:v>1.15697418</c:v>
                </c:pt>
                <c:pt idx="1044">
                  <c:v>1.23382858</c:v>
                </c:pt>
                <c:pt idx="1045">
                  <c:v>1.31337098</c:v>
                </c:pt>
                <c:pt idx="1046">
                  <c:v>1.39187178</c:v>
                </c:pt>
                <c:pt idx="1047">
                  <c:v>1.4740909799999999</c:v>
                </c:pt>
                <c:pt idx="1048">
                  <c:v>1.57509258</c:v>
                </c:pt>
                <c:pt idx="1049">
                  <c:v>1.6935885799999999</c:v>
                </c:pt>
                <c:pt idx="1050">
                  <c:v>1.80966538</c:v>
                </c:pt>
                <c:pt idx="1051">
                  <c:v>1.8950093800000001</c:v>
                </c:pt>
                <c:pt idx="1052">
                  <c:v>1.9525437800000001</c:v>
                </c:pt>
                <c:pt idx="1053">
                  <c:v>1.9920573800000001</c:v>
                </c:pt>
                <c:pt idx="1054">
                  <c:v>2.0264189799999999</c:v>
                </c:pt>
                <c:pt idx="1055">
                  <c:v>2.07650538</c:v>
                </c:pt>
                <c:pt idx="1056">
                  <c:v>2.14021098</c:v>
                </c:pt>
                <c:pt idx="1057">
                  <c:v>2.2155421799999999</c:v>
                </c:pt>
                <c:pt idx="1058">
                  <c:v>2.30039338</c:v>
                </c:pt>
                <c:pt idx="1059">
                  <c:v>2.3831165799999998</c:v>
                </c:pt>
                <c:pt idx="1060">
                  <c:v>2.4626701799999999</c:v>
                </c:pt>
                <c:pt idx="1061">
                  <c:v>2.5326253799999998</c:v>
                </c:pt>
                <c:pt idx="1062">
                  <c:v>2.5912909800000001</c:v>
                </c:pt>
                <c:pt idx="1063">
                  <c:v>2.6339293800000001</c:v>
                </c:pt>
                <c:pt idx="1064">
                  <c:v>2.6714605800000002</c:v>
                </c:pt>
                <c:pt idx="1065">
                  <c:v>2.7171789799999999</c:v>
                </c:pt>
                <c:pt idx="1066">
                  <c:v>2.7688781800000002</c:v>
                </c:pt>
                <c:pt idx="1067">
                  <c:v>2.8209357800000001</c:v>
                </c:pt>
                <c:pt idx="1068">
                  <c:v>2.8689277799999999</c:v>
                </c:pt>
                <c:pt idx="1069">
                  <c:v>2.9171325800000001</c:v>
                </c:pt>
                <c:pt idx="1070">
                  <c:v>2.9778029799999999</c:v>
                </c:pt>
                <c:pt idx="1071">
                  <c:v>3.0479933799999999</c:v>
                </c:pt>
                <c:pt idx="1072">
                  <c:v>3.11250538</c:v>
                </c:pt>
                <c:pt idx="1073">
                  <c:v>3.1655597800000002</c:v>
                </c:pt>
                <c:pt idx="1074">
                  <c:v>3.2131597799999998</c:v>
                </c:pt>
                <c:pt idx="1075">
                  <c:v>3.2441725799999999</c:v>
                </c:pt>
                <c:pt idx="1076">
                  <c:v>3.2604013799999998</c:v>
                </c:pt>
                <c:pt idx="1077">
                  <c:v>3.2677821800000002</c:v>
                </c:pt>
                <c:pt idx="1078">
                  <c:v>3.2704141799999999</c:v>
                </c:pt>
                <c:pt idx="1079">
                  <c:v>3.2754765799999999</c:v>
                </c:pt>
                <c:pt idx="1080">
                  <c:v>3.2961517800000002</c:v>
                </c:pt>
                <c:pt idx="1081">
                  <c:v>3.3219789799999999</c:v>
                </c:pt>
                <c:pt idx="1082">
                  <c:v>3.3532605800000002</c:v>
                </c:pt>
                <c:pt idx="1083">
                  <c:v>3.3804877800000002</c:v>
                </c:pt>
                <c:pt idx="1084">
                  <c:v>3.3950029800000001</c:v>
                </c:pt>
                <c:pt idx="1085">
                  <c:v>3.4085101799999999</c:v>
                </c:pt>
                <c:pt idx="1086">
                  <c:v>3.4322429799999998</c:v>
                </c:pt>
                <c:pt idx="1087">
                  <c:v>3.4612733800000002</c:v>
                </c:pt>
                <c:pt idx="1088">
                  <c:v>3.4860365799999999</c:v>
                </c:pt>
                <c:pt idx="1089">
                  <c:v>3.49981258</c:v>
                </c:pt>
                <c:pt idx="1090">
                  <c:v>3.5027133799999999</c:v>
                </c:pt>
                <c:pt idx="1091">
                  <c:v>3.5023549799999998</c:v>
                </c:pt>
                <c:pt idx="1092">
                  <c:v>3.5055245799999999</c:v>
                </c:pt>
                <c:pt idx="1093">
                  <c:v>3.5064989799999999</c:v>
                </c:pt>
                <c:pt idx="1094">
                  <c:v>3.50245578</c:v>
                </c:pt>
                <c:pt idx="1095">
                  <c:v>3.5035309799999999</c:v>
                </c:pt>
                <c:pt idx="1096">
                  <c:v>3.5108445800000001</c:v>
                </c:pt>
                <c:pt idx="1097">
                  <c:v>3.5114941800000001</c:v>
                </c:pt>
                <c:pt idx="1098">
                  <c:v>3.5075069800000001</c:v>
                </c:pt>
                <c:pt idx="1099">
                  <c:v>3.51513418</c:v>
                </c:pt>
                <c:pt idx="1100">
                  <c:v>3.54737898</c:v>
                </c:pt>
                <c:pt idx="1101">
                  <c:v>3.58984938</c:v>
                </c:pt>
                <c:pt idx="1102">
                  <c:v>3.6257789800000002</c:v>
                </c:pt>
                <c:pt idx="1103">
                  <c:v>3.6428813799999999</c:v>
                </c:pt>
                <c:pt idx="1104">
                  <c:v>3.6361613799999999</c:v>
                </c:pt>
                <c:pt idx="1105">
                  <c:v>3.6016429799999998</c:v>
                </c:pt>
                <c:pt idx="1106">
                  <c:v>3.5618605799999998</c:v>
                </c:pt>
                <c:pt idx="1107">
                  <c:v>3.5498093800000001</c:v>
                </c:pt>
                <c:pt idx="1108">
                  <c:v>3.5817181800000002</c:v>
                </c:pt>
                <c:pt idx="1109">
                  <c:v>3.6243789799999999</c:v>
                </c:pt>
                <c:pt idx="1110">
                  <c:v>3.6524685799999999</c:v>
                </c:pt>
                <c:pt idx="1111">
                  <c:v>3.6536557799999998</c:v>
                </c:pt>
                <c:pt idx="1112">
                  <c:v>3.62694378</c:v>
                </c:pt>
                <c:pt idx="1113">
                  <c:v>3.5969725800000001</c:v>
                </c:pt>
                <c:pt idx="1114">
                  <c:v>3.5951133799999999</c:v>
                </c:pt>
                <c:pt idx="1115">
                  <c:v>3.6360157800000001</c:v>
                </c:pt>
                <c:pt idx="1116">
                  <c:v>3.6947821799999998</c:v>
                </c:pt>
                <c:pt idx="1117">
                  <c:v>3.7218189800000001</c:v>
                </c:pt>
                <c:pt idx="1118">
                  <c:v>3.7134413799999999</c:v>
                </c:pt>
                <c:pt idx="1119">
                  <c:v>3.6707021800000001</c:v>
                </c:pt>
                <c:pt idx="1120">
                  <c:v>3.6146349799999999</c:v>
                </c:pt>
                <c:pt idx="1121">
                  <c:v>3.5889757800000002</c:v>
                </c:pt>
                <c:pt idx="1122">
                  <c:v>3.61707658</c:v>
                </c:pt>
                <c:pt idx="1123">
                  <c:v>3.6711949800000001</c:v>
                </c:pt>
                <c:pt idx="1124">
                  <c:v>3.7043133799999999</c:v>
                </c:pt>
                <c:pt idx="1125">
                  <c:v>3.6959245799999998</c:v>
                </c:pt>
                <c:pt idx="1126">
                  <c:v>3.6540253800000002</c:v>
                </c:pt>
                <c:pt idx="1127">
                  <c:v>3.6206493800000001</c:v>
                </c:pt>
                <c:pt idx="1128">
                  <c:v>3.6066045799999999</c:v>
                </c:pt>
                <c:pt idx="1129">
                  <c:v>3.6369453799999998</c:v>
                </c:pt>
                <c:pt idx="1130">
                  <c:v>3.69182538</c:v>
                </c:pt>
                <c:pt idx="1131">
                  <c:v>3.7172045800000002</c:v>
                </c:pt>
                <c:pt idx="1132">
                  <c:v>3.71310538</c:v>
                </c:pt>
                <c:pt idx="1133">
                  <c:v>3.6931133799999998</c:v>
                </c:pt>
                <c:pt idx="1134">
                  <c:v>3.66235818</c:v>
                </c:pt>
                <c:pt idx="1135">
                  <c:v>3.64279178</c:v>
                </c:pt>
                <c:pt idx="1136">
                  <c:v>3.6462301799999999</c:v>
                </c:pt>
                <c:pt idx="1137">
                  <c:v>3.6637581799999999</c:v>
                </c:pt>
                <c:pt idx="1138">
                  <c:v>3.6667933800000001</c:v>
                </c:pt>
                <c:pt idx="1139">
                  <c:v>3.64629738</c:v>
                </c:pt>
                <c:pt idx="1140">
                  <c:v>3.60358058</c:v>
                </c:pt>
                <c:pt idx="1141">
                  <c:v>3.5738221800000001</c:v>
                </c:pt>
                <c:pt idx="1142">
                  <c:v>3.5885501799999999</c:v>
                </c:pt>
                <c:pt idx="1143">
                  <c:v>3.6311101799999999</c:v>
                </c:pt>
                <c:pt idx="1144">
                  <c:v>3.6607229800000001</c:v>
                </c:pt>
                <c:pt idx="1145">
                  <c:v>3.6437997800000002</c:v>
                </c:pt>
                <c:pt idx="1146">
                  <c:v>3.59710698</c:v>
                </c:pt>
                <c:pt idx="1147">
                  <c:v>3.5536397800000001</c:v>
                </c:pt>
                <c:pt idx="1148">
                  <c:v>3.53706378</c:v>
                </c:pt>
                <c:pt idx="1149">
                  <c:v>3.54036778</c:v>
                </c:pt>
                <c:pt idx="1150">
                  <c:v>3.5458893800000002</c:v>
                </c:pt>
                <c:pt idx="1151">
                  <c:v>3.5440525799999998</c:v>
                </c:pt>
                <c:pt idx="1152">
                  <c:v>3.5271741799999998</c:v>
                </c:pt>
                <c:pt idx="1153">
                  <c:v>3.5100717800000001</c:v>
                </c:pt>
                <c:pt idx="1154">
                  <c:v>3.4920509800000001</c:v>
                </c:pt>
                <c:pt idx="1155">
                  <c:v>3.48484938</c:v>
                </c:pt>
                <c:pt idx="1156">
                  <c:v>3.4891053799999998</c:v>
                </c:pt>
                <c:pt idx="1157">
                  <c:v>3.4921965799999999</c:v>
                </c:pt>
                <c:pt idx="1158">
                  <c:v>3.4768749799999998</c:v>
                </c:pt>
                <c:pt idx="1159">
                  <c:v>3.4433085800000001</c:v>
                </c:pt>
                <c:pt idx="1160">
                  <c:v>3.4051389799999998</c:v>
                </c:pt>
                <c:pt idx="1161">
                  <c:v>3.38241418</c:v>
                </c:pt>
                <c:pt idx="1162">
                  <c:v>3.3761085799999999</c:v>
                </c:pt>
                <c:pt idx="1163">
                  <c:v>3.37495498</c:v>
                </c:pt>
                <c:pt idx="1164">
                  <c:v>3.3711021799999998</c:v>
                </c:pt>
                <c:pt idx="1165">
                  <c:v>3.3477613800000001</c:v>
                </c:pt>
                <c:pt idx="1166">
                  <c:v>3.3044173799999998</c:v>
                </c:pt>
                <c:pt idx="1167">
                  <c:v>3.2680397800000001</c:v>
                </c:pt>
                <c:pt idx="1168">
                  <c:v>3.2313485800000001</c:v>
                </c:pt>
                <c:pt idx="1169">
                  <c:v>3.18138538</c:v>
                </c:pt>
                <c:pt idx="1170">
                  <c:v>3.14201738</c:v>
                </c:pt>
                <c:pt idx="1171">
                  <c:v>3.1211629799999998</c:v>
                </c:pt>
                <c:pt idx="1172">
                  <c:v>3.1023021800000001</c:v>
                </c:pt>
                <c:pt idx="1173">
                  <c:v>3.0739549799999999</c:v>
                </c:pt>
                <c:pt idx="1174">
                  <c:v>3.0392125800000001</c:v>
                </c:pt>
                <c:pt idx="1175">
                  <c:v>3.0109101800000002</c:v>
                </c:pt>
                <c:pt idx="1176">
                  <c:v>2.9945357800000001</c:v>
                </c:pt>
                <c:pt idx="1177">
                  <c:v>2.9840077800000002</c:v>
                </c:pt>
                <c:pt idx="1178">
                  <c:v>2.9663901799999999</c:v>
                </c:pt>
                <c:pt idx="1179">
                  <c:v>2.9374717800000001</c:v>
                </c:pt>
                <c:pt idx="1180">
                  <c:v>2.8995261800000001</c:v>
                </c:pt>
                <c:pt idx="1181">
                  <c:v>2.8581869800000002</c:v>
                </c:pt>
                <c:pt idx="1182">
                  <c:v>2.8157501800000002</c:v>
                </c:pt>
                <c:pt idx="1183">
                  <c:v>2.7767741799999999</c:v>
                </c:pt>
                <c:pt idx="1184">
                  <c:v>2.7441037800000001</c:v>
                </c:pt>
                <c:pt idx="1185">
                  <c:v>2.7116573800000001</c:v>
                </c:pt>
                <c:pt idx="1186">
                  <c:v>2.6789309800000001</c:v>
                </c:pt>
                <c:pt idx="1187">
                  <c:v>2.6475037800000001</c:v>
                </c:pt>
                <c:pt idx="1188">
                  <c:v>2.6031069800000002</c:v>
                </c:pt>
                <c:pt idx="1189">
                  <c:v>2.5539053799999998</c:v>
                </c:pt>
                <c:pt idx="1190">
                  <c:v>2.5123981799999999</c:v>
                </c:pt>
                <c:pt idx="1191">
                  <c:v>2.4802541800000002</c:v>
                </c:pt>
                <c:pt idx="1192">
                  <c:v>2.4566669800000001</c:v>
                </c:pt>
                <c:pt idx="1193">
                  <c:v>2.4443693799999999</c:v>
                </c:pt>
                <c:pt idx="1194">
                  <c:v>2.4325645800000002</c:v>
                </c:pt>
                <c:pt idx="1195">
                  <c:v>2.4096605800000002</c:v>
                </c:pt>
                <c:pt idx="1196">
                  <c:v>2.36565578</c:v>
                </c:pt>
                <c:pt idx="1197">
                  <c:v>2.3151325800000002</c:v>
                </c:pt>
                <c:pt idx="1198">
                  <c:v>2.26848458</c:v>
                </c:pt>
                <c:pt idx="1199">
                  <c:v>2.2275709799999999</c:v>
                </c:pt>
                <c:pt idx="1200">
                  <c:v>2.1918877800000001</c:v>
                </c:pt>
                <c:pt idx="1201">
                  <c:v>2.1530573799999999</c:v>
                </c:pt>
                <c:pt idx="1202">
                  <c:v>2.1098365800000001</c:v>
                </c:pt>
                <c:pt idx="1203">
                  <c:v>2.0642077799999998</c:v>
                </c:pt>
                <c:pt idx="1204">
                  <c:v>2.0309101799999998</c:v>
                </c:pt>
                <c:pt idx="1205">
                  <c:v>2.0069757799999999</c:v>
                </c:pt>
                <c:pt idx="1206">
                  <c:v>1.99244938</c:v>
                </c:pt>
                <c:pt idx="1207">
                  <c:v>1.9704077799999999</c:v>
                </c:pt>
                <c:pt idx="1208">
                  <c:v>1.9366397799999999</c:v>
                </c:pt>
                <c:pt idx="1209">
                  <c:v>1.8833053799999999</c:v>
                </c:pt>
                <c:pt idx="1210">
                  <c:v>1.80939658</c:v>
                </c:pt>
                <c:pt idx="1211">
                  <c:v>1.73169098</c:v>
                </c:pt>
                <c:pt idx="1212">
                  <c:v>1.67018058</c:v>
                </c:pt>
                <c:pt idx="1213">
                  <c:v>1.6284941799999999</c:v>
                </c:pt>
                <c:pt idx="1214">
                  <c:v>1.5956669800000001</c:v>
                </c:pt>
                <c:pt idx="1215">
                  <c:v>1.5635901800000001</c:v>
                </c:pt>
                <c:pt idx="1216">
                  <c:v>1.51378378</c:v>
                </c:pt>
                <c:pt idx="1217">
                  <c:v>1.45129898</c:v>
                </c:pt>
                <c:pt idx="1218">
                  <c:v>1.3860589800000001</c:v>
                </c:pt>
                <c:pt idx="1219">
                  <c:v>1.33222058</c:v>
                </c:pt>
                <c:pt idx="1220">
                  <c:v>1.2980717799999999</c:v>
                </c:pt>
                <c:pt idx="1221">
                  <c:v>1.27642218</c:v>
                </c:pt>
                <c:pt idx="1222">
                  <c:v>1.25850218</c:v>
                </c:pt>
                <c:pt idx="1223">
                  <c:v>1.2363373799999999</c:v>
                </c:pt>
                <c:pt idx="1224">
                  <c:v>1.1991645799999999</c:v>
                </c:pt>
                <c:pt idx="1225">
                  <c:v>1.14649098</c:v>
                </c:pt>
                <c:pt idx="1226">
                  <c:v>1.08914698</c:v>
                </c:pt>
                <c:pt idx="1227">
                  <c:v>1.03061578</c:v>
                </c:pt>
                <c:pt idx="1228">
                  <c:v>0.97840137999999999</c:v>
                </c:pt>
                <c:pt idx="1229">
                  <c:v>0.93328778000000001</c:v>
                </c:pt>
                <c:pt idx="1230">
                  <c:v>0.89609258000000003</c:v>
                </c:pt>
                <c:pt idx="1231">
                  <c:v>0.85843818000000005</c:v>
                </c:pt>
                <c:pt idx="1232">
                  <c:v>0.81595658000000004</c:v>
                </c:pt>
                <c:pt idx="1233">
                  <c:v>0.77657737999999998</c:v>
                </c:pt>
                <c:pt idx="1234">
                  <c:v>0.73146378000000001</c:v>
                </c:pt>
                <c:pt idx="1235">
                  <c:v>0.68717897999999999</c:v>
                </c:pt>
                <c:pt idx="1236">
                  <c:v>0.65044298</c:v>
                </c:pt>
                <c:pt idx="1237">
                  <c:v>0.61724617999999998</c:v>
                </c:pt>
                <c:pt idx="1238">
                  <c:v>0.58404937999999995</c:v>
                </c:pt>
                <c:pt idx="1239">
                  <c:v>0.55453737999999997</c:v>
                </c:pt>
                <c:pt idx="1240">
                  <c:v>0.52461097999999995</c:v>
                </c:pt>
                <c:pt idx="1241">
                  <c:v>0.49200778000000001</c:v>
                </c:pt>
                <c:pt idx="1242">
                  <c:v>0.46391818000000001</c:v>
                </c:pt>
                <c:pt idx="1243">
                  <c:v>0.43536937999999997</c:v>
                </c:pt>
                <c:pt idx="1244">
                  <c:v>0.41009097999999999</c:v>
                </c:pt>
                <c:pt idx="1245">
                  <c:v>0.39078217999999998</c:v>
                </c:pt>
                <c:pt idx="1246">
                  <c:v>0.36881898000000002</c:v>
                </c:pt>
                <c:pt idx="1247">
                  <c:v>0.34615017999999997</c:v>
                </c:pt>
                <c:pt idx="1248">
                  <c:v>0.32963017999999999</c:v>
                </c:pt>
                <c:pt idx="1249">
                  <c:v>0.31108298000000001</c:v>
                </c:pt>
                <c:pt idx="1250">
                  <c:v>0.29381257999999999</c:v>
                </c:pt>
                <c:pt idx="1251">
                  <c:v>0.27750538000000002</c:v>
                </c:pt>
                <c:pt idx="1252">
                  <c:v>0.26047018</c:v>
                </c:pt>
                <c:pt idx="1253">
                  <c:v>0.24613418000000001</c:v>
                </c:pt>
                <c:pt idx="1254">
                  <c:v>0.23297418</c:v>
                </c:pt>
                <c:pt idx="1255">
                  <c:v>0.22141578000000001</c:v>
                </c:pt>
                <c:pt idx="1256">
                  <c:v>0.21638698000000001</c:v>
                </c:pt>
                <c:pt idx="1257">
                  <c:v>0.21687977999999999</c:v>
                </c:pt>
                <c:pt idx="1258">
                  <c:v>0.21505418000000001</c:v>
                </c:pt>
                <c:pt idx="1259">
                  <c:v>0.20907338</c:v>
                </c:pt>
                <c:pt idx="1260">
                  <c:v>0.19328138</c:v>
                </c:pt>
                <c:pt idx="1261">
                  <c:v>0.17237098000000001</c:v>
                </c:pt>
                <c:pt idx="1262">
                  <c:v>0.15950217999999999</c:v>
                </c:pt>
                <c:pt idx="1263">
                  <c:v>0.14689098</c:v>
                </c:pt>
                <c:pt idx="1264">
                  <c:v>0.13678857999999999</c:v>
                </c:pt>
                <c:pt idx="1265">
                  <c:v>0.13052778000000001</c:v>
                </c:pt>
                <c:pt idx="1266">
                  <c:v>0.12088458000000001</c:v>
                </c:pt>
                <c:pt idx="1267">
                  <c:v>0.10804938</c:v>
                </c:pt>
                <c:pt idx="1268">
                  <c:v>9.9279779999999998E-2</c:v>
                </c:pt>
                <c:pt idx="1269">
                  <c:v>9.2044580000000001E-2</c:v>
                </c:pt>
                <c:pt idx="1270">
                  <c:v>8.6276580000000005E-2</c:v>
                </c:pt>
                <c:pt idx="1271">
                  <c:v>7.8100580000000003E-2</c:v>
                </c:pt>
                <c:pt idx="1272">
                  <c:v>7.0999779999999998E-2</c:v>
                </c:pt>
                <c:pt idx="1273">
                  <c:v>6.7897379999999993E-2</c:v>
                </c:pt>
                <c:pt idx="1274">
                  <c:v>6.6721379999999997E-2</c:v>
                </c:pt>
                <c:pt idx="1275">
                  <c:v>6.8558179999999996E-2</c:v>
                </c:pt>
                <c:pt idx="1276">
                  <c:v>6.8199780000000002E-2</c:v>
                </c:pt>
                <c:pt idx="1277">
                  <c:v>6.8390179999999995E-2</c:v>
                </c:pt>
                <c:pt idx="1278">
                  <c:v>6.7090979999999995E-2</c:v>
                </c:pt>
                <c:pt idx="1279">
                  <c:v>6.4313380000000003E-2</c:v>
                </c:pt>
                <c:pt idx="1280">
                  <c:v>6.4010979999999995E-2</c:v>
                </c:pt>
                <c:pt idx="1281">
                  <c:v>6.9241380000000005E-2</c:v>
                </c:pt>
                <c:pt idx="1282">
                  <c:v>6.9902179999999994E-2</c:v>
                </c:pt>
                <c:pt idx="1283">
                  <c:v>7.2858980000000004E-2</c:v>
                </c:pt>
                <c:pt idx="1284">
                  <c:v>7.7014180000000002E-2</c:v>
                </c:pt>
                <c:pt idx="1285">
                  <c:v>8.0206180000000002E-2</c:v>
                </c:pt>
                <c:pt idx="1286">
                  <c:v>8.0206180000000002E-2</c:v>
                </c:pt>
                <c:pt idx="1287">
                  <c:v>8.0430180000000004E-2</c:v>
                </c:pt>
                <c:pt idx="1288">
                  <c:v>8.0497379999999993E-2</c:v>
                </c:pt>
                <c:pt idx="1289">
                  <c:v>7.9623780000000005E-2</c:v>
                </c:pt>
                <c:pt idx="1290">
                  <c:v>8.1348580000000004E-2</c:v>
                </c:pt>
                <c:pt idx="1291">
                  <c:v>8.2983779999999993E-2</c:v>
                </c:pt>
              </c:numCache>
            </c:numRef>
          </c:xVal>
          <c:yVal>
            <c:numRef>
              <c:f>[1]Sheet1!$T$2:$T$1293</c:f>
              <c:numCache>
                <c:formatCode>General</c:formatCode>
                <c:ptCount val="1292"/>
                <c:pt idx="1">
                  <c:v>91.43822999999999</c:v>
                </c:pt>
                <c:pt idx="2">
                  <c:v>91.469450000000009</c:v>
                </c:pt>
                <c:pt idx="3">
                  <c:v>91.497870000000006</c:v>
                </c:pt>
                <c:pt idx="4">
                  <c:v>91.520089999999996</c:v>
                </c:pt>
                <c:pt idx="5">
                  <c:v>91.540769999999995</c:v>
                </c:pt>
                <c:pt idx="6">
                  <c:v>91.526700000000005</c:v>
                </c:pt>
                <c:pt idx="7">
                  <c:v>91.518810000000002</c:v>
                </c:pt>
                <c:pt idx="8">
                  <c:v>91.510499999999993</c:v>
                </c:pt>
                <c:pt idx="9">
                  <c:v>91.504279999999994</c:v>
                </c:pt>
                <c:pt idx="10">
                  <c:v>91.517219999999995</c:v>
                </c:pt>
                <c:pt idx="11">
                  <c:v>91.675470000000004</c:v>
                </c:pt>
                <c:pt idx="12">
                  <c:v>91.679359999999988</c:v>
                </c:pt>
                <c:pt idx="13">
                  <c:v>91.767959999999988</c:v>
                </c:pt>
                <c:pt idx="14">
                  <c:v>91.854320000000001</c:v>
                </c:pt>
                <c:pt idx="15">
                  <c:v>92.07208</c:v>
                </c:pt>
                <c:pt idx="16">
                  <c:v>92.391070000000013</c:v>
                </c:pt>
                <c:pt idx="17">
                  <c:v>92.610620000000011</c:v>
                </c:pt>
                <c:pt idx="18">
                  <c:v>92.647429999999986</c:v>
                </c:pt>
                <c:pt idx="19">
                  <c:v>92.514929999999993</c:v>
                </c:pt>
                <c:pt idx="20">
                  <c:v>92.792010000000005</c:v>
                </c:pt>
                <c:pt idx="21">
                  <c:v>92.727140000000006</c:v>
                </c:pt>
                <c:pt idx="22">
                  <c:v>92.717810000000014</c:v>
                </c:pt>
                <c:pt idx="23">
                  <c:v>92.986829999999998</c:v>
                </c:pt>
                <c:pt idx="24">
                  <c:v>92.916910000000001</c:v>
                </c:pt>
                <c:pt idx="25">
                  <c:v>93.085669999999993</c:v>
                </c:pt>
                <c:pt idx="26">
                  <c:v>93.179130000000015</c:v>
                </c:pt>
                <c:pt idx="27">
                  <c:v>93.007080000000002</c:v>
                </c:pt>
                <c:pt idx="28">
                  <c:v>93.142300000000006</c:v>
                </c:pt>
                <c:pt idx="29">
                  <c:v>93.204209999999989</c:v>
                </c:pt>
                <c:pt idx="30">
                  <c:v>93.112300000000005</c:v>
                </c:pt>
                <c:pt idx="31">
                  <c:v>93.116029999999995</c:v>
                </c:pt>
                <c:pt idx="32">
                  <c:v>93.218519999999998</c:v>
                </c:pt>
                <c:pt idx="33">
                  <c:v>93.16019</c:v>
                </c:pt>
                <c:pt idx="34">
                  <c:v>93.095890000000011</c:v>
                </c:pt>
                <c:pt idx="35">
                  <c:v>93.117379999999997</c:v>
                </c:pt>
                <c:pt idx="36">
                  <c:v>93.164709999999999</c:v>
                </c:pt>
                <c:pt idx="37">
                  <c:v>93.020980000000009</c:v>
                </c:pt>
                <c:pt idx="38">
                  <c:v>93.115819999999999</c:v>
                </c:pt>
                <c:pt idx="39">
                  <c:v>93.270520000000005</c:v>
                </c:pt>
                <c:pt idx="40">
                  <c:v>93.343260000000015</c:v>
                </c:pt>
                <c:pt idx="41">
                  <c:v>93.230530000000002</c:v>
                </c:pt>
                <c:pt idx="42">
                  <c:v>93.280999999999992</c:v>
                </c:pt>
                <c:pt idx="43">
                  <c:v>93.320149999999998</c:v>
                </c:pt>
                <c:pt idx="44">
                  <c:v>93.376289999999997</c:v>
                </c:pt>
                <c:pt idx="45">
                  <c:v>93.4</c:v>
                </c:pt>
                <c:pt idx="46">
                  <c:v>93.333460000000002</c:v>
                </c:pt>
                <c:pt idx="47">
                  <c:v>93.281059999999997</c:v>
                </c:pt>
                <c:pt idx="48">
                  <c:v>93.240839999999992</c:v>
                </c:pt>
                <c:pt idx="49">
                  <c:v>93.32629</c:v>
                </c:pt>
                <c:pt idx="50">
                  <c:v>93.455840000000009</c:v>
                </c:pt>
                <c:pt idx="51">
                  <c:v>93.43329</c:v>
                </c:pt>
                <c:pt idx="52">
                  <c:v>93.413389999999993</c:v>
                </c:pt>
                <c:pt idx="53">
                  <c:v>93.404840000000007</c:v>
                </c:pt>
                <c:pt idx="54">
                  <c:v>93.370159999999998</c:v>
                </c:pt>
                <c:pt idx="55">
                  <c:v>93.431539999999998</c:v>
                </c:pt>
                <c:pt idx="56">
                  <c:v>93.405489999999986</c:v>
                </c:pt>
                <c:pt idx="57">
                  <c:v>93.39833999999999</c:v>
                </c:pt>
                <c:pt idx="58">
                  <c:v>93.396039999999999</c:v>
                </c:pt>
                <c:pt idx="59">
                  <c:v>93.380810000000011</c:v>
                </c:pt>
                <c:pt idx="60">
                  <c:v>93.38485</c:v>
                </c:pt>
                <c:pt idx="61">
                  <c:v>93.387019999999993</c:v>
                </c:pt>
                <c:pt idx="62">
                  <c:v>93.37621</c:v>
                </c:pt>
                <c:pt idx="63">
                  <c:v>93.367789999999999</c:v>
                </c:pt>
                <c:pt idx="64">
                  <c:v>93.32762000000001</c:v>
                </c:pt>
                <c:pt idx="65">
                  <c:v>93.40016</c:v>
                </c:pt>
                <c:pt idx="66">
                  <c:v>93.325890000000001</c:v>
                </c:pt>
                <c:pt idx="67">
                  <c:v>93.497249999999994</c:v>
                </c:pt>
                <c:pt idx="68">
                  <c:v>93.510649999999998</c:v>
                </c:pt>
                <c:pt idx="69">
                  <c:v>93.38843</c:v>
                </c:pt>
                <c:pt idx="70">
                  <c:v>93.104460000000003</c:v>
                </c:pt>
                <c:pt idx="71">
                  <c:v>93.106380000000001</c:v>
                </c:pt>
                <c:pt idx="72">
                  <c:v>93.094509999999985</c:v>
                </c:pt>
                <c:pt idx="73">
                  <c:v>93.272049999999993</c:v>
                </c:pt>
                <c:pt idx="74">
                  <c:v>92.92934000000001</c:v>
                </c:pt>
                <c:pt idx="75">
                  <c:v>93.018590000000003</c:v>
                </c:pt>
                <c:pt idx="76">
                  <c:v>92.986439999999988</c:v>
                </c:pt>
                <c:pt idx="77">
                  <c:v>92.976030000000009</c:v>
                </c:pt>
                <c:pt idx="78">
                  <c:v>92.846030000000013</c:v>
                </c:pt>
                <c:pt idx="79">
                  <c:v>92.61618</c:v>
                </c:pt>
                <c:pt idx="80">
                  <c:v>92.518280000000004</c:v>
                </c:pt>
                <c:pt idx="81">
                  <c:v>92.439820000000012</c:v>
                </c:pt>
                <c:pt idx="82">
                  <c:v>92.402739999999994</c:v>
                </c:pt>
                <c:pt idx="83">
                  <c:v>92.519899999999993</c:v>
                </c:pt>
                <c:pt idx="84">
                  <c:v>92.230289999999997</c:v>
                </c:pt>
                <c:pt idx="85">
                  <c:v>92.170810000000003</c:v>
                </c:pt>
                <c:pt idx="86">
                  <c:v>92.23857000000001</c:v>
                </c:pt>
                <c:pt idx="87">
                  <c:v>92.048240000000007</c:v>
                </c:pt>
                <c:pt idx="88">
                  <c:v>91.910240000000002</c:v>
                </c:pt>
                <c:pt idx="89">
                  <c:v>91.803269999999998</c:v>
                </c:pt>
                <c:pt idx="90">
                  <c:v>91.803510000000003</c:v>
                </c:pt>
                <c:pt idx="91">
                  <c:v>91.780320000000003</c:v>
                </c:pt>
                <c:pt idx="92">
                  <c:v>91.91574</c:v>
                </c:pt>
                <c:pt idx="93">
                  <c:v>91.719200000000001</c:v>
                </c:pt>
                <c:pt idx="94">
                  <c:v>91.825130000000001</c:v>
                </c:pt>
                <c:pt idx="95">
                  <c:v>91.66377</c:v>
                </c:pt>
                <c:pt idx="96">
                  <c:v>91.63843</c:v>
                </c:pt>
                <c:pt idx="97">
                  <c:v>91.622009999999989</c:v>
                </c:pt>
                <c:pt idx="98">
                  <c:v>91.569000000000003</c:v>
                </c:pt>
                <c:pt idx="99">
                  <c:v>91.598539999999986</c:v>
                </c:pt>
                <c:pt idx="100">
                  <c:v>91.585049999999995</c:v>
                </c:pt>
                <c:pt idx="101">
                  <c:v>91.729299999999995</c:v>
                </c:pt>
                <c:pt idx="102">
                  <c:v>91.669690000000003</c:v>
                </c:pt>
                <c:pt idx="103">
                  <c:v>91.627579999999995</c:v>
                </c:pt>
                <c:pt idx="104">
                  <c:v>91.564490000000006</c:v>
                </c:pt>
                <c:pt idx="105">
                  <c:v>91.525419999999997</c:v>
                </c:pt>
                <c:pt idx="106">
                  <c:v>91.491430000000008</c:v>
                </c:pt>
                <c:pt idx="107">
                  <c:v>91.467779999999991</c:v>
                </c:pt>
                <c:pt idx="108">
                  <c:v>91.47838999999999</c:v>
                </c:pt>
                <c:pt idx="109">
                  <c:v>91.486000000000004</c:v>
                </c:pt>
                <c:pt idx="110">
                  <c:v>91.428049999999985</c:v>
                </c:pt>
                <c:pt idx="111">
                  <c:v>91.642170000000007</c:v>
                </c:pt>
                <c:pt idx="112">
                  <c:v>91.702580000000012</c:v>
                </c:pt>
                <c:pt idx="113">
                  <c:v>91.789569999999998</c:v>
                </c:pt>
                <c:pt idx="114">
                  <c:v>91.907470000000004</c:v>
                </c:pt>
                <c:pt idx="115">
                  <c:v>92.074580000000012</c:v>
                </c:pt>
                <c:pt idx="116">
                  <c:v>92.233499999999992</c:v>
                </c:pt>
                <c:pt idx="117">
                  <c:v>92.32978</c:v>
                </c:pt>
                <c:pt idx="118">
                  <c:v>92.298150000000007</c:v>
                </c:pt>
                <c:pt idx="119">
                  <c:v>92.464209999999994</c:v>
                </c:pt>
                <c:pt idx="120">
                  <c:v>92.610109999999992</c:v>
                </c:pt>
                <c:pt idx="121">
                  <c:v>92.696970000000007</c:v>
                </c:pt>
                <c:pt idx="122">
                  <c:v>92.515990000000002</c:v>
                </c:pt>
                <c:pt idx="123">
                  <c:v>92.585750000000004</c:v>
                </c:pt>
                <c:pt idx="124">
                  <c:v>92.897919999999999</c:v>
                </c:pt>
                <c:pt idx="125">
                  <c:v>92.692390000000003</c:v>
                </c:pt>
                <c:pt idx="126">
                  <c:v>92.811190000000011</c:v>
                </c:pt>
                <c:pt idx="127">
                  <c:v>93.076480000000004</c:v>
                </c:pt>
                <c:pt idx="128">
                  <c:v>93.08202</c:v>
                </c:pt>
                <c:pt idx="129">
                  <c:v>92.954769999999996</c:v>
                </c:pt>
                <c:pt idx="130">
                  <c:v>92.941249999999997</c:v>
                </c:pt>
                <c:pt idx="131">
                  <c:v>92.905379999999994</c:v>
                </c:pt>
                <c:pt idx="132">
                  <c:v>92.9255</c:v>
                </c:pt>
                <c:pt idx="133">
                  <c:v>92.943920000000006</c:v>
                </c:pt>
                <c:pt idx="134">
                  <c:v>92.996359999999996</c:v>
                </c:pt>
                <c:pt idx="135">
                  <c:v>92.954170000000005</c:v>
                </c:pt>
                <c:pt idx="136">
                  <c:v>92.912320000000008</c:v>
                </c:pt>
                <c:pt idx="137">
                  <c:v>92.972649999999987</c:v>
                </c:pt>
                <c:pt idx="138">
                  <c:v>93.025420000000011</c:v>
                </c:pt>
                <c:pt idx="139">
                  <c:v>93.06814</c:v>
                </c:pt>
                <c:pt idx="140">
                  <c:v>92.968159999999997</c:v>
                </c:pt>
                <c:pt idx="141">
                  <c:v>92.892980000000009</c:v>
                </c:pt>
                <c:pt idx="142">
                  <c:v>93.012130000000013</c:v>
                </c:pt>
                <c:pt idx="143">
                  <c:v>92.872350000000012</c:v>
                </c:pt>
                <c:pt idx="144">
                  <c:v>92.829540000000009</c:v>
                </c:pt>
                <c:pt idx="145">
                  <c:v>92.786030000000011</c:v>
                </c:pt>
                <c:pt idx="146">
                  <c:v>92.743400000000008</c:v>
                </c:pt>
                <c:pt idx="147">
                  <c:v>92.948869999999999</c:v>
                </c:pt>
                <c:pt idx="148">
                  <c:v>92.954089999999994</c:v>
                </c:pt>
                <c:pt idx="149">
                  <c:v>92.955369999999988</c:v>
                </c:pt>
                <c:pt idx="150">
                  <c:v>93.190880000000007</c:v>
                </c:pt>
                <c:pt idx="151">
                  <c:v>92.962980000000002</c:v>
                </c:pt>
                <c:pt idx="152">
                  <c:v>93.044089999999997</c:v>
                </c:pt>
                <c:pt idx="153">
                  <c:v>93.02901</c:v>
                </c:pt>
                <c:pt idx="154">
                  <c:v>93.078879999999998</c:v>
                </c:pt>
                <c:pt idx="155">
                  <c:v>93.120809999999992</c:v>
                </c:pt>
                <c:pt idx="156">
                  <c:v>93.152940000000001</c:v>
                </c:pt>
                <c:pt idx="157">
                  <c:v>93.178079999999994</c:v>
                </c:pt>
                <c:pt idx="158">
                  <c:v>93.186859999999996</c:v>
                </c:pt>
                <c:pt idx="159">
                  <c:v>93.140680000000003</c:v>
                </c:pt>
                <c:pt idx="160">
                  <c:v>93.251390000000001</c:v>
                </c:pt>
                <c:pt idx="161">
                  <c:v>93.120449999999991</c:v>
                </c:pt>
                <c:pt idx="162">
                  <c:v>92.931139999999999</c:v>
                </c:pt>
                <c:pt idx="163">
                  <c:v>93.048739999999995</c:v>
                </c:pt>
                <c:pt idx="164">
                  <c:v>92.952480000000008</c:v>
                </c:pt>
                <c:pt idx="165">
                  <c:v>92.931129999999996</c:v>
                </c:pt>
                <c:pt idx="166">
                  <c:v>93.032970000000006</c:v>
                </c:pt>
                <c:pt idx="167">
                  <c:v>92.947299999999998</c:v>
                </c:pt>
                <c:pt idx="168">
                  <c:v>92.888319999999993</c:v>
                </c:pt>
                <c:pt idx="169">
                  <c:v>92.924840000000003</c:v>
                </c:pt>
                <c:pt idx="170">
                  <c:v>92.76348999999999</c:v>
                </c:pt>
                <c:pt idx="171">
                  <c:v>92.728009999999998</c:v>
                </c:pt>
                <c:pt idx="172">
                  <c:v>92.690280000000001</c:v>
                </c:pt>
                <c:pt idx="173">
                  <c:v>92.504199999999997</c:v>
                </c:pt>
                <c:pt idx="174">
                  <c:v>92.426439999999999</c:v>
                </c:pt>
                <c:pt idx="175">
                  <c:v>92.517189999999999</c:v>
                </c:pt>
                <c:pt idx="176">
                  <c:v>92.231740000000002</c:v>
                </c:pt>
                <c:pt idx="177">
                  <c:v>92.329190000000011</c:v>
                </c:pt>
                <c:pt idx="178">
                  <c:v>92.05519000000001</c:v>
                </c:pt>
                <c:pt idx="179">
                  <c:v>92.164300000000011</c:v>
                </c:pt>
                <c:pt idx="180">
                  <c:v>92.022539999999992</c:v>
                </c:pt>
                <c:pt idx="181">
                  <c:v>91.911259999999999</c:v>
                </c:pt>
                <c:pt idx="182">
                  <c:v>91.804780000000008</c:v>
                </c:pt>
                <c:pt idx="183">
                  <c:v>91.785340000000005</c:v>
                </c:pt>
                <c:pt idx="184">
                  <c:v>91.624979999999994</c:v>
                </c:pt>
                <c:pt idx="185">
                  <c:v>91.614640000000009</c:v>
                </c:pt>
                <c:pt idx="186">
                  <c:v>91.68159</c:v>
                </c:pt>
                <c:pt idx="187">
                  <c:v>91.445250000000001</c:v>
                </c:pt>
                <c:pt idx="188">
                  <c:v>91.499809999999997</c:v>
                </c:pt>
                <c:pt idx="189">
                  <c:v>91.466709999999992</c:v>
                </c:pt>
                <c:pt idx="190">
                  <c:v>91.472560000000001</c:v>
                </c:pt>
                <c:pt idx="191">
                  <c:v>91.52861</c:v>
                </c:pt>
                <c:pt idx="192">
                  <c:v>91.296769999999995</c:v>
                </c:pt>
                <c:pt idx="193">
                  <c:v>91.232100000000003</c:v>
                </c:pt>
                <c:pt idx="194">
                  <c:v>91.24893999999999</c:v>
                </c:pt>
                <c:pt idx="195">
                  <c:v>91.330010000000001</c:v>
                </c:pt>
                <c:pt idx="196">
                  <c:v>91.176069999999996</c:v>
                </c:pt>
                <c:pt idx="197">
                  <c:v>91.131220000000013</c:v>
                </c:pt>
                <c:pt idx="198">
                  <c:v>91.166870000000003</c:v>
                </c:pt>
                <c:pt idx="199">
                  <c:v>91.063040000000001</c:v>
                </c:pt>
                <c:pt idx="200">
                  <c:v>91.031040000000004</c:v>
                </c:pt>
                <c:pt idx="201">
                  <c:v>91.002989999999997</c:v>
                </c:pt>
                <c:pt idx="202">
                  <c:v>91.155799999999999</c:v>
                </c:pt>
                <c:pt idx="203">
                  <c:v>91</c:v>
                </c:pt>
                <c:pt idx="204">
                  <c:v>91.13776</c:v>
                </c:pt>
                <c:pt idx="205">
                  <c:v>91.164090000000016</c:v>
                </c:pt>
                <c:pt idx="206">
                  <c:v>91.112400000000008</c:v>
                </c:pt>
                <c:pt idx="207">
                  <c:v>91.295050000000003</c:v>
                </c:pt>
                <c:pt idx="208">
                  <c:v>91.433880000000002</c:v>
                </c:pt>
                <c:pt idx="209">
                  <c:v>91.614299999999986</c:v>
                </c:pt>
                <c:pt idx="210">
                  <c:v>91.791160000000005</c:v>
                </c:pt>
                <c:pt idx="211">
                  <c:v>91.951129999999992</c:v>
                </c:pt>
                <c:pt idx="212">
                  <c:v>91.97278</c:v>
                </c:pt>
                <c:pt idx="213">
                  <c:v>92.239100000000008</c:v>
                </c:pt>
                <c:pt idx="214">
                  <c:v>92.197639999999993</c:v>
                </c:pt>
                <c:pt idx="215">
                  <c:v>92.397930000000002</c:v>
                </c:pt>
                <c:pt idx="216">
                  <c:v>92.418509999999998</c:v>
                </c:pt>
                <c:pt idx="217">
                  <c:v>92.44511</c:v>
                </c:pt>
                <c:pt idx="218">
                  <c:v>92.594949999999997</c:v>
                </c:pt>
                <c:pt idx="219">
                  <c:v>92.768110000000007</c:v>
                </c:pt>
                <c:pt idx="220">
                  <c:v>92.750990000000002</c:v>
                </c:pt>
                <c:pt idx="221">
                  <c:v>92.749279999999999</c:v>
                </c:pt>
                <c:pt idx="222">
                  <c:v>92.827249999999992</c:v>
                </c:pt>
                <c:pt idx="223">
                  <c:v>92.995499999999993</c:v>
                </c:pt>
                <c:pt idx="224">
                  <c:v>93.17949999999999</c:v>
                </c:pt>
                <c:pt idx="225">
                  <c:v>93.180779999999999</c:v>
                </c:pt>
                <c:pt idx="226">
                  <c:v>93.123310000000004</c:v>
                </c:pt>
                <c:pt idx="227">
                  <c:v>92.977989999999991</c:v>
                </c:pt>
                <c:pt idx="228">
                  <c:v>92.975150000000014</c:v>
                </c:pt>
                <c:pt idx="229">
                  <c:v>93.152100000000004</c:v>
                </c:pt>
                <c:pt idx="230">
                  <c:v>93.162049999999994</c:v>
                </c:pt>
                <c:pt idx="231">
                  <c:v>93.089169999999996</c:v>
                </c:pt>
                <c:pt idx="232">
                  <c:v>93.151229999999998</c:v>
                </c:pt>
                <c:pt idx="233">
                  <c:v>93.099640000000008</c:v>
                </c:pt>
                <c:pt idx="234">
                  <c:v>93.137540000000001</c:v>
                </c:pt>
                <c:pt idx="235">
                  <c:v>93.105559999999997</c:v>
                </c:pt>
                <c:pt idx="236">
                  <c:v>93.225750000000005</c:v>
                </c:pt>
                <c:pt idx="237">
                  <c:v>93.223109999999991</c:v>
                </c:pt>
                <c:pt idx="238">
                  <c:v>93.253520000000009</c:v>
                </c:pt>
                <c:pt idx="239">
                  <c:v>93.276070000000004</c:v>
                </c:pt>
                <c:pt idx="240">
                  <c:v>93.355180000000004</c:v>
                </c:pt>
                <c:pt idx="241">
                  <c:v>93.375140000000002</c:v>
                </c:pt>
                <c:pt idx="242">
                  <c:v>93.416689999999988</c:v>
                </c:pt>
                <c:pt idx="243">
                  <c:v>93.452230000000014</c:v>
                </c:pt>
                <c:pt idx="244">
                  <c:v>93.445230000000009</c:v>
                </c:pt>
                <c:pt idx="245">
                  <c:v>93.441759999999988</c:v>
                </c:pt>
                <c:pt idx="246">
                  <c:v>93.389849999999996</c:v>
                </c:pt>
                <c:pt idx="247">
                  <c:v>93.396810000000002</c:v>
                </c:pt>
                <c:pt idx="248">
                  <c:v>93.408239999999992</c:v>
                </c:pt>
                <c:pt idx="249">
                  <c:v>93.360679999999988</c:v>
                </c:pt>
                <c:pt idx="250">
                  <c:v>93.368549999999999</c:v>
                </c:pt>
                <c:pt idx="251">
                  <c:v>93.442000000000007</c:v>
                </c:pt>
                <c:pt idx="252">
                  <c:v>93.267699999999991</c:v>
                </c:pt>
                <c:pt idx="253">
                  <c:v>93.462700000000012</c:v>
                </c:pt>
                <c:pt idx="254">
                  <c:v>93.452870000000004</c:v>
                </c:pt>
                <c:pt idx="255">
                  <c:v>93.450760000000002</c:v>
                </c:pt>
                <c:pt idx="256">
                  <c:v>93.447370000000006</c:v>
                </c:pt>
                <c:pt idx="257">
                  <c:v>93.420529999999999</c:v>
                </c:pt>
                <c:pt idx="258">
                  <c:v>93.425209999999993</c:v>
                </c:pt>
                <c:pt idx="259">
                  <c:v>93.426770000000005</c:v>
                </c:pt>
                <c:pt idx="260">
                  <c:v>93.430250000000001</c:v>
                </c:pt>
                <c:pt idx="261">
                  <c:v>93.432910000000007</c:v>
                </c:pt>
                <c:pt idx="262">
                  <c:v>93.410439999999994</c:v>
                </c:pt>
                <c:pt idx="263">
                  <c:v>93.491700000000009</c:v>
                </c:pt>
                <c:pt idx="264">
                  <c:v>93.417299999999997</c:v>
                </c:pt>
                <c:pt idx="265">
                  <c:v>93.480629999999991</c:v>
                </c:pt>
                <c:pt idx="266">
                  <c:v>93.299120000000002</c:v>
                </c:pt>
                <c:pt idx="267">
                  <c:v>93.357119999999995</c:v>
                </c:pt>
                <c:pt idx="268">
                  <c:v>93.161450000000002</c:v>
                </c:pt>
                <c:pt idx="269">
                  <c:v>93.136560000000003</c:v>
                </c:pt>
                <c:pt idx="270">
                  <c:v>93.099860000000007</c:v>
                </c:pt>
                <c:pt idx="271">
                  <c:v>92.960470000000001</c:v>
                </c:pt>
                <c:pt idx="272">
                  <c:v>92.670630000000003</c:v>
                </c:pt>
                <c:pt idx="273">
                  <c:v>92.856450000000009</c:v>
                </c:pt>
                <c:pt idx="274">
                  <c:v>92.796540000000007</c:v>
                </c:pt>
                <c:pt idx="275">
                  <c:v>92.451580000000007</c:v>
                </c:pt>
                <c:pt idx="276">
                  <c:v>92.297429999999991</c:v>
                </c:pt>
                <c:pt idx="277">
                  <c:v>92.329380000000015</c:v>
                </c:pt>
                <c:pt idx="278">
                  <c:v>92.206159999999997</c:v>
                </c:pt>
                <c:pt idx="279">
                  <c:v>92.199839999999995</c:v>
                </c:pt>
                <c:pt idx="280">
                  <c:v>92.013079999999988</c:v>
                </c:pt>
                <c:pt idx="281">
                  <c:v>91.968760000000003</c:v>
                </c:pt>
                <c:pt idx="282">
                  <c:v>91.795120000000011</c:v>
                </c:pt>
                <c:pt idx="283">
                  <c:v>91.780439999999999</c:v>
                </c:pt>
                <c:pt idx="284">
                  <c:v>91.697059999999993</c:v>
                </c:pt>
                <c:pt idx="285">
                  <c:v>91.506710000000012</c:v>
                </c:pt>
                <c:pt idx="286">
                  <c:v>91.508730000000014</c:v>
                </c:pt>
                <c:pt idx="287">
                  <c:v>91.531579999999991</c:v>
                </c:pt>
                <c:pt idx="288">
                  <c:v>91.66395</c:v>
                </c:pt>
                <c:pt idx="289">
                  <c:v>91.562210000000007</c:v>
                </c:pt>
                <c:pt idx="290">
                  <c:v>91.482370000000003</c:v>
                </c:pt>
                <c:pt idx="291">
                  <c:v>91.421530000000004</c:v>
                </c:pt>
                <c:pt idx="292">
                  <c:v>91.367419999999996</c:v>
                </c:pt>
                <c:pt idx="293">
                  <c:v>91.313209999999998</c:v>
                </c:pt>
                <c:pt idx="294">
                  <c:v>91.234070000000003</c:v>
                </c:pt>
                <c:pt idx="295">
                  <c:v>91.441870000000009</c:v>
                </c:pt>
                <c:pt idx="296">
                  <c:v>91.340810000000005</c:v>
                </c:pt>
                <c:pt idx="297">
                  <c:v>91.262180000000001</c:v>
                </c:pt>
                <c:pt idx="298">
                  <c:v>91.289850000000001</c:v>
                </c:pt>
                <c:pt idx="299">
                  <c:v>91.311280000000011</c:v>
                </c:pt>
                <c:pt idx="300">
                  <c:v>91.311120000000003</c:v>
                </c:pt>
                <c:pt idx="301">
                  <c:v>91.420720000000003</c:v>
                </c:pt>
                <c:pt idx="302">
                  <c:v>91.389669999999995</c:v>
                </c:pt>
                <c:pt idx="303">
                  <c:v>91.523559999999989</c:v>
                </c:pt>
                <c:pt idx="304">
                  <c:v>91.718600000000009</c:v>
                </c:pt>
                <c:pt idx="305">
                  <c:v>92.105940000000004</c:v>
                </c:pt>
                <c:pt idx="306">
                  <c:v>92.332009999999997</c:v>
                </c:pt>
                <c:pt idx="307">
                  <c:v>92.374470000000002</c:v>
                </c:pt>
                <c:pt idx="308">
                  <c:v>92.647680000000008</c:v>
                </c:pt>
                <c:pt idx="309">
                  <c:v>92.671179999999993</c:v>
                </c:pt>
                <c:pt idx="310">
                  <c:v>92.833939999999998</c:v>
                </c:pt>
                <c:pt idx="311">
                  <c:v>92.900899999999993</c:v>
                </c:pt>
                <c:pt idx="312">
                  <c:v>92.980940000000004</c:v>
                </c:pt>
                <c:pt idx="313">
                  <c:v>92.89564</c:v>
                </c:pt>
                <c:pt idx="314">
                  <c:v>92.915750000000003</c:v>
                </c:pt>
                <c:pt idx="315">
                  <c:v>92.965769999999992</c:v>
                </c:pt>
                <c:pt idx="316">
                  <c:v>93.146350000000012</c:v>
                </c:pt>
                <c:pt idx="317">
                  <c:v>93.058630000000008</c:v>
                </c:pt>
                <c:pt idx="318">
                  <c:v>93.144319999999993</c:v>
                </c:pt>
                <c:pt idx="319">
                  <c:v>93.340630000000004</c:v>
                </c:pt>
                <c:pt idx="320">
                  <c:v>93.229950000000002</c:v>
                </c:pt>
                <c:pt idx="321">
                  <c:v>93.29670999999999</c:v>
                </c:pt>
                <c:pt idx="322">
                  <c:v>93.349189999999993</c:v>
                </c:pt>
                <c:pt idx="323">
                  <c:v>93.263739999999999</c:v>
                </c:pt>
                <c:pt idx="324">
                  <c:v>93.288129999999995</c:v>
                </c:pt>
                <c:pt idx="325">
                  <c:v>93.273899999999998</c:v>
                </c:pt>
                <c:pt idx="326">
                  <c:v>93.145989999999998</c:v>
                </c:pt>
                <c:pt idx="327">
                  <c:v>93.193330000000003</c:v>
                </c:pt>
                <c:pt idx="328">
                  <c:v>93.154640000000001</c:v>
                </c:pt>
                <c:pt idx="329">
                  <c:v>93.120249999999999</c:v>
                </c:pt>
                <c:pt idx="330">
                  <c:v>93.138819999999996</c:v>
                </c:pt>
                <c:pt idx="331">
                  <c:v>93.25336999999999</c:v>
                </c:pt>
                <c:pt idx="332">
                  <c:v>93.216999999999999</c:v>
                </c:pt>
                <c:pt idx="333">
                  <c:v>93.222629999999995</c:v>
                </c:pt>
                <c:pt idx="334">
                  <c:v>93.199389999999994</c:v>
                </c:pt>
                <c:pt idx="335">
                  <c:v>93.182490000000001</c:v>
                </c:pt>
                <c:pt idx="336">
                  <c:v>93.163260000000008</c:v>
                </c:pt>
                <c:pt idx="337">
                  <c:v>93.150320000000008</c:v>
                </c:pt>
                <c:pt idx="338">
                  <c:v>93.136319999999998</c:v>
                </c:pt>
                <c:pt idx="339">
                  <c:v>93.128960000000006</c:v>
                </c:pt>
                <c:pt idx="340">
                  <c:v>93.126710000000003</c:v>
                </c:pt>
                <c:pt idx="341">
                  <c:v>93.139690000000002</c:v>
                </c:pt>
                <c:pt idx="342">
                  <c:v>93.143419999999992</c:v>
                </c:pt>
                <c:pt idx="343">
                  <c:v>93.146799999999985</c:v>
                </c:pt>
                <c:pt idx="344">
                  <c:v>93.149820000000005</c:v>
                </c:pt>
                <c:pt idx="345">
                  <c:v>93.156639999999996</c:v>
                </c:pt>
                <c:pt idx="346">
                  <c:v>93.15034</c:v>
                </c:pt>
                <c:pt idx="347">
                  <c:v>93.142580000000009</c:v>
                </c:pt>
                <c:pt idx="348">
                  <c:v>93.12079</c:v>
                </c:pt>
                <c:pt idx="349">
                  <c:v>93.10508999999999</c:v>
                </c:pt>
                <c:pt idx="350">
                  <c:v>93.115369999999999</c:v>
                </c:pt>
                <c:pt idx="351">
                  <c:v>93.134990000000002</c:v>
                </c:pt>
                <c:pt idx="352">
                  <c:v>93.170009999999991</c:v>
                </c:pt>
                <c:pt idx="353">
                  <c:v>92.937259999999995</c:v>
                </c:pt>
                <c:pt idx="354">
                  <c:v>93.308420000000012</c:v>
                </c:pt>
                <c:pt idx="355">
                  <c:v>93.043639999999996</c:v>
                </c:pt>
                <c:pt idx="356">
                  <c:v>93.102119999999999</c:v>
                </c:pt>
                <c:pt idx="357">
                  <c:v>92.924659999999989</c:v>
                </c:pt>
                <c:pt idx="358">
                  <c:v>92.904429999999991</c:v>
                </c:pt>
                <c:pt idx="359">
                  <c:v>92.895929999999993</c:v>
                </c:pt>
                <c:pt idx="360">
                  <c:v>92.70232</c:v>
                </c:pt>
                <c:pt idx="361">
                  <c:v>92.682389999999998</c:v>
                </c:pt>
                <c:pt idx="362">
                  <c:v>92.448210000000003</c:v>
                </c:pt>
                <c:pt idx="363">
                  <c:v>92.268550000000005</c:v>
                </c:pt>
                <c:pt idx="364">
                  <c:v>92.496170000000006</c:v>
                </c:pt>
                <c:pt idx="365">
                  <c:v>92.416850000000011</c:v>
                </c:pt>
                <c:pt idx="366">
                  <c:v>92.267880000000005</c:v>
                </c:pt>
                <c:pt idx="367">
                  <c:v>92.142240000000001</c:v>
                </c:pt>
                <c:pt idx="368">
                  <c:v>91.935199999999995</c:v>
                </c:pt>
                <c:pt idx="369">
                  <c:v>91.898259999999993</c:v>
                </c:pt>
                <c:pt idx="370">
                  <c:v>91.824739999999991</c:v>
                </c:pt>
                <c:pt idx="371">
                  <c:v>91.689019999999999</c:v>
                </c:pt>
                <c:pt idx="372">
                  <c:v>91.629760000000005</c:v>
                </c:pt>
                <c:pt idx="373">
                  <c:v>91.58211</c:v>
                </c:pt>
                <c:pt idx="374">
                  <c:v>91.606830000000002</c:v>
                </c:pt>
                <c:pt idx="375">
                  <c:v>91.739540000000005</c:v>
                </c:pt>
                <c:pt idx="376">
                  <c:v>91.570699999999988</c:v>
                </c:pt>
                <c:pt idx="377">
                  <c:v>91.423210000000012</c:v>
                </c:pt>
                <c:pt idx="378">
                  <c:v>91.587350000000001</c:v>
                </c:pt>
                <c:pt idx="379">
                  <c:v>91.499310000000008</c:v>
                </c:pt>
                <c:pt idx="380">
                  <c:v>91.418040000000005</c:v>
                </c:pt>
                <c:pt idx="381">
                  <c:v>91.359840000000005</c:v>
                </c:pt>
                <c:pt idx="382">
                  <c:v>91.379429999999999</c:v>
                </c:pt>
                <c:pt idx="383">
                  <c:v>91.393920000000008</c:v>
                </c:pt>
                <c:pt idx="384">
                  <c:v>91.405529999999999</c:v>
                </c:pt>
                <c:pt idx="385">
                  <c:v>91.415780000000012</c:v>
                </c:pt>
                <c:pt idx="386">
                  <c:v>91.374210000000005</c:v>
                </c:pt>
                <c:pt idx="387">
                  <c:v>91.348299999999995</c:v>
                </c:pt>
                <c:pt idx="388">
                  <c:v>91.373169999999988</c:v>
                </c:pt>
                <c:pt idx="389">
                  <c:v>91.383310000000009</c:v>
                </c:pt>
                <c:pt idx="390">
                  <c:v>91.565030000000007</c:v>
                </c:pt>
                <c:pt idx="391">
                  <c:v>91.69144</c:v>
                </c:pt>
                <c:pt idx="392">
                  <c:v>91.925659999999993</c:v>
                </c:pt>
                <c:pt idx="393">
                  <c:v>92.139380000000003</c:v>
                </c:pt>
                <c:pt idx="394">
                  <c:v>92.048520000000011</c:v>
                </c:pt>
                <c:pt idx="395">
                  <c:v>92.255629999999996</c:v>
                </c:pt>
                <c:pt idx="396">
                  <c:v>92.538520000000005</c:v>
                </c:pt>
                <c:pt idx="397">
                  <c:v>92.627970000000005</c:v>
                </c:pt>
                <c:pt idx="398">
                  <c:v>92.627769999999998</c:v>
                </c:pt>
                <c:pt idx="399">
                  <c:v>92.716630000000009</c:v>
                </c:pt>
                <c:pt idx="400">
                  <c:v>92.764779999999988</c:v>
                </c:pt>
                <c:pt idx="401">
                  <c:v>92.899910000000006</c:v>
                </c:pt>
                <c:pt idx="402">
                  <c:v>92.668949999999995</c:v>
                </c:pt>
                <c:pt idx="403">
                  <c:v>92.866659999999996</c:v>
                </c:pt>
                <c:pt idx="404">
                  <c:v>92.635109999999997</c:v>
                </c:pt>
                <c:pt idx="405">
                  <c:v>92.909349999999989</c:v>
                </c:pt>
                <c:pt idx="406">
                  <c:v>93.115650000000002</c:v>
                </c:pt>
                <c:pt idx="407">
                  <c:v>93.019149999999996</c:v>
                </c:pt>
                <c:pt idx="408">
                  <c:v>92.79113000000001</c:v>
                </c:pt>
                <c:pt idx="409">
                  <c:v>92.971699999999998</c:v>
                </c:pt>
                <c:pt idx="410">
                  <c:v>92.92322999999999</c:v>
                </c:pt>
                <c:pt idx="411">
                  <c:v>92.914999999999992</c:v>
                </c:pt>
                <c:pt idx="412">
                  <c:v>93.020530000000008</c:v>
                </c:pt>
                <c:pt idx="413">
                  <c:v>93.107520000000008</c:v>
                </c:pt>
                <c:pt idx="414">
                  <c:v>93.114519999999999</c:v>
                </c:pt>
                <c:pt idx="415">
                  <c:v>93.09984</c:v>
                </c:pt>
                <c:pt idx="416">
                  <c:v>93.124040000000008</c:v>
                </c:pt>
                <c:pt idx="417">
                  <c:v>93.144720000000007</c:v>
                </c:pt>
                <c:pt idx="418">
                  <c:v>93.153840000000002</c:v>
                </c:pt>
                <c:pt idx="419">
                  <c:v>93.167839999999998</c:v>
                </c:pt>
                <c:pt idx="420">
                  <c:v>93.211749999999995</c:v>
                </c:pt>
                <c:pt idx="421">
                  <c:v>93.252530000000007</c:v>
                </c:pt>
                <c:pt idx="422">
                  <c:v>93.189210000000003</c:v>
                </c:pt>
                <c:pt idx="423">
                  <c:v>93.243639999999999</c:v>
                </c:pt>
                <c:pt idx="424">
                  <c:v>93.185470000000009</c:v>
                </c:pt>
                <c:pt idx="425">
                  <c:v>93.1738</c:v>
                </c:pt>
                <c:pt idx="426">
                  <c:v>93.179029999999997</c:v>
                </c:pt>
                <c:pt idx="427">
                  <c:v>93.182559999999995</c:v>
                </c:pt>
                <c:pt idx="428">
                  <c:v>93.310820000000007</c:v>
                </c:pt>
                <c:pt idx="429">
                  <c:v>93.176400000000001</c:v>
                </c:pt>
                <c:pt idx="430">
                  <c:v>93.141459999999995</c:v>
                </c:pt>
                <c:pt idx="431">
                  <c:v>93.11551</c:v>
                </c:pt>
                <c:pt idx="432">
                  <c:v>93.090609999999998</c:v>
                </c:pt>
                <c:pt idx="433">
                  <c:v>93.075329999999994</c:v>
                </c:pt>
                <c:pt idx="434">
                  <c:v>93.159050000000008</c:v>
                </c:pt>
                <c:pt idx="435">
                  <c:v>93.217770000000002</c:v>
                </c:pt>
                <c:pt idx="436">
                  <c:v>93.233669999999989</c:v>
                </c:pt>
                <c:pt idx="437">
                  <c:v>93.205080000000009</c:v>
                </c:pt>
                <c:pt idx="438">
                  <c:v>93.194359999999989</c:v>
                </c:pt>
                <c:pt idx="439">
                  <c:v>93.183130000000006</c:v>
                </c:pt>
                <c:pt idx="440">
                  <c:v>93.224280000000007</c:v>
                </c:pt>
                <c:pt idx="441">
                  <c:v>93.138009999999994</c:v>
                </c:pt>
                <c:pt idx="442">
                  <c:v>93.154869999999988</c:v>
                </c:pt>
                <c:pt idx="443">
                  <c:v>93.084670000000003</c:v>
                </c:pt>
                <c:pt idx="444">
                  <c:v>93.274509999999992</c:v>
                </c:pt>
                <c:pt idx="445">
                  <c:v>92.945620000000005</c:v>
                </c:pt>
                <c:pt idx="446">
                  <c:v>92.968910000000008</c:v>
                </c:pt>
                <c:pt idx="447">
                  <c:v>93.121179999999995</c:v>
                </c:pt>
                <c:pt idx="448">
                  <c:v>92.884049999999988</c:v>
                </c:pt>
                <c:pt idx="449">
                  <c:v>93.008150000000001</c:v>
                </c:pt>
                <c:pt idx="450">
                  <c:v>93.102549999999994</c:v>
                </c:pt>
                <c:pt idx="451">
                  <c:v>92.928809999999999</c:v>
                </c:pt>
                <c:pt idx="452">
                  <c:v>92.67774</c:v>
                </c:pt>
                <c:pt idx="453">
                  <c:v>92.889880000000005</c:v>
                </c:pt>
                <c:pt idx="454">
                  <c:v>92.508669999999995</c:v>
                </c:pt>
                <c:pt idx="455">
                  <c:v>92.66431</c:v>
                </c:pt>
                <c:pt idx="456">
                  <c:v>92.531289999999998</c:v>
                </c:pt>
                <c:pt idx="457">
                  <c:v>92.492549999999994</c:v>
                </c:pt>
                <c:pt idx="458">
                  <c:v>92.297689999999989</c:v>
                </c:pt>
                <c:pt idx="459">
                  <c:v>92.230410000000006</c:v>
                </c:pt>
                <c:pt idx="460">
                  <c:v>92.397459999999995</c:v>
                </c:pt>
                <c:pt idx="461">
                  <c:v>92.275649999999999</c:v>
                </c:pt>
                <c:pt idx="462">
                  <c:v>91.88109</c:v>
                </c:pt>
                <c:pt idx="463">
                  <c:v>91.947710000000001</c:v>
                </c:pt>
                <c:pt idx="464">
                  <c:v>91.529699999999991</c:v>
                </c:pt>
                <c:pt idx="465">
                  <c:v>91.392609999999991</c:v>
                </c:pt>
                <c:pt idx="466">
                  <c:v>91.380560000000003</c:v>
                </c:pt>
                <c:pt idx="467">
                  <c:v>91.083470000000005</c:v>
                </c:pt>
                <c:pt idx="468">
                  <c:v>91.21665999999999</c:v>
                </c:pt>
                <c:pt idx="469">
                  <c:v>90.84648</c:v>
                </c:pt>
                <c:pt idx="470">
                  <c:v>90.979500000000002</c:v>
                </c:pt>
                <c:pt idx="471">
                  <c:v>90.858180000000004</c:v>
                </c:pt>
                <c:pt idx="472">
                  <c:v>90.365949999999998</c:v>
                </c:pt>
                <c:pt idx="473">
                  <c:v>90.457430000000002</c:v>
                </c:pt>
                <c:pt idx="474">
                  <c:v>90.236710000000002</c:v>
                </c:pt>
                <c:pt idx="475">
                  <c:v>90.146870000000007</c:v>
                </c:pt>
                <c:pt idx="476">
                  <c:v>90.161079999999998</c:v>
                </c:pt>
                <c:pt idx="477">
                  <c:v>90.125810000000001</c:v>
                </c:pt>
                <c:pt idx="478">
                  <c:v>89.961020000000005</c:v>
                </c:pt>
                <c:pt idx="479">
                  <c:v>89.810999999999993</c:v>
                </c:pt>
                <c:pt idx="480">
                  <c:v>89.844830000000002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E8E-4BD4-AA35-BC3077E4C077}"/>
            </c:ext>
          </c:extLst>
        </c:ser>
        <c:ser>
          <c:idx val="0"/>
          <c:order val="2"/>
          <c:tx>
            <c:strRef>
              <c:f>[통합.xlsx]Sheet1!$U$1</c:f>
              <c:strCache>
                <c:ptCount val="1"/>
                <c:pt idx="0">
                  <c:v>C: 110mm</c:v>
                </c:pt>
              </c:strCache>
            </c:strRef>
          </c:tx>
          <c:spPr>
            <a:ln w="508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noFill/>
              <a:ln w="9525">
                <a:noFill/>
              </a:ln>
              <a:effectLst/>
            </c:spPr>
          </c:marker>
          <c:xVal>
            <c:numRef>
              <c:f>[1]Sheet1!$L$2:$L$1293</c:f>
              <c:numCache>
                <c:formatCode>General</c:formatCode>
                <c:ptCount val="1292"/>
                <c:pt idx="1">
                  <c:v>0.34999498000000001</c:v>
                </c:pt>
                <c:pt idx="2">
                  <c:v>0.34638858</c:v>
                </c:pt>
                <c:pt idx="3">
                  <c:v>0.34889737999999998</c:v>
                </c:pt>
                <c:pt idx="4">
                  <c:v>0.35384778</c:v>
                </c:pt>
                <c:pt idx="5">
                  <c:v>0.36057897999999999</c:v>
                </c:pt>
                <c:pt idx="6">
                  <c:v>0.36820617999999999</c:v>
                </c:pt>
                <c:pt idx="7">
                  <c:v>0.37950697999999999</c:v>
                </c:pt>
                <c:pt idx="8">
                  <c:v>0.39379818</c:v>
                </c:pt>
                <c:pt idx="9">
                  <c:v>0.40728298000000002</c:v>
                </c:pt>
                <c:pt idx="10">
                  <c:v>0.41707178</c:v>
                </c:pt>
                <c:pt idx="11">
                  <c:v>0.42896617999999997</c:v>
                </c:pt>
                <c:pt idx="12">
                  <c:v>0.44288778000000001</c:v>
                </c:pt>
                <c:pt idx="13">
                  <c:v>0.45798538</c:v>
                </c:pt>
                <c:pt idx="14">
                  <c:v>0.47294858000000001</c:v>
                </c:pt>
                <c:pt idx="15">
                  <c:v>0.49008457999999999</c:v>
                </c:pt>
                <c:pt idx="16">
                  <c:v>0.51021097999999998</c:v>
                </c:pt>
                <c:pt idx="17">
                  <c:v>0.53643017999999998</c:v>
                </c:pt>
                <c:pt idx="18">
                  <c:v>0.56680458</c:v>
                </c:pt>
                <c:pt idx="19">
                  <c:v>0.61223178</c:v>
                </c:pt>
                <c:pt idx="20">
                  <c:v>0.65725577999999996</c:v>
                </c:pt>
                <c:pt idx="21">
                  <c:v>0.70783498</c:v>
                </c:pt>
                <c:pt idx="22">
                  <c:v>0.77964937999999995</c:v>
                </c:pt>
                <c:pt idx="23">
                  <c:v>0.85877738000000003</c:v>
                </c:pt>
                <c:pt idx="24">
                  <c:v>0.92888937999999999</c:v>
                </c:pt>
                <c:pt idx="25">
                  <c:v>0.98738698000000003</c:v>
                </c:pt>
                <c:pt idx="26">
                  <c:v>1.03625258</c:v>
                </c:pt>
                <c:pt idx="27">
                  <c:v>1.0792381799999999</c:v>
                </c:pt>
                <c:pt idx="28">
                  <c:v>1.1260093799999999</c:v>
                </c:pt>
                <c:pt idx="29">
                  <c:v>1.17999338</c:v>
                </c:pt>
                <c:pt idx="30">
                  <c:v>1.23852458</c:v>
                </c:pt>
                <c:pt idx="31">
                  <c:v>1.29829898</c:v>
                </c:pt>
                <c:pt idx="32">
                  <c:v>1.36496138</c:v>
                </c:pt>
                <c:pt idx="33">
                  <c:v>1.4459821799999999</c:v>
                </c:pt>
                <c:pt idx="34">
                  <c:v>1.5326365799999999</c:v>
                </c:pt>
                <c:pt idx="35">
                  <c:v>1.61561738</c:v>
                </c:pt>
                <c:pt idx="36">
                  <c:v>1.69304298</c:v>
                </c:pt>
                <c:pt idx="37">
                  <c:v>1.7668845799999999</c:v>
                </c:pt>
                <c:pt idx="38">
                  <c:v>1.83937098</c:v>
                </c:pt>
                <c:pt idx="39">
                  <c:v>1.9183085799999999</c:v>
                </c:pt>
                <c:pt idx="40">
                  <c:v>2.00350698</c:v>
                </c:pt>
                <c:pt idx="41">
                  <c:v>2.0871037800000001</c:v>
                </c:pt>
                <c:pt idx="42">
                  <c:v>2.16133738</c:v>
                </c:pt>
                <c:pt idx="43">
                  <c:v>2.2273501800000002</c:v>
                </c:pt>
                <c:pt idx="44">
                  <c:v>2.2817485799999999</c:v>
                </c:pt>
                <c:pt idx="45">
                  <c:v>2.3257757799999998</c:v>
                </c:pt>
                <c:pt idx="46">
                  <c:v>2.3618285800000001</c:v>
                </c:pt>
                <c:pt idx="47">
                  <c:v>2.39655978</c:v>
                </c:pt>
                <c:pt idx="48">
                  <c:v>2.4420317800000002</c:v>
                </c:pt>
                <c:pt idx="49">
                  <c:v>2.4833597799999998</c:v>
                </c:pt>
                <c:pt idx="50">
                  <c:v>2.5188189799999998</c:v>
                </c:pt>
                <c:pt idx="51">
                  <c:v>2.55031338</c:v>
                </c:pt>
                <c:pt idx="52">
                  <c:v>2.5874301800000001</c:v>
                </c:pt>
                <c:pt idx="53">
                  <c:v>2.6263389799999999</c:v>
                </c:pt>
                <c:pt idx="54">
                  <c:v>2.67515978</c:v>
                </c:pt>
                <c:pt idx="55">
                  <c:v>2.7252013800000001</c:v>
                </c:pt>
                <c:pt idx="56">
                  <c:v>2.7708749799999999</c:v>
                </c:pt>
                <c:pt idx="57">
                  <c:v>2.8052365799999999</c:v>
                </c:pt>
                <c:pt idx="58">
                  <c:v>2.83180298</c:v>
                </c:pt>
                <c:pt idx="59">
                  <c:v>2.8572829799999999</c:v>
                </c:pt>
                <c:pt idx="60">
                  <c:v>2.8872205800000001</c:v>
                </c:pt>
                <c:pt idx="61">
                  <c:v>2.9171469800000001</c:v>
                </c:pt>
                <c:pt idx="62">
                  <c:v>2.95143018</c:v>
                </c:pt>
                <c:pt idx="63">
                  <c:v>2.9893085799999999</c:v>
                </c:pt>
                <c:pt idx="64">
                  <c:v>3.0168269799999998</c:v>
                </c:pt>
                <c:pt idx="65">
                  <c:v>3.0304013799999998</c:v>
                </c:pt>
                <c:pt idx="66">
                  <c:v>3.0359117800000002</c:v>
                </c:pt>
                <c:pt idx="67">
                  <c:v>3.0424301800000002</c:v>
                </c:pt>
                <c:pt idx="68">
                  <c:v>3.0559597799999998</c:v>
                </c:pt>
                <c:pt idx="69">
                  <c:v>3.0830413800000001</c:v>
                </c:pt>
                <c:pt idx="70">
                  <c:v>3.1077933799999999</c:v>
                </c:pt>
                <c:pt idx="71">
                  <c:v>3.1127437800000002</c:v>
                </c:pt>
                <c:pt idx="72">
                  <c:v>3.0975005800000002</c:v>
                </c:pt>
                <c:pt idx="73">
                  <c:v>3.0762205800000002</c:v>
                </c:pt>
                <c:pt idx="74">
                  <c:v>3.0718525799999998</c:v>
                </c:pt>
                <c:pt idx="75">
                  <c:v>3.08602058</c:v>
                </c:pt>
                <c:pt idx="76">
                  <c:v>3.1005469799999998</c:v>
                </c:pt>
                <c:pt idx="77">
                  <c:v>3.09853098</c:v>
                </c:pt>
                <c:pt idx="78">
                  <c:v>3.0713597799999999</c:v>
                </c:pt>
                <c:pt idx="79">
                  <c:v>3.0263805800000001</c:v>
                </c:pt>
                <c:pt idx="80">
                  <c:v>2.9805501799999998</c:v>
                </c:pt>
                <c:pt idx="81">
                  <c:v>2.9471405800000001</c:v>
                </c:pt>
                <c:pt idx="82">
                  <c:v>2.9216717800000001</c:v>
                </c:pt>
                <c:pt idx="83">
                  <c:v>2.89901418</c:v>
                </c:pt>
                <c:pt idx="84">
                  <c:v>2.8707789799999999</c:v>
                </c:pt>
                <c:pt idx="85">
                  <c:v>2.84826698</c:v>
                </c:pt>
                <c:pt idx="86">
                  <c:v>2.8311645799999998</c:v>
                </c:pt>
                <c:pt idx="87">
                  <c:v>2.8176797800000002</c:v>
                </c:pt>
                <c:pt idx="88">
                  <c:v>2.81847498</c:v>
                </c:pt>
                <c:pt idx="89">
                  <c:v>2.8332365799999999</c:v>
                </c:pt>
                <c:pt idx="90">
                  <c:v>2.8566781799999998</c:v>
                </c:pt>
                <c:pt idx="91">
                  <c:v>2.8783837800000001</c:v>
                </c:pt>
                <c:pt idx="92">
                  <c:v>2.8844541800000001</c:v>
                </c:pt>
                <c:pt idx="93">
                  <c:v>2.8709469799999998</c:v>
                </c:pt>
                <c:pt idx="94">
                  <c:v>2.8541245800000001</c:v>
                </c:pt>
                <c:pt idx="95">
                  <c:v>2.8433837799999999</c:v>
                </c:pt>
                <c:pt idx="96">
                  <c:v>2.8441005800000001</c:v>
                </c:pt>
                <c:pt idx="97">
                  <c:v>2.8551773800000002</c:v>
                </c:pt>
                <c:pt idx="98">
                  <c:v>2.8691885799999999</c:v>
                </c:pt>
                <c:pt idx="99">
                  <c:v>2.8762445799999998</c:v>
                </c:pt>
                <c:pt idx="100">
                  <c:v>2.8690205799999999</c:v>
                </c:pt>
                <c:pt idx="101">
                  <c:v>2.8632749799999999</c:v>
                </c:pt>
                <c:pt idx="102">
                  <c:v>2.8640365800000001</c:v>
                </c:pt>
                <c:pt idx="103">
                  <c:v>2.8666349800000002</c:v>
                </c:pt>
                <c:pt idx="104">
                  <c:v>2.8571821800000001</c:v>
                </c:pt>
                <c:pt idx="105">
                  <c:v>2.8441789800000001</c:v>
                </c:pt>
                <c:pt idx="106">
                  <c:v>2.8417597799999998</c:v>
                </c:pt>
                <c:pt idx="107">
                  <c:v>2.8446269800000001</c:v>
                </c:pt>
                <c:pt idx="108">
                  <c:v>2.8429469799999998</c:v>
                </c:pt>
                <c:pt idx="109">
                  <c:v>2.8313773800000002</c:v>
                </c:pt>
                <c:pt idx="110">
                  <c:v>2.8021341799999999</c:v>
                </c:pt>
                <c:pt idx="111">
                  <c:v>2.7593501800000002</c:v>
                </c:pt>
                <c:pt idx="112">
                  <c:v>2.71603978</c:v>
                </c:pt>
                <c:pt idx="113">
                  <c:v>2.6772093799999999</c:v>
                </c:pt>
                <c:pt idx="114">
                  <c:v>2.6393645800000001</c:v>
                </c:pt>
                <c:pt idx="115">
                  <c:v>2.5953709800000002</c:v>
                </c:pt>
                <c:pt idx="116">
                  <c:v>2.5410285799999999</c:v>
                </c:pt>
                <c:pt idx="117">
                  <c:v>2.4883325799999998</c:v>
                </c:pt>
                <c:pt idx="118">
                  <c:v>2.4517981799999999</c:v>
                </c:pt>
                <c:pt idx="119">
                  <c:v>2.3957309800000002</c:v>
                </c:pt>
                <c:pt idx="120">
                  <c:v>2.3379837800000001</c:v>
                </c:pt>
                <c:pt idx="121">
                  <c:v>2.30155018</c:v>
                </c:pt>
                <c:pt idx="122">
                  <c:v>2.2771117799999998</c:v>
                </c:pt>
                <c:pt idx="123">
                  <c:v>2.25047818</c:v>
                </c:pt>
                <c:pt idx="124">
                  <c:v>2.2058237799999998</c:v>
                </c:pt>
                <c:pt idx="125">
                  <c:v>2.14462698</c:v>
                </c:pt>
                <c:pt idx="126">
                  <c:v>2.0687133800000002</c:v>
                </c:pt>
                <c:pt idx="127">
                  <c:v>2.0012781799999999</c:v>
                </c:pt>
                <c:pt idx="128">
                  <c:v>1.95576138</c:v>
                </c:pt>
                <c:pt idx="129">
                  <c:v>1.9286013799999999</c:v>
                </c:pt>
                <c:pt idx="130">
                  <c:v>1.9103789799999999</c:v>
                </c:pt>
                <c:pt idx="131">
                  <c:v>1.8908349799999999</c:v>
                </c:pt>
                <c:pt idx="132">
                  <c:v>1.86132298</c:v>
                </c:pt>
                <c:pt idx="133">
                  <c:v>1.82455338</c:v>
                </c:pt>
                <c:pt idx="134">
                  <c:v>1.78114218</c:v>
                </c:pt>
                <c:pt idx="135">
                  <c:v>1.73593898</c:v>
                </c:pt>
                <c:pt idx="136">
                  <c:v>1.69563018</c:v>
                </c:pt>
                <c:pt idx="137">
                  <c:v>1.6610109799999999</c:v>
                </c:pt>
                <c:pt idx="138">
                  <c:v>1.6348813799999999</c:v>
                </c:pt>
                <c:pt idx="139">
                  <c:v>1.61208938</c:v>
                </c:pt>
                <c:pt idx="140">
                  <c:v>1.5906973799999999</c:v>
                </c:pt>
                <c:pt idx="141">
                  <c:v>1.5573213800000001</c:v>
                </c:pt>
                <c:pt idx="142">
                  <c:v>1.5018253800000001</c:v>
                </c:pt>
                <c:pt idx="143">
                  <c:v>1.43306858</c:v>
                </c:pt>
                <c:pt idx="144">
                  <c:v>1.3610973799999999</c:v>
                </c:pt>
                <c:pt idx="145">
                  <c:v>1.29837738</c:v>
                </c:pt>
                <c:pt idx="146">
                  <c:v>1.2540813799999999</c:v>
                </c:pt>
                <c:pt idx="147">
                  <c:v>1.2157325800000001</c:v>
                </c:pt>
                <c:pt idx="148">
                  <c:v>1.17224298</c:v>
                </c:pt>
                <c:pt idx="149">
                  <c:v>1.10676778</c:v>
                </c:pt>
                <c:pt idx="150">
                  <c:v>1.0183661799999999</c:v>
                </c:pt>
                <c:pt idx="151">
                  <c:v>0.92121737999999997</c:v>
                </c:pt>
                <c:pt idx="152">
                  <c:v>0.83260297999999999</c:v>
                </c:pt>
                <c:pt idx="153">
                  <c:v>0.75848137999999998</c:v>
                </c:pt>
                <c:pt idx="154">
                  <c:v>0.70679338000000003</c:v>
                </c:pt>
                <c:pt idx="155">
                  <c:v>0.67228617999999996</c:v>
                </c:pt>
                <c:pt idx="156">
                  <c:v>0.64603337999999999</c:v>
                </c:pt>
                <c:pt idx="157">
                  <c:v>0.62185257999999999</c:v>
                </c:pt>
                <c:pt idx="158">
                  <c:v>0.59795178000000004</c:v>
                </c:pt>
                <c:pt idx="159">
                  <c:v>0.57670538000000005</c:v>
                </c:pt>
                <c:pt idx="160">
                  <c:v>0.55787818</c:v>
                </c:pt>
                <c:pt idx="161">
                  <c:v>0.54101098000000003</c:v>
                </c:pt>
                <c:pt idx="162">
                  <c:v>0.53140138000000003</c:v>
                </c:pt>
                <c:pt idx="163">
                  <c:v>0.53055017999999998</c:v>
                </c:pt>
                <c:pt idx="164">
                  <c:v>0.53789737999999998</c:v>
                </c:pt>
                <c:pt idx="165">
                  <c:v>0.54885097999999999</c:v>
                </c:pt>
                <c:pt idx="166">
                  <c:v>0.56094697999999998</c:v>
                </c:pt>
                <c:pt idx="167">
                  <c:v>0.56326538000000004</c:v>
                </c:pt>
                <c:pt idx="168">
                  <c:v>0.55548138000000002</c:v>
                </c:pt>
                <c:pt idx="169">
                  <c:v>0.54029417999999996</c:v>
                </c:pt>
                <c:pt idx="170">
                  <c:v>0.52576778000000002</c:v>
                </c:pt>
                <c:pt idx="171">
                  <c:v>0.52425577999999995</c:v>
                </c:pt>
                <c:pt idx="172">
                  <c:v>0.51397417999999995</c:v>
                </c:pt>
                <c:pt idx="173">
                  <c:v>0.49677097999999997</c:v>
                </c:pt>
                <c:pt idx="174">
                  <c:v>0.47950058000000001</c:v>
                </c:pt>
                <c:pt idx="175">
                  <c:v>0.46355178000000002</c:v>
                </c:pt>
                <c:pt idx="176">
                  <c:v>0.44230538000000003</c:v>
                </c:pt>
                <c:pt idx="177">
                  <c:v>0.42171977999999999</c:v>
                </c:pt>
                <c:pt idx="178">
                  <c:v>0.40294858</c:v>
                </c:pt>
                <c:pt idx="179">
                  <c:v>0.38761578000000002</c:v>
                </c:pt>
                <c:pt idx="180">
                  <c:v>0.36894537999999999</c:v>
                </c:pt>
                <c:pt idx="181">
                  <c:v>0.34986057999999998</c:v>
                </c:pt>
                <c:pt idx="182">
                  <c:v>0.33420297999999998</c:v>
                </c:pt>
                <c:pt idx="183">
                  <c:v>0.31995657999999999</c:v>
                </c:pt>
                <c:pt idx="184">
                  <c:v>0.30908138000000002</c:v>
                </c:pt>
                <c:pt idx="185">
                  <c:v>0.29885578000000002</c:v>
                </c:pt>
                <c:pt idx="186">
                  <c:v>0.29111658000000001</c:v>
                </c:pt>
                <c:pt idx="187">
                  <c:v>0.28716298000000001</c:v>
                </c:pt>
                <c:pt idx="188">
                  <c:v>0.28767818000000001</c:v>
                </c:pt>
                <c:pt idx="189">
                  <c:v>0.29029897999999998</c:v>
                </c:pt>
                <c:pt idx="190">
                  <c:v>0.29286378000000002</c:v>
                </c:pt>
                <c:pt idx="191">
                  <c:v>0.29686217999999998</c:v>
                </c:pt>
                <c:pt idx="192">
                  <c:v>0.30684138</c:v>
                </c:pt>
                <c:pt idx="193">
                  <c:v>0.31325898000000002</c:v>
                </c:pt>
                <c:pt idx="194">
                  <c:v>0.31003338000000003</c:v>
                </c:pt>
                <c:pt idx="195">
                  <c:v>0.30504937999999998</c:v>
                </c:pt>
                <c:pt idx="196">
                  <c:v>0.29885578000000002</c:v>
                </c:pt>
                <c:pt idx="197">
                  <c:v>0.28845098000000002</c:v>
                </c:pt>
                <c:pt idx="198">
                  <c:v>0.28563978000000001</c:v>
                </c:pt>
                <c:pt idx="199">
                  <c:v>0.28367977999999999</c:v>
                </c:pt>
                <c:pt idx="200">
                  <c:v>0.27418218</c:v>
                </c:pt>
                <c:pt idx="201">
                  <c:v>0.26443818000000002</c:v>
                </c:pt>
                <c:pt idx="202">
                  <c:v>0.25573578000000002</c:v>
                </c:pt>
                <c:pt idx="203">
                  <c:v>0.24637258000000001</c:v>
                </c:pt>
                <c:pt idx="204">
                  <c:v>0.23973098000000001</c:v>
                </c:pt>
                <c:pt idx="205">
                  <c:v>0.23681898000000001</c:v>
                </c:pt>
                <c:pt idx="206">
                  <c:v>0.23537417999999999</c:v>
                </c:pt>
                <c:pt idx="207">
                  <c:v>0.23320138000000001</c:v>
                </c:pt>
                <c:pt idx="208">
                  <c:v>0.23198057999999999</c:v>
                </c:pt>
                <c:pt idx="209">
                  <c:v>0.23144297999999999</c:v>
                </c:pt>
                <c:pt idx="210">
                  <c:v>0.23426538</c:v>
                </c:pt>
                <c:pt idx="211">
                  <c:v>0.24066058000000001</c:v>
                </c:pt>
                <c:pt idx="212">
                  <c:v>0.25256617999999997</c:v>
                </c:pt>
                <c:pt idx="213">
                  <c:v>0.26878378000000003</c:v>
                </c:pt>
                <c:pt idx="214">
                  <c:v>0.28999658</c:v>
                </c:pt>
                <c:pt idx="215">
                  <c:v>0.31713417999999999</c:v>
                </c:pt>
                <c:pt idx="216">
                  <c:v>0.34750858000000001</c:v>
                </c:pt>
                <c:pt idx="217">
                  <c:v>0.38163498000000001</c:v>
                </c:pt>
                <c:pt idx="218">
                  <c:v>0.42273897999999999</c:v>
                </c:pt>
                <c:pt idx="219">
                  <c:v>0.46246537999999998</c:v>
                </c:pt>
                <c:pt idx="220">
                  <c:v>0.48921098000000002</c:v>
                </c:pt>
                <c:pt idx="221">
                  <c:v>0.52128777999999998</c:v>
                </c:pt>
                <c:pt idx="222">
                  <c:v>0.56680458</c:v>
                </c:pt>
                <c:pt idx="223">
                  <c:v>0.61691337999999996</c:v>
                </c:pt>
                <c:pt idx="224">
                  <c:v>0.67118858000000003</c:v>
                </c:pt>
                <c:pt idx="225">
                  <c:v>0.73381898000000001</c:v>
                </c:pt>
                <c:pt idx="226">
                  <c:v>0.79938377999999999</c:v>
                </c:pt>
                <c:pt idx="227">
                  <c:v>0.87119818000000004</c:v>
                </c:pt>
                <c:pt idx="228">
                  <c:v>0.95473898000000001</c:v>
                </c:pt>
                <c:pt idx="229">
                  <c:v>1.0419085800000001</c:v>
                </c:pt>
                <c:pt idx="230">
                  <c:v>1.1304781800000001</c:v>
                </c:pt>
                <c:pt idx="231">
                  <c:v>1.21425418</c:v>
                </c:pt>
                <c:pt idx="232">
                  <c:v>1.29583498</c:v>
                </c:pt>
                <c:pt idx="233">
                  <c:v>1.3826461800000001</c:v>
                </c:pt>
                <c:pt idx="234">
                  <c:v>1.46529098</c:v>
                </c:pt>
                <c:pt idx="235">
                  <c:v>1.5460877799999999</c:v>
                </c:pt>
                <c:pt idx="236">
                  <c:v>1.6220461799999999</c:v>
                </c:pt>
                <c:pt idx="237">
                  <c:v>1.69794858</c:v>
                </c:pt>
                <c:pt idx="238">
                  <c:v>1.7761021800000001</c:v>
                </c:pt>
                <c:pt idx="239">
                  <c:v>1.85809738</c:v>
                </c:pt>
                <c:pt idx="240">
                  <c:v>1.93798698</c:v>
                </c:pt>
                <c:pt idx="241">
                  <c:v>2.0138781799999999</c:v>
                </c:pt>
                <c:pt idx="242">
                  <c:v>2.0888285799999999</c:v>
                </c:pt>
                <c:pt idx="243">
                  <c:v>2.14987978</c:v>
                </c:pt>
                <c:pt idx="244">
                  <c:v>2.1976029800000001</c:v>
                </c:pt>
                <c:pt idx="245">
                  <c:v>2.2368701799999999</c:v>
                </c:pt>
                <c:pt idx="246">
                  <c:v>2.2703805799999999</c:v>
                </c:pt>
                <c:pt idx="247">
                  <c:v>2.3059405800000001</c:v>
                </c:pt>
                <c:pt idx="248">
                  <c:v>2.34642858</c:v>
                </c:pt>
                <c:pt idx="249">
                  <c:v>2.39203498</c:v>
                </c:pt>
                <c:pt idx="250">
                  <c:v>2.4375853799999998</c:v>
                </c:pt>
                <c:pt idx="251">
                  <c:v>2.4791597799999998</c:v>
                </c:pt>
                <c:pt idx="252">
                  <c:v>2.5175869799999999</c:v>
                </c:pt>
                <c:pt idx="253">
                  <c:v>2.5534157799999999</c:v>
                </c:pt>
                <c:pt idx="254">
                  <c:v>2.5910813799999999</c:v>
                </c:pt>
                <c:pt idx="255">
                  <c:v>2.63052778</c:v>
                </c:pt>
                <c:pt idx="256">
                  <c:v>2.6706573800000002</c:v>
                </c:pt>
                <c:pt idx="257">
                  <c:v>2.7085469799999999</c:v>
                </c:pt>
                <c:pt idx="258">
                  <c:v>2.7430541800000001</c:v>
                </c:pt>
                <c:pt idx="259">
                  <c:v>2.7731709800000002</c:v>
                </c:pt>
                <c:pt idx="260">
                  <c:v>2.7925581799999999</c:v>
                </c:pt>
                <c:pt idx="261">
                  <c:v>2.8008461800000002</c:v>
                </c:pt>
                <c:pt idx="262">
                  <c:v>2.8007677800000002</c:v>
                </c:pt>
                <c:pt idx="263">
                  <c:v>2.8131101799999998</c:v>
                </c:pt>
                <c:pt idx="264">
                  <c:v>2.8388701799999998</c:v>
                </c:pt>
                <c:pt idx="265">
                  <c:v>2.86664618</c:v>
                </c:pt>
                <c:pt idx="266">
                  <c:v>2.8873437800000001</c:v>
                </c:pt>
                <c:pt idx="267">
                  <c:v>2.9048493799999999</c:v>
                </c:pt>
                <c:pt idx="268">
                  <c:v>2.91091978</c:v>
                </c:pt>
                <c:pt idx="269">
                  <c:v>2.9123757800000001</c:v>
                </c:pt>
                <c:pt idx="270">
                  <c:v>2.9161949800000002</c:v>
                </c:pt>
                <c:pt idx="271">
                  <c:v>2.9286717800000002</c:v>
                </c:pt>
                <c:pt idx="272">
                  <c:v>2.9456173799999998</c:v>
                </c:pt>
                <c:pt idx="273">
                  <c:v>2.96398538</c:v>
                </c:pt>
                <c:pt idx="274">
                  <c:v>2.9813229799999998</c:v>
                </c:pt>
                <c:pt idx="275">
                  <c:v>2.9872925800000001</c:v>
                </c:pt>
                <c:pt idx="276">
                  <c:v>2.98464938</c:v>
                </c:pt>
                <c:pt idx="277">
                  <c:v>2.9769325800000002</c:v>
                </c:pt>
                <c:pt idx="278">
                  <c:v>2.9642989800000001</c:v>
                </c:pt>
                <c:pt idx="279">
                  <c:v>2.9503101799999998</c:v>
                </c:pt>
                <c:pt idx="280">
                  <c:v>2.9441277800000001</c:v>
                </c:pt>
                <c:pt idx="281">
                  <c:v>2.9452141799999998</c:v>
                </c:pt>
                <c:pt idx="282">
                  <c:v>2.9422461800000002</c:v>
                </c:pt>
                <c:pt idx="283">
                  <c:v>2.94531498</c:v>
                </c:pt>
                <c:pt idx="284">
                  <c:v>2.9511949799999999</c:v>
                </c:pt>
                <c:pt idx="285">
                  <c:v>2.95224778</c:v>
                </c:pt>
                <c:pt idx="286">
                  <c:v>2.9489773800000001</c:v>
                </c:pt>
                <c:pt idx="287">
                  <c:v>2.9375869799999998</c:v>
                </c:pt>
                <c:pt idx="288">
                  <c:v>2.9160829800000001</c:v>
                </c:pt>
                <c:pt idx="289">
                  <c:v>2.89950698</c:v>
                </c:pt>
                <c:pt idx="290">
                  <c:v>2.8921037799999998</c:v>
                </c:pt>
                <c:pt idx="291">
                  <c:v>2.89513898</c:v>
                </c:pt>
                <c:pt idx="292">
                  <c:v>2.9034045800000001</c:v>
                </c:pt>
                <c:pt idx="293">
                  <c:v>2.9011085799999998</c:v>
                </c:pt>
                <c:pt idx="294">
                  <c:v>2.8829645799999999</c:v>
                </c:pt>
                <c:pt idx="295">
                  <c:v>2.85853738</c:v>
                </c:pt>
                <c:pt idx="296">
                  <c:v>2.8419613799999999</c:v>
                </c:pt>
                <c:pt idx="297">
                  <c:v>2.83636138</c:v>
                </c:pt>
                <c:pt idx="298">
                  <c:v>2.8386125799999999</c:v>
                </c:pt>
                <c:pt idx="299">
                  <c:v>2.8378509799999998</c:v>
                </c:pt>
                <c:pt idx="300">
                  <c:v>2.8276253800000002</c:v>
                </c:pt>
                <c:pt idx="301">
                  <c:v>2.80917898</c:v>
                </c:pt>
                <c:pt idx="302">
                  <c:v>2.7839789800000001</c:v>
                </c:pt>
                <c:pt idx="303">
                  <c:v>2.7697885800000002</c:v>
                </c:pt>
                <c:pt idx="304">
                  <c:v>2.77009098</c:v>
                </c:pt>
                <c:pt idx="305">
                  <c:v>2.7695533800000001</c:v>
                </c:pt>
                <c:pt idx="306">
                  <c:v>2.7575469799999999</c:v>
                </c:pt>
                <c:pt idx="307">
                  <c:v>2.7336573799999999</c:v>
                </c:pt>
                <c:pt idx="308">
                  <c:v>2.71400138</c:v>
                </c:pt>
                <c:pt idx="309">
                  <c:v>2.6961373800000001</c:v>
                </c:pt>
                <c:pt idx="310">
                  <c:v>2.6781389799999999</c:v>
                </c:pt>
                <c:pt idx="311">
                  <c:v>2.6629405799999999</c:v>
                </c:pt>
                <c:pt idx="312">
                  <c:v>2.6431277799999999</c:v>
                </c:pt>
                <c:pt idx="313">
                  <c:v>2.6161133799999998</c:v>
                </c:pt>
                <c:pt idx="314">
                  <c:v>2.58006058</c:v>
                </c:pt>
                <c:pt idx="315">
                  <c:v>2.5415213799999998</c:v>
                </c:pt>
                <c:pt idx="316">
                  <c:v>2.5084029800000001</c:v>
                </c:pt>
                <c:pt idx="317">
                  <c:v>2.4805373799999999</c:v>
                </c:pt>
                <c:pt idx="318">
                  <c:v>2.4496029799999999</c:v>
                </c:pt>
                <c:pt idx="319">
                  <c:v>2.4056429800000001</c:v>
                </c:pt>
                <c:pt idx="320">
                  <c:v>2.36085418</c:v>
                </c:pt>
                <c:pt idx="321">
                  <c:v>2.3289677800000002</c:v>
                </c:pt>
                <c:pt idx="322">
                  <c:v>2.28215178</c:v>
                </c:pt>
                <c:pt idx="323">
                  <c:v>2.2375757799999998</c:v>
                </c:pt>
                <c:pt idx="324">
                  <c:v>2.1956093800000001</c:v>
                </c:pt>
                <c:pt idx="325">
                  <c:v>2.1659965799999998</c:v>
                </c:pt>
                <c:pt idx="326">
                  <c:v>2.1386013799999999</c:v>
                </c:pt>
                <c:pt idx="327">
                  <c:v>2.1038029800000002</c:v>
                </c:pt>
                <c:pt idx="328">
                  <c:v>2.06110858</c:v>
                </c:pt>
                <c:pt idx="329">
                  <c:v>2.0219533799999998</c:v>
                </c:pt>
                <c:pt idx="330">
                  <c:v>1.9859117799999999</c:v>
                </c:pt>
                <c:pt idx="331">
                  <c:v>1.95810218</c:v>
                </c:pt>
                <c:pt idx="332">
                  <c:v>1.93303658</c:v>
                </c:pt>
                <c:pt idx="333">
                  <c:v>1.91070378</c:v>
                </c:pt>
                <c:pt idx="334">
                  <c:v>1.8832637800000001</c:v>
                </c:pt>
                <c:pt idx="335">
                  <c:v>1.8495853799999999</c:v>
                </c:pt>
                <c:pt idx="336">
                  <c:v>1.8116397799999999</c:v>
                </c:pt>
                <c:pt idx="337">
                  <c:v>1.7758333799999999</c:v>
                </c:pt>
                <c:pt idx="338">
                  <c:v>1.7453469800000001</c:v>
                </c:pt>
                <c:pt idx="339">
                  <c:v>1.71152298</c:v>
                </c:pt>
                <c:pt idx="340">
                  <c:v>1.6810477800000001</c:v>
                </c:pt>
                <c:pt idx="341">
                  <c:v>1.65651978</c:v>
                </c:pt>
                <c:pt idx="342">
                  <c:v>1.6317901800000001</c:v>
                </c:pt>
                <c:pt idx="343">
                  <c:v>1.6076989800000001</c:v>
                </c:pt>
                <c:pt idx="344">
                  <c:v>1.58147978</c:v>
                </c:pt>
                <c:pt idx="345">
                  <c:v>1.5512621799999999</c:v>
                </c:pt>
                <c:pt idx="346">
                  <c:v>1.5116029799999999</c:v>
                </c:pt>
                <c:pt idx="347">
                  <c:v>1.4620877800000001</c:v>
                </c:pt>
                <c:pt idx="348">
                  <c:v>1.4070733799999999</c:v>
                </c:pt>
                <c:pt idx="349">
                  <c:v>1.34884458</c:v>
                </c:pt>
                <c:pt idx="350">
                  <c:v>1.2961933800000001</c:v>
                </c:pt>
                <c:pt idx="351">
                  <c:v>1.2409437800000001</c:v>
                </c:pt>
                <c:pt idx="352">
                  <c:v>1.18671338</c:v>
                </c:pt>
                <c:pt idx="353">
                  <c:v>1.1246541800000001</c:v>
                </c:pt>
                <c:pt idx="354">
                  <c:v>1.0505885800000001</c:v>
                </c:pt>
                <c:pt idx="355">
                  <c:v>0.96060778000000002</c:v>
                </c:pt>
                <c:pt idx="356">
                  <c:v>0.85411817999999995</c:v>
                </c:pt>
                <c:pt idx="357">
                  <c:v>0.74308138000000001</c:v>
                </c:pt>
                <c:pt idx="358">
                  <c:v>0.63988458000000004</c:v>
                </c:pt>
                <c:pt idx="359">
                  <c:v>0.55825897999999996</c:v>
                </c:pt>
                <c:pt idx="360">
                  <c:v>0.49645738</c:v>
                </c:pt>
                <c:pt idx="361">
                  <c:v>0.45310218000000002</c:v>
                </c:pt>
                <c:pt idx="362">
                  <c:v>0.42588618</c:v>
                </c:pt>
                <c:pt idx="363">
                  <c:v>0.40028298000000001</c:v>
                </c:pt>
                <c:pt idx="364">
                  <c:v>0.37829738000000002</c:v>
                </c:pt>
                <c:pt idx="365">
                  <c:v>0.35893258</c:v>
                </c:pt>
                <c:pt idx="366">
                  <c:v>0.34421578000000003</c:v>
                </c:pt>
                <c:pt idx="367">
                  <c:v>0.32461578000000002</c:v>
                </c:pt>
                <c:pt idx="368">
                  <c:v>0.30534057999999997</c:v>
                </c:pt>
                <c:pt idx="369">
                  <c:v>0.29340137999999999</c:v>
                </c:pt>
                <c:pt idx="370">
                  <c:v>0.28346697999999998</c:v>
                </c:pt>
                <c:pt idx="371">
                  <c:v>0.27441737999999999</c:v>
                </c:pt>
                <c:pt idx="372">
                  <c:v>0.26937738</c:v>
                </c:pt>
                <c:pt idx="373">
                  <c:v>0.26711498</c:v>
                </c:pt>
                <c:pt idx="374">
                  <c:v>0.25956617999999998</c:v>
                </c:pt>
                <c:pt idx="375">
                  <c:v>0.24898218</c:v>
                </c:pt>
                <c:pt idx="376">
                  <c:v>0.23891338000000001</c:v>
                </c:pt>
                <c:pt idx="377">
                  <c:v>0.23090537999999999</c:v>
                </c:pt>
                <c:pt idx="378">
                  <c:v>0.22355818</c:v>
                </c:pt>
                <c:pt idx="379">
                  <c:v>0.22015338000000001</c:v>
                </c:pt>
                <c:pt idx="380">
                  <c:v>0.21616618000000001</c:v>
                </c:pt>
                <c:pt idx="381">
                  <c:v>0.21184297999999999</c:v>
                </c:pt>
                <c:pt idx="382">
                  <c:v>0.20604138</c:v>
                </c:pt>
                <c:pt idx="383">
                  <c:v>0.19997097999999999</c:v>
                </c:pt>
                <c:pt idx="384">
                  <c:v>0.19388938</c:v>
                </c:pt>
                <c:pt idx="385">
                  <c:v>0.18856938000000001</c:v>
                </c:pt>
                <c:pt idx="386">
                  <c:v>0.18303658</c:v>
                </c:pt>
                <c:pt idx="387">
                  <c:v>0.17544298</c:v>
                </c:pt>
                <c:pt idx="388">
                  <c:v>0.16763658000000001</c:v>
                </c:pt>
                <c:pt idx="389">
                  <c:v>0.16409737999999999</c:v>
                </c:pt>
                <c:pt idx="390">
                  <c:v>0.15785898000000001</c:v>
                </c:pt>
                <c:pt idx="391">
                  <c:v>0.15454377999999999</c:v>
                </c:pt>
                <c:pt idx="392">
                  <c:v>0.14951497999999999</c:v>
                </c:pt>
                <c:pt idx="393">
                  <c:v>0.14602058000000001</c:v>
                </c:pt>
                <c:pt idx="394">
                  <c:v>0.14547177999999999</c:v>
                </c:pt>
                <c:pt idx="395">
                  <c:v>0.14150698</c:v>
                </c:pt>
                <c:pt idx="396">
                  <c:v>0.13984938</c:v>
                </c:pt>
                <c:pt idx="397">
                  <c:v>0.13747498</c:v>
                </c:pt>
                <c:pt idx="398">
                  <c:v>0.13221098000000001</c:v>
                </c:pt>
                <c:pt idx="399">
                  <c:v>0.12808938</c:v>
                </c:pt>
                <c:pt idx="400">
                  <c:v>0.12263498</c:v>
                </c:pt>
                <c:pt idx="401">
                  <c:v>0.12007018</c:v>
                </c:pt>
                <c:pt idx="402">
                  <c:v>0.11490698000000001</c:v>
                </c:pt>
                <c:pt idx="403">
                  <c:v>0.11160298</c:v>
                </c:pt>
                <c:pt idx="404">
                  <c:v>0.10817578</c:v>
                </c:pt>
                <c:pt idx="405">
                  <c:v>0.10790698</c:v>
                </c:pt>
                <c:pt idx="406">
                  <c:v>0.10871338</c:v>
                </c:pt>
                <c:pt idx="407">
                  <c:v>0.10948618</c:v>
                </c:pt>
                <c:pt idx="408">
                  <c:v>0.11275658</c:v>
                </c:pt>
                <c:pt idx="409">
                  <c:v>0.11640778</c:v>
                </c:pt>
                <c:pt idx="410">
                  <c:v>0.11623978</c:v>
                </c:pt>
                <c:pt idx="411">
                  <c:v>0.11847978000000001</c:v>
                </c:pt>
                <c:pt idx="412">
                  <c:v>0.12229898</c:v>
                </c:pt>
                <c:pt idx="413">
                  <c:v>0.12265738</c:v>
                </c:pt>
                <c:pt idx="414">
                  <c:v>0.11989097999999999</c:v>
                </c:pt>
                <c:pt idx="415">
                  <c:v>0.12196298</c:v>
                </c:pt>
                <c:pt idx="416">
                  <c:v>0.13043018000000001</c:v>
                </c:pt>
                <c:pt idx="417">
                  <c:v>0.14123817999999999</c:v>
                </c:pt>
                <c:pt idx="418">
                  <c:v>0.15227018</c:v>
                </c:pt>
                <c:pt idx="419">
                  <c:v>0.16864457999999999</c:v>
                </c:pt>
                <c:pt idx="420">
                  <c:v>0.18331658000000001</c:v>
                </c:pt>
                <c:pt idx="421">
                  <c:v>0.19595018</c:v>
                </c:pt>
                <c:pt idx="422">
                  <c:v>0.21193258000000001</c:v>
                </c:pt>
                <c:pt idx="423">
                  <c:v>0.23061418</c:v>
                </c:pt>
                <c:pt idx="424">
                  <c:v>0.25588137999999999</c:v>
                </c:pt>
                <c:pt idx="425">
                  <c:v>0.28645737999999998</c:v>
                </c:pt>
                <c:pt idx="426">
                  <c:v>0.32562377999999997</c:v>
                </c:pt>
                <c:pt idx="427">
                  <c:v>0.36420777999999998</c:v>
                </c:pt>
                <c:pt idx="428">
                  <c:v>0.39454857999999998</c:v>
                </c:pt>
                <c:pt idx="429">
                  <c:v>0.43242698000000002</c:v>
                </c:pt>
                <c:pt idx="430">
                  <c:v>0.47649898000000002</c:v>
                </c:pt>
                <c:pt idx="431">
                  <c:v>0.52347178000000005</c:v>
                </c:pt>
                <c:pt idx="432">
                  <c:v>0.57307657999999995</c:v>
                </c:pt>
                <c:pt idx="433">
                  <c:v>0.62790058000000004</c:v>
                </c:pt>
                <c:pt idx="434">
                  <c:v>0.69553737999999998</c:v>
                </c:pt>
                <c:pt idx="435">
                  <c:v>0.77679337999999998</c:v>
                </c:pt>
                <c:pt idx="436">
                  <c:v>0.86193578000000004</c:v>
                </c:pt>
                <c:pt idx="437">
                  <c:v>0.94636138000000003</c:v>
                </c:pt>
                <c:pt idx="438">
                  <c:v>1.0216701800000001</c:v>
                </c:pt>
                <c:pt idx="439">
                  <c:v>1.09898378</c:v>
                </c:pt>
                <c:pt idx="440">
                  <c:v>1.17783178</c:v>
                </c:pt>
                <c:pt idx="441">
                  <c:v>1.2537789800000001</c:v>
                </c:pt>
                <c:pt idx="442">
                  <c:v>1.3327277799999999</c:v>
                </c:pt>
                <c:pt idx="443">
                  <c:v>1.40588618</c:v>
                </c:pt>
                <c:pt idx="444">
                  <c:v>1.48495818</c:v>
                </c:pt>
                <c:pt idx="445">
                  <c:v>1.56310058</c:v>
                </c:pt>
                <c:pt idx="446">
                  <c:v>1.64347178</c:v>
                </c:pt>
                <c:pt idx="447">
                  <c:v>1.72641898</c:v>
                </c:pt>
                <c:pt idx="448">
                  <c:v>1.8123789800000001</c:v>
                </c:pt>
                <c:pt idx="449">
                  <c:v>1.89678218</c:v>
                </c:pt>
                <c:pt idx="450">
                  <c:v>1.96978378</c:v>
                </c:pt>
                <c:pt idx="451">
                  <c:v>2.03897738</c:v>
                </c:pt>
                <c:pt idx="452">
                  <c:v>2.0993229800000002</c:v>
                </c:pt>
                <c:pt idx="453">
                  <c:v>2.1557821800000001</c:v>
                </c:pt>
                <c:pt idx="454">
                  <c:v>2.2064061800000001</c:v>
                </c:pt>
                <c:pt idx="455">
                  <c:v>2.25097098</c:v>
                </c:pt>
                <c:pt idx="456">
                  <c:v>2.29384458</c:v>
                </c:pt>
                <c:pt idx="457">
                  <c:v>2.3413661800000001</c:v>
                </c:pt>
                <c:pt idx="458">
                  <c:v>2.39807178</c:v>
                </c:pt>
                <c:pt idx="459">
                  <c:v>2.4599629799999998</c:v>
                </c:pt>
                <c:pt idx="460">
                  <c:v>2.5209805799999998</c:v>
                </c:pt>
                <c:pt idx="461">
                  <c:v>2.5725453800000002</c:v>
                </c:pt>
                <c:pt idx="462">
                  <c:v>2.6171325799999998</c:v>
                </c:pt>
                <c:pt idx="463">
                  <c:v>2.6572061800000002</c:v>
                </c:pt>
                <c:pt idx="464">
                  <c:v>2.6930461800000001</c:v>
                </c:pt>
                <c:pt idx="465">
                  <c:v>2.7309917800000001</c:v>
                </c:pt>
                <c:pt idx="466">
                  <c:v>2.77245418</c:v>
                </c:pt>
                <c:pt idx="467">
                  <c:v>2.8098621800000001</c:v>
                </c:pt>
                <c:pt idx="468">
                  <c:v>2.84883818</c:v>
                </c:pt>
                <c:pt idx="469">
                  <c:v>2.8932909800000002</c:v>
                </c:pt>
                <c:pt idx="470">
                  <c:v>2.9337229800000002</c:v>
                </c:pt>
                <c:pt idx="471">
                  <c:v>2.95844138</c:v>
                </c:pt>
                <c:pt idx="472">
                  <c:v>2.9797101800000001</c:v>
                </c:pt>
                <c:pt idx="473">
                  <c:v>3.00779978</c:v>
                </c:pt>
                <c:pt idx="474">
                  <c:v>3.0236701799999999</c:v>
                </c:pt>
                <c:pt idx="475">
                  <c:v>3.0287885800000001</c:v>
                </c:pt>
                <c:pt idx="476">
                  <c:v>3.03168938</c:v>
                </c:pt>
                <c:pt idx="477">
                  <c:v>3.0383645800000001</c:v>
                </c:pt>
                <c:pt idx="478">
                  <c:v>3.0440653800000002</c:v>
                </c:pt>
                <c:pt idx="479">
                  <c:v>3.0465965800000001</c:v>
                </c:pt>
                <c:pt idx="480">
                  <c:v>3.0472797800000002</c:v>
                </c:pt>
                <c:pt idx="481">
                  <c:v>3.0394957800000002</c:v>
                </c:pt>
                <c:pt idx="482">
                  <c:v>3.0101965800000001</c:v>
                </c:pt>
                <c:pt idx="483">
                  <c:v>2.96011018</c:v>
                </c:pt>
                <c:pt idx="484">
                  <c:v>2.9023293799999998</c:v>
                </c:pt>
                <c:pt idx="485">
                  <c:v>2.8603853799999999</c:v>
                </c:pt>
                <c:pt idx="486">
                  <c:v>2.8541469799999999</c:v>
                </c:pt>
                <c:pt idx="487">
                  <c:v>2.8689981800000002</c:v>
                </c:pt>
                <c:pt idx="488">
                  <c:v>2.8718093800000002</c:v>
                </c:pt>
                <c:pt idx="489">
                  <c:v>2.8468669800000002</c:v>
                </c:pt>
                <c:pt idx="490">
                  <c:v>2.8005213800000002</c:v>
                </c:pt>
                <c:pt idx="491">
                  <c:v>2.7629005800000002</c:v>
                </c:pt>
                <c:pt idx="492">
                  <c:v>2.7445549800000002</c:v>
                </c:pt>
                <c:pt idx="493">
                  <c:v>2.7392237800000001</c:v>
                </c:pt>
                <c:pt idx="494">
                  <c:v>2.7351245799999999</c:v>
                </c:pt>
                <c:pt idx="495">
                  <c:v>2.7174845799999998</c:v>
                </c:pt>
                <c:pt idx="496">
                  <c:v>2.6846349799999998</c:v>
                </c:pt>
                <c:pt idx="497">
                  <c:v>2.6530173800000001</c:v>
                </c:pt>
                <c:pt idx="498">
                  <c:v>2.6358925800000002</c:v>
                </c:pt>
                <c:pt idx="499">
                  <c:v>2.6368669800000002</c:v>
                </c:pt>
                <c:pt idx="500">
                  <c:v>2.6501389799999999</c:v>
                </c:pt>
                <c:pt idx="501">
                  <c:v>2.6612717799999999</c:v>
                </c:pt>
                <c:pt idx="502">
                  <c:v>2.64997098</c:v>
                </c:pt>
                <c:pt idx="503">
                  <c:v>2.6199101800000002</c:v>
                </c:pt>
                <c:pt idx="504">
                  <c:v>2.5936125799999998</c:v>
                </c:pt>
                <c:pt idx="505">
                  <c:v>2.58723978</c:v>
                </c:pt>
                <c:pt idx="506">
                  <c:v>2.5899165800000001</c:v>
                </c:pt>
                <c:pt idx="507">
                  <c:v>2.5993245800000002</c:v>
                </c:pt>
                <c:pt idx="508">
                  <c:v>2.6080941800000002</c:v>
                </c:pt>
                <c:pt idx="509">
                  <c:v>2.6077693800000001</c:v>
                </c:pt>
                <c:pt idx="510">
                  <c:v>2.5942621799999999</c:v>
                </c:pt>
                <c:pt idx="511">
                  <c:v>2.5779773800000001</c:v>
                </c:pt>
                <c:pt idx="512">
                  <c:v>2.5655341800000002</c:v>
                </c:pt>
                <c:pt idx="513">
                  <c:v>2.5637085800000001</c:v>
                </c:pt>
                <c:pt idx="514">
                  <c:v>2.5656573800000002</c:v>
                </c:pt>
                <c:pt idx="515">
                  <c:v>2.5604941800000001</c:v>
                </c:pt>
                <c:pt idx="516">
                  <c:v>2.5472669799999998</c:v>
                </c:pt>
                <c:pt idx="517">
                  <c:v>2.52761098</c:v>
                </c:pt>
                <c:pt idx="518">
                  <c:v>2.5050877800000002</c:v>
                </c:pt>
                <c:pt idx="519">
                  <c:v>2.5010781799999999</c:v>
                </c:pt>
                <c:pt idx="520">
                  <c:v>2.5294141799999998</c:v>
                </c:pt>
                <c:pt idx="521">
                  <c:v>2.5264909800000002</c:v>
                </c:pt>
                <c:pt idx="522">
                  <c:v>2.4895869799999999</c:v>
                </c:pt>
                <c:pt idx="523">
                  <c:v>2.4512269799999999</c:v>
                </c:pt>
                <c:pt idx="524">
                  <c:v>2.4246941799999999</c:v>
                </c:pt>
                <c:pt idx="525">
                  <c:v>2.41319178</c:v>
                </c:pt>
                <c:pt idx="526">
                  <c:v>2.4044893799999998</c:v>
                </c:pt>
                <c:pt idx="527">
                  <c:v>2.3793453800000002</c:v>
                </c:pt>
                <c:pt idx="528">
                  <c:v>2.3336493800000002</c:v>
                </c:pt>
                <c:pt idx="529">
                  <c:v>2.2847053800000001</c:v>
                </c:pt>
                <c:pt idx="530">
                  <c:v>2.2416189800000001</c:v>
                </c:pt>
                <c:pt idx="531">
                  <c:v>2.2048157800000001</c:v>
                </c:pt>
                <c:pt idx="532">
                  <c:v>2.1762781800000002</c:v>
                </c:pt>
                <c:pt idx="533">
                  <c:v>2.1454333800000001</c:v>
                </c:pt>
                <c:pt idx="534">
                  <c:v>2.10276138</c:v>
                </c:pt>
                <c:pt idx="535">
                  <c:v>2.0516333800000002</c:v>
                </c:pt>
                <c:pt idx="536">
                  <c:v>1.9985453799999999</c:v>
                </c:pt>
                <c:pt idx="537">
                  <c:v>1.9578445799999999</c:v>
                </c:pt>
                <c:pt idx="538">
                  <c:v>1.93627338</c:v>
                </c:pt>
                <c:pt idx="539">
                  <c:v>1.93062858</c:v>
                </c:pt>
                <c:pt idx="540">
                  <c:v>1.9320733800000001</c:v>
                </c:pt>
                <c:pt idx="541">
                  <c:v>1.9125629799999999</c:v>
                </c:pt>
                <c:pt idx="542">
                  <c:v>1.8715597799999999</c:v>
                </c:pt>
                <c:pt idx="543">
                  <c:v>1.8171613799999999</c:v>
                </c:pt>
                <c:pt idx="544">
                  <c:v>1.7601197799999999</c:v>
                </c:pt>
                <c:pt idx="545">
                  <c:v>1.7182429800000001</c:v>
                </c:pt>
                <c:pt idx="546">
                  <c:v>1.6946221800000001</c:v>
                </c:pt>
                <c:pt idx="547">
                  <c:v>1.67667978</c:v>
                </c:pt>
                <c:pt idx="548">
                  <c:v>1.65360778</c:v>
                </c:pt>
                <c:pt idx="549">
                  <c:v>1.61541578</c:v>
                </c:pt>
                <c:pt idx="550">
                  <c:v>1.5624733799999999</c:v>
                </c:pt>
                <c:pt idx="551">
                  <c:v>1.4957661799999999</c:v>
                </c:pt>
                <c:pt idx="552">
                  <c:v>1.42777098</c:v>
                </c:pt>
                <c:pt idx="553">
                  <c:v>1.35931658</c:v>
                </c:pt>
                <c:pt idx="554">
                  <c:v>1.2938861800000001</c:v>
                </c:pt>
                <c:pt idx="555">
                  <c:v>1.22403178</c:v>
                </c:pt>
                <c:pt idx="556">
                  <c:v>1.15612618</c:v>
                </c:pt>
                <c:pt idx="557">
                  <c:v>1.09419018</c:v>
                </c:pt>
                <c:pt idx="558">
                  <c:v>1.04391338</c:v>
                </c:pt>
                <c:pt idx="559">
                  <c:v>1.0034701800000001</c:v>
                </c:pt>
                <c:pt idx="560">
                  <c:v>0.96615178000000002</c:v>
                </c:pt>
                <c:pt idx="561">
                  <c:v>0.93242857999999995</c:v>
                </c:pt>
                <c:pt idx="562">
                  <c:v>0.89148137999999999</c:v>
                </c:pt>
                <c:pt idx="563">
                  <c:v>0.83890858000000001</c:v>
                </c:pt>
                <c:pt idx="564">
                  <c:v>0.78695177999999999</c:v>
                </c:pt>
                <c:pt idx="565">
                  <c:v>0.73846698</c:v>
                </c:pt>
                <c:pt idx="566">
                  <c:v>0.69588457999999997</c:v>
                </c:pt>
                <c:pt idx="567">
                  <c:v>0.65605738000000002</c:v>
                </c:pt>
                <c:pt idx="568">
                  <c:v>0.61666697999999998</c:v>
                </c:pt>
                <c:pt idx="569">
                  <c:v>0.57811657999999999</c:v>
                </c:pt>
                <c:pt idx="570">
                  <c:v>0.54552458000000004</c:v>
                </c:pt>
                <c:pt idx="571">
                  <c:v>0.51945098000000001</c:v>
                </c:pt>
                <c:pt idx="572">
                  <c:v>0.49733097999999998</c:v>
                </c:pt>
                <c:pt idx="573">
                  <c:v>0.47606218</c:v>
                </c:pt>
                <c:pt idx="574">
                  <c:v>0.45031337999999999</c:v>
                </c:pt>
                <c:pt idx="575">
                  <c:v>0.42541578000000002</c:v>
                </c:pt>
                <c:pt idx="576">
                  <c:v>0.40073098000000001</c:v>
                </c:pt>
                <c:pt idx="577">
                  <c:v>0.37331337999999997</c:v>
                </c:pt>
                <c:pt idx="578">
                  <c:v>0.34874058000000002</c:v>
                </c:pt>
                <c:pt idx="579">
                  <c:v>0.32980137999999998</c:v>
                </c:pt>
                <c:pt idx="580">
                  <c:v>0.31463658</c:v>
                </c:pt>
                <c:pt idx="581">
                  <c:v>0.29809417999999999</c:v>
                </c:pt>
                <c:pt idx="582">
                  <c:v>0.28410538000000002</c:v>
                </c:pt>
                <c:pt idx="583">
                  <c:v>0.27006057999999999</c:v>
                </c:pt>
                <c:pt idx="584">
                  <c:v>0.25384298</c:v>
                </c:pt>
                <c:pt idx="585">
                  <c:v>0.24124298</c:v>
                </c:pt>
                <c:pt idx="586">
                  <c:v>0.23173418000000001</c:v>
                </c:pt>
                <c:pt idx="587">
                  <c:v>0.22799338</c:v>
                </c:pt>
                <c:pt idx="588">
                  <c:v>0.22531657999999999</c:v>
                </c:pt>
                <c:pt idx="589">
                  <c:v>0.22821738</c:v>
                </c:pt>
                <c:pt idx="590">
                  <c:v>0.23665098000000001</c:v>
                </c:pt>
                <c:pt idx="591">
                  <c:v>0.24640618</c:v>
                </c:pt>
                <c:pt idx="592">
                  <c:v>0.25816618000000002</c:v>
                </c:pt>
                <c:pt idx="593">
                  <c:v>0.26889577999999997</c:v>
                </c:pt>
                <c:pt idx="594">
                  <c:v>0.27168458000000001</c:v>
                </c:pt>
                <c:pt idx="595">
                  <c:v>0.26316138</c:v>
                </c:pt>
                <c:pt idx="596">
                  <c:v>0.25872617999999997</c:v>
                </c:pt>
                <c:pt idx="597">
                  <c:v>0.26048458000000002</c:v>
                </c:pt>
                <c:pt idx="598">
                  <c:v>0.26271338</c:v>
                </c:pt>
                <c:pt idx="599">
                  <c:v>0.26639817999999998</c:v>
                </c:pt>
                <c:pt idx="600">
                  <c:v>0.26950057999999999</c:v>
                </c:pt>
                <c:pt idx="601">
                  <c:v>0.26967977999999998</c:v>
                </c:pt>
                <c:pt idx="602">
                  <c:v>0.26431497999999998</c:v>
                </c:pt>
                <c:pt idx="603">
                  <c:v>0.25326058000000001</c:v>
                </c:pt>
                <c:pt idx="604">
                  <c:v>0.23999978</c:v>
                </c:pt>
                <c:pt idx="605">
                  <c:v>0.23657258</c:v>
                </c:pt>
                <c:pt idx="606">
                  <c:v>0.24419978000000001</c:v>
                </c:pt>
                <c:pt idx="607">
                  <c:v>0.24369578</c:v>
                </c:pt>
                <c:pt idx="608">
                  <c:v>0.23251817999999999</c:v>
                </c:pt>
                <c:pt idx="609">
                  <c:v>0.22326698</c:v>
                </c:pt>
                <c:pt idx="610">
                  <c:v>0.21067817999999999</c:v>
                </c:pt>
                <c:pt idx="611">
                  <c:v>0.20006057999999999</c:v>
                </c:pt>
                <c:pt idx="612">
                  <c:v>0.19205258</c:v>
                </c:pt>
                <c:pt idx="613">
                  <c:v>0.18591498000000001</c:v>
                </c:pt>
                <c:pt idx="614">
                  <c:v>0.18548938000000001</c:v>
                </c:pt>
                <c:pt idx="615">
                  <c:v>0.18537738000000001</c:v>
                </c:pt>
                <c:pt idx="616">
                  <c:v>0.18659818</c:v>
                </c:pt>
                <c:pt idx="617">
                  <c:v>0.18886058</c:v>
                </c:pt>
                <c:pt idx="618">
                  <c:v>0.19042857999999999</c:v>
                </c:pt>
                <c:pt idx="619">
                  <c:v>0.19179498</c:v>
                </c:pt>
                <c:pt idx="620">
                  <c:v>0.18330537999999999</c:v>
                </c:pt>
                <c:pt idx="621">
                  <c:v>0.17359498000000001</c:v>
                </c:pt>
                <c:pt idx="622">
                  <c:v>0.16742377999999999</c:v>
                </c:pt>
                <c:pt idx="623">
                  <c:v>0.17013418</c:v>
                </c:pt>
                <c:pt idx="624">
                  <c:v>0.17590217999999999</c:v>
                </c:pt>
                <c:pt idx="625">
                  <c:v>0.17276617999999999</c:v>
                </c:pt>
                <c:pt idx="626">
                  <c:v>0.16740137999999999</c:v>
                </c:pt>
                <c:pt idx="627">
                  <c:v>0.16399658</c:v>
                </c:pt>
                <c:pt idx="628">
                  <c:v>0.16121898000000001</c:v>
                </c:pt>
                <c:pt idx="629">
                  <c:v>0.16136458000000001</c:v>
                </c:pt>
                <c:pt idx="630">
                  <c:v>0.16833097999999999</c:v>
                </c:pt>
                <c:pt idx="631">
                  <c:v>0.18189417999999999</c:v>
                </c:pt>
                <c:pt idx="632">
                  <c:v>0.20137098</c:v>
                </c:pt>
                <c:pt idx="633">
                  <c:v>0.23082697999999999</c:v>
                </c:pt>
                <c:pt idx="634">
                  <c:v>0.26248937999999999</c:v>
                </c:pt>
                <c:pt idx="635">
                  <c:v>0.30053577999999997</c:v>
                </c:pt>
                <c:pt idx="636">
                  <c:v>0.34223337999999998</c:v>
                </c:pt>
                <c:pt idx="637">
                  <c:v>0.38058217999999999</c:v>
                </c:pt>
                <c:pt idx="638">
                  <c:v>0.41026217999999998</c:v>
                </c:pt>
                <c:pt idx="639">
                  <c:v>0.45265418000000002</c:v>
                </c:pt>
                <c:pt idx="640">
                  <c:v>0.51607977999999999</c:v>
                </c:pt>
                <c:pt idx="641">
                  <c:v>0.59610377999999997</c:v>
                </c:pt>
                <c:pt idx="642">
                  <c:v>0.68224298000000005</c:v>
                </c:pt>
                <c:pt idx="643">
                  <c:v>0.77238057999999998</c:v>
                </c:pt>
                <c:pt idx="644">
                  <c:v>0.85738857999999996</c:v>
                </c:pt>
                <c:pt idx="645">
                  <c:v>0.93284297999999999</c:v>
                </c:pt>
                <c:pt idx="646">
                  <c:v>1.00194698</c:v>
                </c:pt>
                <c:pt idx="647">
                  <c:v>1.06949418</c:v>
                </c:pt>
                <c:pt idx="648">
                  <c:v>1.1370637800000001</c:v>
                </c:pt>
                <c:pt idx="649">
                  <c:v>1.2103229799999999</c:v>
                </c:pt>
                <c:pt idx="650">
                  <c:v>1.29008938</c:v>
                </c:pt>
                <c:pt idx="651">
                  <c:v>1.36655178</c:v>
                </c:pt>
                <c:pt idx="652">
                  <c:v>1.43828778</c:v>
                </c:pt>
                <c:pt idx="653">
                  <c:v>1.5046813800000001</c:v>
                </c:pt>
                <c:pt idx="654">
                  <c:v>1.56825258</c:v>
                </c:pt>
                <c:pt idx="655">
                  <c:v>1.6325181799999999</c:v>
                </c:pt>
                <c:pt idx="656">
                  <c:v>1.69893418</c:v>
                </c:pt>
                <c:pt idx="657">
                  <c:v>1.76744458</c:v>
                </c:pt>
                <c:pt idx="658">
                  <c:v>1.84044618</c:v>
                </c:pt>
                <c:pt idx="659">
                  <c:v>1.9120589800000001</c:v>
                </c:pt>
                <c:pt idx="660">
                  <c:v>1.9775341799999999</c:v>
                </c:pt>
                <c:pt idx="661">
                  <c:v>2.0336573800000002</c:v>
                </c:pt>
                <c:pt idx="662">
                  <c:v>2.08266858</c:v>
                </c:pt>
                <c:pt idx="663">
                  <c:v>2.1227421799999999</c:v>
                </c:pt>
                <c:pt idx="664">
                  <c:v>2.1565101800000002</c:v>
                </c:pt>
                <c:pt idx="665">
                  <c:v>2.1891581800000002</c:v>
                </c:pt>
                <c:pt idx="666">
                  <c:v>2.22377738</c:v>
                </c:pt>
                <c:pt idx="667">
                  <c:v>2.2656877799999999</c:v>
                </c:pt>
                <c:pt idx="668">
                  <c:v>2.31597578</c:v>
                </c:pt>
                <c:pt idx="669">
                  <c:v>2.3693661800000001</c:v>
                </c:pt>
                <c:pt idx="670">
                  <c:v>2.4209869799999999</c:v>
                </c:pt>
                <c:pt idx="671">
                  <c:v>2.4636813800000001</c:v>
                </c:pt>
                <c:pt idx="672">
                  <c:v>2.4986925800000002</c:v>
                </c:pt>
                <c:pt idx="673">
                  <c:v>2.52515818</c:v>
                </c:pt>
                <c:pt idx="674">
                  <c:v>2.5491597800000001</c:v>
                </c:pt>
                <c:pt idx="675">
                  <c:v>2.5745277799999999</c:v>
                </c:pt>
                <c:pt idx="676">
                  <c:v>2.6073661800000001</c:v>
                </c:pt>
                <c:pt idx="677">
                  <c:v>2.6385805800000002</c:v>
                </c:pt>
                <c:pt idx="678">
                  <c:v>2.66468778</c:v>
                </c:pt>
                <c:pt idx="679">
                  <c:v>2.6874013799999998</c:v>
                </c:pt>
                <c:pt idx="680">
                  <c:v>2.7093309799999998</c:v>
                </c:pt>
                <c:pt idx="681">
                  <c:v>2.7294797800000001</c:v>
                </c:pt>
                <c:pt idx="682">
                  <c:v>2.74473418</c:v>
                </c:pt>
                <c:pt idx="683">
                  <c:v>2.7545677799999999</c:v>
                </c:pt>
                <c:pt idx="684">
                  <c:v>2.76727978</c:v>
                </c:pt>
                <c:pt idx="685">
                  <c:v>2.7800925799999998</c:v>
                </c:pt>
                <c:pt idx="686">
                  <c:v>2.7960413800000001</c:v>
                </c:pt>
                <c:pt idx="687">
                  <c:v>2.81427498</c:v>
                </c:pt>
                <c:pt idx="688">
                  <c:v>2.8309181799999998</c:v>
                </c:pt>
                <c:pt idx="689">
                  <c:v>2.8378173800000002</c:v>
                </c:pt>
                <c:pt idx="690">
                  <c:v>2.8370333799999998</c:v>
                </c:pt>
                <c:pt idx="691">
                  <c:v>2.8309965799999999</c:v>
                </c:pt>
                <c:pt idx="692">
                  <c:v>2.8240861800000001</c:v>
                </c:pt>
                <c:pt idx="693">
                  <c:v>2.81651498</c:v>
                </c:pt>
                <c:pt idx="694">
                  <c:v>2.8119341800000002</c:v>
                </c:pt>
                <c:pt idx="695">
                  <c:v>2.8036013799999999</c:v>
                </c:pt>
                <c:pt idx="696">
                  <c:v>2.7871373799999999</c:v>
                </c:pt>
                <c:pt idx="697">
                  <c:v>2.7702589799999999</c:v>
                </c:pt>
                <c:pt idx="698">
                  <c:v>2.7651069800000001</c:v>
                </c:pt>
                <c:pt idx="699">
                  <c:v>2.7756797799999999</c:v>
                </c:pt>
                <c:pt idx="700">
                  <c:v>2.7877085799999999</c:v>
                </c:pt>
                <c:pt idx="701">
                  <c:v>2.7901501799999999</c:v>
                </c:pt>
                <c:pt idx="702">
                  <c:v>2.7799469800000001</c:v>
                </c:pt>
                <c:pt idx="703">
                  <c:v>2.76051498</c:v>
                </c:pt>
                <c:pt idx="704">
                  <c:v>2.73833898</c:v>
                </c:pt>
                <c:pt idx="705">
                  <c:v>2.72068778</c:v>
                </c:pt>
                <c:pt idx="706">
                  <c:v>2.7074493799999999</c:v>
                </c:pt>
                <c:pt idx="707">
                  <c:v>2.6943229799999999</c:v>
                </c:pt>
                <c:pt idx="708">
                  <c:v>2.68331338</c:v>
                </c:pt>
                <c:pt idx="709">
                  <c:v>2.6700973800000001</c:v>
                </c:pt>
                <c:pt idx="710">
                  <c:v>2.65641098</c:v>
                </c:pt>
                <c:pt idx="711">
                  <c:v>2.6500717800000002</c:v>
                </c:pt>
                <c:pt idx="712">
                  <c:v>2.6471709799999998</c:v>
                </c:pt>
                <c:pt idx="713">
                  <c:v>2.6410557799999999</c:v>
                </c:pt>
                <c:pt idx="714">
                  <c:v>2.6199101800000002</c:v>
                </c:pt>
                <c:pt idx="715">
                  <c:v>2.5871389800000002</c:v>
                </c:pt>
                <c:pt idx="716">
                  <c:v>2.5547709799999998</c:v>
                </c:pt>
                <c:pt idx="717">
                  <c:v>2.5370525800000001</c:v>
                </c:pt>
                <c:pt idx="718">
                  <c:v>2.5360333800000001</c:v>
                </c:pt>
                <c:pt idx="719">
                  <c:v>2.5343645800000001</c:v>
                </c:pt>
                <c:pt idx="720">
                  <c:v>2.5248893799999998</c:v>
                </c:pt>
                <c:pt idx="721">
                  <c:v>2.50511018</c:v>
                </c:pt>
                <c:pt idx="722">
                  <c:v>2.47881258</c:v>
                </c:pt>
                <c:pt idx="723">
                  <c:v>2.4529181800000002</c:v>
                </c:pt>
                <c:pt idx="724">
                  <c:v>2.44091178</c:v>
                </c:pt>
                <c:pt idx="725">
                  <c:v>2.4385373800000001</c:v>
                </c:pt>
                <c:pt idx="726">
                  <c:v>2.4299805800000001</c:v>
                </c:pt>
                <c:pt idx="727">
                  <c:v>2.4017677800000001</c:v>
                </c:pt>
                <c:pt idx="728">
                  <c:v>2.3550525800000002</c:v>
                </c:pt>
                <c:pt idx="729">
                  <c:v>2.3122797799999999</c:v>
                </c:pt>
                <c:pt idx="730">
                  <c:v>2.30269258</c:v>
                </c:pt>
                <c:pt idx="731">
                  <c:v>2.29612938</c:v>
                </c:pt>
                <c:pt idx="732">
                  <c:v>2.2701901800000002</c:v>
                </c:pt>
                <c:pt idx="733">
                  <c:v>2.2362989799999999</c:v>
                </c:pt>
                <c:pt idx="734">
                  <c:v>2.2026093800000002</c:v>
                </c:pt>
                <c:pt idx="735">
                  <c:v>2.1669485800000001</c:v>
                </c:pt>
                <c:pt idx="736">
                  <c:v>2.1324301800000001</c:v>
                </c:pt>
                <c:pt idx="737">
                  <c:v>2.1015293800000001</c:v>
                </c:pt>
                <c:pt idx="738">
                  <c:v>2.0683773799999998</c:v>
                </c:pt>
                <c:pt idx="739">
                  <c:v>2.0297709799999999</c:v>
                </c:pt>
                <c:pt idx="740">
                  <c:v>1.9809837800000001</c:v>
                </c:pt>
                <c:pt idx="741">
                  <c:v>1.9231245800000001</c:v>
                </c:pt>
                <c:pt idx="742">
                  <c:v>1.8654221799999999</c:v>
                </c:pt>
                <c:pt idx="743">
                  <c:v>1.82019658</c:v>
                </c:pt>
                <c:pt idx="744">
                  <c:v>1.7852861799999999</c:v>
                </c:pt>
                <c:pt idx="745">
                  <c:v>1.76003018</c:v>
                </c:pt>
                <c:pt idx="746">
                  <c:v>1.7281437799999999</c:v>
                </c:pt>
                <c:pt idx="747">
                  <c:v>1.6824925799999999</c:v>
                </c:pt>
                <c:pt idx="748">
                  <c:v>1.62845258</c:v>
                </c:pt>
                <c:pt idx="749">
                  <c:v>1.57846698</c:v>
                </c:pt>
                <c:pt idx="750">
                  <c:v>1.5323901799999999</c:v>
                </c:pt>
                <c:pt idx="751">
                  <c:v>1.4981517799999999</c:v>
                </c:pt>
                <c:pt idx="752">
                  <c:v>1.46513418</c:v>
                </c:pt>
                <c:pt idx="753">
                  <c:v>1.4254637800000001</c:v>
                </c:pt>
                <c:pt idx="754">
                  <c:v>1.39137098</c:v>
                </c:pt>
                <c:pt idx="755">
                  <c:v>1.36068298</c:v>
                </c:pt>
                <c:pt idx="756">
                  <c:v>1.3240477799999999</c:v>
                </c:pt>
                <c:pt idx="757">
                  <c:v>1.27451018</c:v>
                </c:pt>
                <c:pt idx="758">
                  <c:v>1.2072093800000001</c:v>
                </c:pt>
                <c:pt idx="759">
                  <c:v>1.1295149799999999</c:v>
                </c:pt>
                <c:pt idx="760">
                  <c:v>1.0470605799999999</c:v>
                </c:pt>
                <c:pt idx="761">
                  <c:v>0.97667978</c:v>
                </c:pt>
                <c:pt idx="762">
                  <c:v>0.92494697999999997</c:v>
                </c:pt>
                <c:pt idx="763">
                  <c:v>0.89293738</c:v>
                </c:pt>
                <c:pt idx="764">
                  <c:v>0.86434378000000001</c:v>
                </c:pt>
                <c:pt idx="765">
                  <c:v>0.83260297999999999</c:v>
                </c:pt>
                <c:pt idx="766">
                  <c:v>0.79070377999999997</c:v>
                </c:pt>
                <c:pt idx="767">
                  <c:v>0.74095337999999999</c:v>
                </c:pt>
                <c:pt idx="768">
                  <c:v>0.68329578000000002</c:v>
                </c:pt>
                <c:pt idx="769">
                  <c:v>0.63036457999999995</c:v>
                </c:pt>
                <c:pt idx="770">
                  <c:v>0.58065898000000005</c:v>
                </c:pt>
                <c:pt idx="771">
                  <c:v>0.53507497999999998</c:v>
                </c:pt>
                <c:pt idx="772">
                  <c:v>0.49793577999999999</c:v>
                </c:pt>
                <c:pt idx="773">
                  <c:v>0.47047338</c:v>
                </c:pt>
                <c:pt idx="774">
                  <c:v>0.44061418000000002</c:v>
                </c:pt>
                <c:pt idx="775">
                  <c:v>0.41503338000000001</c:v>
                </c:pt>
                <c:pt idx="776">
                  <c:v>0.38798537999999999</c:v>
                </c:pt>
                <c:pt idx="777">
                  <c:v>0.35482217999999999</c:v>
                </c:pt>
                <c:pt idx="778">
                  <c:v>0.31848937999999999</c:v>
                </c:pt>
                <c:pt idx="779">
                  <c:v>0.28677098000000001</c:v>
                </c:pt>
                <c:pt idx="780">
                  <c:v>0.26466218000000002</c:v>
                </c:pt>
                <c:pt idx="781">
                  <c:v>0.24531977999999999</c:v>
                </c:pt>
                <c:pt idx="782">
                  <c:v>0.22495818000000001</c:v>
                </c:pt>
                <c:pt idx="783">
                  <c:v>0.21238058000000001</c:v>
                </c:pt>
                <c:pt idx="784">
                  <c:v>0.20436138000000001</c:v>
                </c:pt>
                <c:pt idx="785">
                  <c:v>0.20085578000000001</c:v>
                </c:pt>
                <c:pt idx="786">
                  <c:v>0.19835818</c:v>
                </c:pt>
                <c:pt idx="787">
                  <c:v>0.19825738000000001</c:v>
                </c:pt>
                <c:pt idx="788">
                  <c:v>0.20234537999999999</c:v>
                </c:pt>
                <c:pt idx="789">
                  <c:v>0.20605258000000001</c:v>
                </c:pt>
                <c:pt idx="790">
                  <c:v>0.21290698</c:v>
                </c:pt>
                <c:pt idx="791">
                  <c:v>0.21370217999999999</c:v>
                </c:pt>
                <c:pt idx="792">
                  <c:v>0.20665738</c:v>
                </c:pt>
                <c:pt idx="793">
                  <c:v>0.19690218000000001</c:v>
                </c:pt>
                <c:pt idx="794">
                  <c:v>0.19204138000000001</c:v>
                </c:pt>
                <c:pt idx="795">
                  <c:v>0.19592778</c:v>
                </c:pt>
                <c:pt idx="796">
                  <c:v>0.19819017999999999</c:v>
                </c:pt>
                <c:pt idx="797">
                  <c:v>0.19470698</c:v>
                </c:pt>
                <c:pt idx="798">
                  <c:v>0.19015978</c:v>
                </c:pt>
                <c:pt idx="799">
                  <c:v>0.18581418</c:v>
                </c:pt>
                <c:pt idx="800">
                  <c:v>0.18460457999999999</c:v>
                </c:pt>
                <c:pt idx="801">
                  <c:v>0.18263338000000001</c:v>
                </c:pt>
                <c:pt idx="802">
                  <c:v>0.17985577999999999</c:v>
                </c:pt>
                <c:pt idx="803">
                  <c:v>0.17911658</c:v>
                </c:pt>
                <c:pt idx="804">
                  <c:v>0.18039337999999999</c:v>
                </c:pt>
                <c:pt idx="805">
                  <c:v>0.18322698000000001</c:v>
                </c:pt>
                <c:pt idx="806">
                  <c:v>0.18550058</c:v>
                </c:pt>
                <c:pt idx="807">
                  <c:v>0.18629577999999999</c:v>
                </c:pt>
                <c:pt idx="808">
                  <c:v>0.18351818</c:v>
                </c:pt>
                <c:pt idx="809">
                  <c:v>0.17730218</c:v>
                </c:pt>
                <c:pt idx="810">
                  <c:v>0.16859978</c:v>
                </c:pt>
                <c:pt idx="811">
                  <c:v>0.16696458</c:v>
                </c:pt>
                <c:pt idx="812">
                  <c:v>0.17427818</c:v>
                </c:pt>
                <c:pt idx="813">
                  <c:v>0.17701098000000001</c:v>
                </c:pt>
                <c:pt idx="814">
                  <c:v>0.17279977999999999</c:v>
                </c:pt>
                <c:pt idx="815">
                  <c:v>0.16932778000000001</c:v>
                </c:pt>
                <c:pt idx="816">
                  <c:v>0.16571018000000001</c:v>
                </c:pt>
                <c:pt idx="817">
                  <c:v>0.16223818000000001</c:v>
                </c:pt>
                <c:pt idx="818">
                  <c:v>0.15953898</c:v>
                </c:pt>
                <c:pt idx="819">
                  <c:v>0.15851978</c:v>
                </c:pt>
                <c:pt idx="820">
                  <c:v>0.15829578</c:v>
                </c:pt>
                <c:pt idx="821">
                  <c:v>0.15895657999999999</c:v>
                </c:pt>
                <c:pt idx="822">
                  <c:v>0.16638217999999999</c:v>
                </c:pt>
                <c:pt idx="823">
                  <c:v>0.17189257999999999</c:v>
                </c:pt>
                <c:pt idx="824">
                  <c:v>0.17932938000000001</c:v>
                </c:pt>
                <c:pt idx="825">
                  <c:v>0.18619498000000001</c:v>
                </c:pt>
                <c:pt idx="826">
                  <c:v>0.19489738000000001</c:v>
                </c:pt>
                <c:pt idx="827">
                  <c:v>0.20796777999999999</c:v>
                </c:pt>
                <c:pt idx="828">
                  <c:v>0.21953738</c:v>
                </c:pt>
                <c:pt idx="829">
                  <c:v>0.22970698000000001</c:v>
                </c:pt>
                <c:pt idx="830">
                  <c:v>0.24053738</c:v>
                </c:pt>
                <c:pt idx="831">
                  <c:v>0.25902858000000001</c:v>
                </c:pt>
                <c:pt idx="832">
                  <c:v>0.28194377999999998</c:v>
                </c:pt>
                <c:pt idx="833">
                  <c:v>0.29891178000000002</c:v>
                </c:pt>
                <c:pt idx="834">
                  <c:v>0.31617097999999999</c:v>
                </c:pt>
                <c:pt idx="835">
                  <c:v>0.34000458</c:v>
                </c:pt>
                <c:pt idx="836">
                  <c:v>0.37263017999999998</c:v>
                </c:pt>
                <c:pt idx="837">
                  <c:v>0.40703657999999998</c:v>
                </c:pt>
                <c:pt idx="838">
                  <c:v>0.43252777999999997</c:v>
                </c:pt>
                <c:pt idx="839">
                  <c:v>0.45309097999999998</c:v>
                </c:pt>
                <c:pt idx="840">
                  <c:v>0.49494537999999999</c:v>
                </c:pt>
                <c:pt idx="841">
                  <c:v>0.55002698000000005</c:v>
                </c:pt>
                <c:pt idx="842">
                  <c:v>0.61518857999999998</c:v>
                </c:pt>
                <c:pt idx="843">
                  <c:v>0.68390057999999998</c:v>
                </c:pt>
                <c:pt idx="844">
                  <c:v>0.76284938000000002</c:v>
                </c:pt>
                <c:pt idx="845">
                  <c:v>0.84770058000000004</c:v>
                </c:pt>
                <c:pt idx="846">
                  <c:v>0.93041258000000004</c:v>
                </c:pt>
                <c:pt idx="847">
                  <c:v>1.01077258</c:v>
                </c:pt>
                <c:pt idx="848">
                  <c:v>1.08871338</c:v>
                </c:pt>
                <c:pt idx="849">
                  <c:v>1.17261258</c:v>
                </c:pt>
                <c:pt idx="850">
                  <c:v>1.25496618</c:v>
                </c:pt>
                <c:pt idx="851">
                  <c:v>1.3312045800000001</c:v>
                </c:pt>
                <c:pt idx="852">
                  <c:v>1.40186538</c:v>
                </c:pt>
                <c:pt idx="853">
                  <c:v>1.4652461800000001</c:v>
                </c:pt>
                <c:pt idx="854">
                  <c:v>1.52643178</c:v>
                </c:pt>
                <c:pt idx="855">
                  <c:v>1.59344138</c:v>
                </c:pt>
                <c:pt idx="856">
                  <c:v>1.6622205800000001</c:v>
                </c:pt>
                <c:pt idx="857">
                  <c:v>1.7357261799999999</c:v>
                </c:pt>
                <c:pt idx="858">
                  <c:v>1.8080557799999999</c:v>
                </c:pt>
                <c:pt idx="859">
                  <c:v>1.87572618</c:v>
                </c:pt>
                <c:pt idx="860">
                  <c:v>1.9346381800000001</c:v>
                </c:pt>
                <c:pt idx="861">
                  <c:v>1.98721098</c:v>
                </c:pt>
                <c:pt idx="862">
                  <c:v>2.0281245800000001</c:v>
                </c:pt>
                <c:pt idx="863">
                  <c:v>2.0649837799999999</c:v>
                </c:pt>
                <c:pt idx="864">
                  <c:v>2.10589738</c:v>
                </c:pt>
                <c:pt idx="865">
                  <c:v>2.1492637800000001</c:v>
                </c:pt>
                <c:pt idx="866">
                  <c:v>2.1974013800000001</c:v>
                </c:pt>
                <c:pt idx="867">
                  <c:v>2.2497389800000001</c:v>
                </c:pt>
                <c:pt idx="868">
                  <c:v>2.3060861799999999</c:v>
                </c:pt>
                <c:pt idx="869">
                  <c:v>2.3654685799999999</c:v>
                </c:pt>
                <c:pt idx="870">
                  <c:v>2.41107498</c:v>
                </c:pt>
                <c:pt idx="871">
                  <c:v>2.4525037799999998</c:v>
                </c:pt>
                <c:pt idx="872">
                  <c:v>2.49243178</c:v>
                </c:pt>
                <c:pt idx="873">
                  <c:v>2.5275997800000001</c:v>
                </c:pt>
                <c:pt idx="874">
                  <c:v>2.5733517799999999</c:v>
                </c:pt>
                <c:pt idx="875">
                  <c:v>2.6250845799999998</c:v>
                </c:pt>
                <c:pt idx="876">
                  <c:v>2.67426378</c:v>
                </c:pt>
                <c:pt idx="877">
                  <c:v>2.7209229800000001</c:v>
                </c:pt>
                <c:pt idx="878">
                  <c:v>2.76287818</c:v>
                </c:pt>
                <c:pt idx="879">
                  <c:v>2.8021565800000001</c:v>
                </c:pt>
                <c:pt idx="880">
                  <c:v>2.83926218</c:v>
                </c:pt>
                <c:pt idx="881">
                  <c:v>2.8772189799999999</c:v>
                </c:pt>
                <c:pt idx="882">
                  <c:v>2.91727018</c:v>
                </c:pt>
                <c:pt idx="883">
                  <c:v>2.9500189799999998</c:v>
                </c:pt>
                <c:pt idx="884">
                  <c:v>2.9788813799999998</c:v>
                </c:pt>
                <c:pt idx="885">
                  <c:v>3.0026813799999998</c:v>
                </c:pt>
                <c:pt idx="886">
                  <c:v>3.0259997799999998</c:v>
                </c:pt>
                <c:pt idx="887">
                  <c:v>3.0384765800000002</c:v>
                </c:pt>
                <c:pt idx="888">
                  <c:v>3.04260938</c:v>
                </c:pt>
                <c:pt idx="889">
                  <c:v>3.0320253799999999</c:v>
                </c:pt>
                <c:pt idx="890">
                  <c:v>3.02406218</c:v>
                </c:pt>
                <c:pt idx="891">
                  <c:v>3.0277917799999998</c:v>
                </c:pt>
                <c:pt idx="892">
                  <c:v>3.0340749800000002</c:v>
                </c:pt>
                <c:pt idx="893">
                  <c:v>3.0348813799999999</c:v>
                </c:pt>
                <c:pt idx="894">
                  <c:v>3.0271869800000002</c:v>
                </c:pt>
                <c:pt idx="895">
                  <c:v>3.00474218</c:v>
                </c:pt>
                <c:pt idx="896">
                  <c:v>2.9758573799999999</c:v>
                </c:pt>
                <c:pt idx="897">
                  <c:v>2.9493581799999999</c:v>
                </c:pt>
                <c:pt idx="898">
                  <c:v>2.9321325800000002</c:v>
                </c:pt>
                <c:pt idx="899">
                  <c:v>2.9189277800000002</c:v>
                </c:pt>
                <c:pt idx="900">
                  <c:v>2.9089261799999999</c:v>
                </c:pt>
                <c:pt idx="901">
                  <c:v>2.8933357800000001</c:v>
                </c:pt>
                <c:pt idx="902">
                  <c:v>2.8703533800000001</c:v>
                </c:pt>
                <c:pt idx="903">
                  <c:v>2.8472365800000001</c:v>
                </c:pt>
                <c:pt idx="904">
                  <c:v>2.8276925799999999</c:v>
                </c:pt>
                <c:pt idx="905">
                  <c:v>2.8108253799999998</c:v>
                </c:pt>
                <c:pt idx="906">
                  <c:v>2.7946413799999998</c:v>
                </c:pt>
                <c:pt idx="907">
                  <c:v>2.7773149799999999</c:v>
                </c:pt>
                <c:pt idx="908">
                  <c:v>2.7498413799999999</c:v>
                </c:pt>
                <c:pt idx="909">
                  <c:v>2.72162858</c:v>
                </c:pt>
                <c:pt idx="910">
                  <c:v>2.7039437799999999</c:v>
                </c:pt>
                <c:pt idx="911">
                  <c:v>2.6999229800000002</c:v>
                </c:pt>
                <c:pt idx="912">
                  <c:v>2.6985229799999999</c:v>
                </c:pt>
                <c:pt idx="913">
                  <c:v>2.6945133800000001</c:v>
                </c:pt>
                <c:pt idx="914">
                  <c:v>2.6766605800000001</c:v>
                </c:pt>
                <c:pt idx="915">
                  <c:v>2.6578557799999998</c:v>
                </c:pt>
                <c:pt idx="916">
                  <c:v>2.6511805800000001</c:v>
                </c:pt>
                <c:pt idx="917">
                  <c:v>2.65474218</c:v>
                </c:pt>
                <c:pt idx="918">
                  <c:v>2.6557501800000001</c:v>
                </c:pt>
                <c:pt idx="919">
                  <c:v>2.6554141800000002</c:v>
                </c:pt>
                <c:pt idx="920">
                  <c:v>2.6461965799999998</c:v>
                </c:pt>
                <c:pt idx="921">
                  <c:v>2.6264621799999999</c:v>
                </c:pt>
                <c:pt idx="922">
                  <c:v>2.60134058</c:v>
                </c:pt>
                <c:pt idx="923">
                  <c:v>2.5817629800000002</c:v>
                </c:pt>
                <c:pt idx="924">
                  <c:v>2.5709213800000001</c:v>
                </c:pt>
                <c:pt idx="925">
                  <c:v>2.56580298</c:v>
                </c:pt>
                <c:pt idx="926">
                  <c:v>2.5573133800000001</c:v>
                </c:pt>
                <c:pt idx="927">
                  <c:v>2.5496749799999998</c:v>
                </c:pt>
                <c:pt idx="928">
                  <c:v>2.5253485800000002</c:v>
                </c:pt>
                <c:pt idx="929">
                  <c:v>2.4929805799999998</c:v>
                </c:pt>
                <c:pt idx="930">
                  <c:v>2.4727981799999998</c:v>
                </c:pt>
                <c:pt idx="931">
                  <c:v>2.4877949799999999</c:v>
                </c:pt>
                <c:pt idx="932">
                  <c:v>2.4932381800000001</c:v>
                </c:pt>
                <c:pt idx="933">
                  <c:v>2.4711293799999998</c:v>
                </c:pt>
                <c:pt idx="934">
                  <c:v>2.44029578</c:v>
                </c:pt>
                <c:pt idx="935">
                  <c:v>2.4076365800000001</c:v>
                </c:pt>
                <c:pt idx="936">
                  <c:v>2.3724909799999998</c:v>
                </c:pt>
                <c:pt idx="937">
                  <c:v>2.3435053799999999</c:v>
                </c:pt>
                <c:pt idx="938">
                  <c:v>2.32164298</c:v>
                </c:pt>
                <c:pt idx="939">
                  <c:v>2.3035325800000002</c:v>
                </c:pt>
                <c:pt idx="940">
                  <c:v>2.2826893799999999</c:v>
                </c:pt>
                <c:pt idx="941">
                  <c:v>2.2484173799999998</c:v>
                </c:pt>
                <c:pt idx="942">
                  <c:v>2.2061373799999999</c:v>
                </c:pt>
                <c:pt idx="943">
                  <c:v>2.15937738</c:v>
                </c:pt>
                <c:pt idx="944">
                  <c:v>2.1116989799999999</c:v>
                </c:pt>
                <c:pt idx="945">
                  <c:v>2.0767661799999999</c:v>
                </c:pt>
                <c:pt idx="946">
                  <c:v>2.0528989800000002</c:v>
                </c:pt>
                <c:pt idx="947">
                  <c:v>2.0257389799999999</c:v>
                </c:pt>
                <c:pt idx="948">
                  <c:v>1.9972461800000001</c:v>
                </c:pt>
                <c:pt idx="949">
                  <c:v>1.95315178</c:v>
                </c:pt>
                <c:pt idx="950">
                  <c:v>1.9036141799999999</c:v>
                </c:pt>
                <c:pt idx="951">
                  <c:v>1.86398858</c:v>
                </c:pt>
                <c:pt idx="952">
                  <c:v>1.84063658</c:v>
                </c:pt>
                <c:pt idx="953">
                  <c:v>1.8316317799999999</c:v>
                </c:pt>
                <c:pt idx="954">
                  <c:v>1.8265245800000001</c:v>
                </c:pt>
                <c:pt idx="955">
                  <c:v>1.8097021799999999</c:v>
                </c:pt>
                <c:pt idx="956">
                  <c:v>1.7730221799999999</c:v>
                </c:pt>
                <c:pt idx="957">
                  <c:v>1.7212557799999999</c:v>
                </c:pt>
                <c:pt idx="958">
                  <c:v>1.66534538</c:v>
                </c:pt>
                <c:pt idx="959">
                  <c:v>1.6205789799999999</c:v>
                </c:pt>
                <c:pt idx="960">
                  <c:v>1.60194218</c:v>
                </c:pt>
                <c:pt idx="961">
                  <c:v>1.60045258</c:v>
                </c:pt>
                <c:pt idx="962">
                  <c:v>1.5962077800000001</c:v>
                </c:pt>
                <c:pt idx="963">
                  <c:v>1.5765629800000001</c:v>
                </c:pt>
                <c:pt idx="964">
                  <c:v>1.53436138</c:v>
                </c:pt>
                <c:pt idx="965">
                  <c:v>1.4771629799999999</c:v>
                </c:pt>
                <c:pt idx="966">
                  <c:v>1.4203005799999999</c:v>
                </c:pt>
                <c:pt idx="967">
                  <c:v>1.3715357800000001</c:v>
                </c:pt>
                <c:pt idx="968">
                  <c:v>1.33565098</c:v>
                </c:pt>
                <c:pt idx="969">
                  <c:v>1.30734858</c:v>
                </c:pt>
                <c:pt idx="970">
                  <c:v>1.27221418</c:v>
                </c:pt>
                <c:pt idx="971">
                  <c:v>1.22743658</c:v>
                </c:pt>
                <c:pt idx="972">
                  <c:v>1.1770253799999999</c:v>
                </c:pt>
                <c:pt idx="973">
                  <c:v>1.11502218</c:v>
                </c:pt>
                <c:pt idx="974">
                  <c:v>1.0529293799999999</c:v>
                </c:pt>
                <c:pt idx="975">
                  <c:v>0.99296457999999999</c:v>
                </c:pt>
                <c:pt idx="976">
                  <c:v>0.93289898000000004</c:v>
                </c:pt>
                <c:pt idx="977">
                  <c:v>0.87573418000000003</c:v>
                </c:pt>
                <c:pt idx="978">
                  <c:v>0.81989098000000005</c:v>
                </c:pt>
                <c:pt idx="979">
                  <c:v>0.76740777999999998</c:v>
                </c:pt>
                <c:pt idx="980">
                  <c:v>0.72221577999999997</c:v>
                </c:pt>
                <c:pt idx="981">
                  <c:v>0.68477418000000001</c:v>
                </c:pt>
                <c:pt idx="982">
                  <c:v>0.65319017999999995</c:v>
                </c:pt>
                <c:pt idx="983">
                  <c:v>0.62151657999999999</c:v>
                </c:pt>
                <c:pt idx="984">
                  <c:v>0.57918057999999994</c:v>
                </c:pt>
                <c:pt idx="985">
                  <c:v>0.53901737999999999</c:v>
                </c:pt>
                <c:pt idx="986">
                  <c:v>0.50298697999999997</c:v>
                </c:pt>
                <c:pt idx="987">
                  <c:v>0.47175018000000002</c:v>
                </c:pt>
                <c:pt idx="988">
                  <c:v>0.44704297999999998</c:v>
                </c:pt>
                <c:pt idx="989">
                  <c:v>0.42110377999999998</c:v>
                </c:pt>
                <c:pt idx="990">
                  <c:v>0.40176138</c:v>
                </c:pt>
                <c:pt idx="991">
                  <c:v>0.38524138000000002</c:v>
                </c:pt>
                <c:pt idx="992">
                  <c:v>0.36825098000000001</c:v>
                </c:pt>
                <c:pt idx="993">
                  <c:v>0.35068937999999999</c:v>
                </c:pt>
                <c:pt idx="994">
                  <c:v>0.33270218000000001</c:v>
                </c:pt>
                <c:pt idx="995">
                  <c:v>0.31503977999999999</c:v>
                </c:pt>
                <c:pt idx="996">
                  <c:v>0.30207018000000002</c:v>
                </c:pt>
                <c:pt idx="997">
                  <c:v>0.28670378000000002</c:v>
                </c:pt>
                <c:pt idx="998">
                  <c:v>0.26862698000000002</c:v>
                </c:pt>
                <c:pt idx="999">
                  <c:v>0.25347338000000003</c:v>
                </c:pt>
                <c:pt idx="1000">
                  <c:v>0.23957418</c:v>
                </c:pt>
                <c:pt idx="1001">
                  <c:v>0.22352458</c:v>
                </c:pt>
                <c:pt idx="1002">
                  <c:v>0.21262697999999999</c:v>
                </c:pt>
                <c:pt idx="1003">
                  <c:v>0.20545898000000001</c:v>
                </c:pt>
                <c:pt idx="1004">
                  <c:v>0.19290378</c:v>
                </c:pt>
                <c:pt idx="1005">
                  <c:v>0.18387658000000001</c:v>
                </c:pt>
                <c:pt idx="1006">
                  <c:v>0.17619338000000001</c:v>
                </c:pt>
                <c:pt idx="1007">
                  <c:v>0.17109737999999999</c:v>
                </c:pt>
                <c:pt idx="1008">
                  <c:v>0.16656138000000001</c:v>
                </c:pt>
                <c:pt idx="1009">
                  <c:v>0.16438858000000001</c:v>
                </c:pt>
                <c:pt idx="1010">
                  <c:v>0.16106218</c:v>
                </c:pt>
                <c:pt idx="1011">
                  <c:v>0.15499178</c:v>
                </c:pt>
                <c:pt idx="1012">
                  <c:v>0.15183337999999999</c:v>
                </c:pt>
                <c:pt idx="1013">
                  <c:v>0.14997418000000001</c:v>
                </c:pt>
                <c:pt idx="1014">
                  <c:v>0.14675978000000001</c:v>
                </c:pt>
                <c:pt idx="1015">
                  <c:v>0.14198858</c:v>
                </c:pt>
                <c:pt idx="1016">
                  <c:v>0.13835977999999999</c:v>
                </c:pt>
                <c:pt idx="1017">
                  <c:v>0.13505577999999999</c:v>
                </c:pt>
                <c:pt idx="1018">
                  <c:v>0.13628778</c:v>
                </c:pt>
              </c:numCache>
            </c:numRef>
          </c:xVal>
          <c:yVal>
            <c:numRef>
              <c:f>[1]Sheet1!$U$2:$U$1293</c:f>
              <c:numCache>
                <c:formatCode>General</c:formatCode>
                <c:ptCount val="1292"/>
                <c:pt idx="1">
                  <c:v>110.5265</c:v>
                </c:pt>
                <c:pt idx="2">
                  <c:v>110.5569</c:v>
                </c:pt>
                <c:pt idx="3">
                  <c:v>110.53710000000001</c:v>
                </c:pt>
                <c:pt idx="4">
                  <c:v>110.66560000000001</c:v>
                </c:pt>
                <c:pt idx="5">
                  <c:v>110.7099</c:v>
                </c:pt>
                <c:pt idx="6">
                  <c:v>110.9312</c:v>
                </c:pt>
                <c:pt idx="7">
                  <c:v>111.134</c:v>
                </c:pt>
                <c:pt idx="8">
                  <c:v>111.40370000000001</c:v>
                </c:pt>
                <c:pt idx="9">
                  <c:v>111.66759999999999</c:v>
                </c:pt>
                <c:pt idx="10">
                  <c:v>112.1579</c:v>
                </c:pt>
                <c:pt idx="11">
                  <c:v>112.4691</c:v>
                </c:pt>
                <c:pt idx="12">
                  <c:v>112.6671</c:v>
                </c:pt>
                <c:pt idx="13">
                  <c:v>112.6249</c:v>
                </c:pt>
                <c:pt idx="14">
                  <c:v>112.95450000000001</c:v>
                </c:pt>
                <c:pt idx="15">
                  <c:v>112.8544</c:v>
                </c:pt>
                <c:pt idx="16">
                  <c:v>112.81399999999999</c:v>
                </c:pt>
                <c:pt idx="17">
                  <c:v>112.90309999999999</c:v>
                </c:pt>
                <c:pt idx="18">
                  <c:v>113.15759999999999</c:v>
                </c:pt>
                <c:pt idx="19">
                  <c:v>113.28739999999999</c:v>
                </c:pt>
                <c:pt idx="20">
                  <c:v>113.4486</c:v>
                </c:pt>
                <c:pt idx="21">
                  <c:v>113.3182</c:v>
                </c:pt>
                <c:pt idx="22">
                  <c:v>113.273</c:v>
                </c:pt>
                <c:pt idx="23">
                  <c:v>113.20949999999999</c:v>
                </c:pt>
                <c:pt idx="24">
                  <c:v>113.49940000000001</c:v>
                </c:pt>
                <c:pt idx="25">
                  <c:v>113.33460000000001</c:v>
                </c:pt>
                <c:pt idx="26">
                  <c:v>113.4903</c:v>
                </c:pt>
                <c:pt idx="27">
                  <c:v>113.54730000000001</c:v>
                </c:pt>
                <c:pt idx="28">
                  <c:v>113.5675</c:v>
                </c:pt>
                <c:pt idx="29">
                  <c:v>113.5668</c:v>
                </c:pt>
                <c:pt idx="30">
                  <c:v>113.41499999999999</c:v>
                </c:pt>
                <c:pt idx="31">
                  <c:v>113.4178</c:v>
                </c:pt>
                <c:pt idx="32">
                  <c:v>113.3964</c:v>
                </c:pt>
                <c:pt idx="33">
                  <c:v>113.3775</c:v>
                </c:pt>
                <c:pt idx="34">
                  <c:v>113.3313</c:v>
                </c:pt>
                <c:pt idx="35">
                  <c:v>113.31</c:v>
                </c:pt>
                <c:pt idx="36">
                  <c:v>113.288</c:v>
                </c:pt>
                <c:pt idx="37">
                  <c:v>113.21440000000001</c:v>
                </c:pt>
                <c:pt idx="38">
                  <c:v>113.25900000000001</c:v>
                </c:pt>
                <c:pt idx="39">
                  <c:v>113.2621</c:v>
                </c:pt>
                <c:pt idx="40">
                  <c:v>113.2638</c:v>
                </c:pt>
                <c:pt idx="41">
                  <c:v>113.24619999999999</c:v>
                </c:pt>
                <c:pt idx="42">
                  <c:v>113.19559999999998</c:v>
                </c:pt>
                <c:pt idx="43">
                  <c:v>113.1678</c:v>
                </c:pt>
                <c:pt idx="44">
                  <c:v>113.19050000000001</c:v>
                </c:pt>
                <c:pt idx="45">
                  <c:v>113.2071</c:v>
                </c:pt>
                <c:pt idx="46">
                  <c:v>113.2222</c:v>
                </c:pt>
                <c:pt idx="47">
                  <c:v>113.0518</c:v>
                </c:pt>
                <c:pt idx="48">
                  <c:v>113.09690000000001</c:v>
                </c:pt>
                <c:pt idx="49">
                  <c:v>113.15780000000001</c:v>
                </c:pt>
                <c:pt idx="50">
                  <c:v>113.26430000000001</c:v>
                </c:pt>
                <c:pt idx="51">
                  <c:v>113.3319</c:v>
                </c:pt>
                <c:pt idx="52">
                  <c:v>113.2324</c:v>
                </c:pt>
                <c:pt idx="53">
                  <c:v>113.28099999999999</c:v>
                </c:pt>
                <c:pt idx="54">
                  <c:v>113.05440000000002</c:v>
                </c:pt>
                <c:pt idx="55">
                  <c:v>113.1833</c:v>
                </c:pt>
                <c:pt idx="56">
                  <c:v>113.14120000000001</c:v>
                </c:pt>
                <c:pt idx="57">
                  <c:v>112.96080000000001</c:v>
                </c:pt>
                <c:pt idx="58">
                  <c:v>112.84350000000001</c:v>
                </c:pt>
                <c:pt idx="59">
                  <c:v>112.51860000000001</c:v>
                </c:pt>
                <c:pt idx="60">
                  <c:v>112.6872</c:v>
                </c:pt>
                <c:pt idx="61">
                  <c:v>112.44479999999999</c:v>
                </c:pt>
                <c:pt idx="62">
                  <c:v>112.3399</c:v>
                </c:pt>
                <c:pt idx="63">
                  <c:v>112.2179</c:v>
                </c:pt>
                <c:pt idx="64">
                  <c:v>112.13929999999999</c:v>
                </c:pt>
                <c:pt idx="65">
                  <c:v>112.09400000000001</c:v>
                </c:pt>
                <c:pt idx="66">
                  <c:v>112.08349999999999</c:v>
                </c:pt>
                <c:pt idx="67">
                  <c:v>111.77809999999999</c:v>
                </c:pt>
                <c:pt idx="68">
                  <c:v>111.67149999999999</c:v>
                </c:pt>
                <c:pt idx="69">
                  <c:v>111.47819999999999</c:v>
                </c:pt>
                <c:pt idx="70">
                  <c:v>111.4344</c:v>
                </c:pt>
                <c:pt idx="71">
                  <c:v>111.3028</c:v>
                </c:pt>
                <c:pt idx="72">
                  <c:v>111.5068</c:v>
                </c:pt>
                <c:pt idx="73">
                  <c:v>111.29810000000001</c:v>
                </c:pt>
                <c:pt idx="74">
                  <c:v>111.27890000000001</c:v>
                </c:pt>
                <c:pt idx="75">
                  <c:v>111.1866</c:v>
                </c:pt>
                <c:pt idx="76">
                  <c:v>111.2052</c:v>
                </c:pt>
                <c:pt idx="77">
                  <c:v>110.9854</c:v>
                </c:pt>
                <c:pt idx="78">
                  <c:v>111.13329999999999</c:v>
                </c:pt>
                <c:pt idx="79">
                  <c:v>111.2256</c:v>
                </c:pt>
                <c:pt idx="80">
                  <c:v>111.0891</c:v>
                </c:pt>
                <c:pt idx="81">
                  <c:v>111.07640000000001</c:v>
                </c:pt>
                <c:pt idx="82">
                  <c:v>111.07989999999999</c:v>
                </c:pt>
                <c:pt idx="83">
                  <c:v>110.89259999999999</c:v>
                </c:pt>
                <c:pt idx="84">
                  <c:v>110.83959999999999</c:v>
                </c:pt>
                <c:pt idx="85">
                  <c:v>110.89460000000001</c:v>
                </c:pt>
                <c:pt idx="86">
                  <c:v>110.81519999999999</c:v>
                </c:pt>
                <c:pt idx="87">
                  <c:v>110.736</c:v>
                </c:pt>
                <c:pt idx="88">
                  <c:v>110.7394</c:v>
                </c:pt>
                <c:pt idx="89">
                  <c:v>110.7398</c:v>
                </c:pt>
                <c:pt idx="90">
                  <c:v>110.7546</c:v>
                </c:pt>
                <c:pt idx="91">
                  <c:v>110.73320000000001</c:v>
                </c:pt>
                <c:pt idx="92">
                  <c:v>110.7094</c:v>
                </c:pt>
                <c:pt idx="93">
                  <c:v>110.6845</c:v>
                </c:pt>
                <c:pt idx="94">
                  <c:v>110.65690000000001</c:v>
                </c:pt>
                <c:pt idx="95">
                  <c:v>110.7915</c:v>
                </c:pt>
                <c:pt idx="96">
                  <c:v>110.76679999999999</c:v>
                </c:pt>
                <c:pt idx="97">
                  <c:v>110.72620000000001</c:v>
                </c:pt>
                <c:pt idx="98">
                  <c:v>110.7154</c:v>
                </c:pt>
                <c:pt idx="99">
                  <c:v>110.69119999999999</c:v>
                </c:pt>
                <c:pt idx="100">
                  <c:v>110.74289999999999</c:v>
                </c:pt>
                <c:pt idx="101">
                  <c:v>110.74769999999999</c:v>
                </c:pt>
                <c:pt idx="102">
                  <c:v>110.74870000000001</c:v>
                </c:pt>
                <c:pt idx="103">
                  <c:v>111.09629999999999</c:v>
                </c:pt>
                <c:pt idx="104">
                  <c:v>111.4081</c:v>
                </c:pt>
                <c:pt idx="105">
                  <c:v>111.8049</c:v>
                </c:pt>
                <c:pt idx="106">
                  <c:v>111.9473</c:v>
                </c:pt>
                <c:pt idx="107">
                  <c:v>112.27499999999999</c:v>
                </c:pt>
                <c:pt idx="108">
                  <c:v>112.3831</c:v>
                </c:pt>
                <c:pt idx="109">
                  <c:v>112.7501</c:v>
                </c:pt>
                <c:pt idx="110">
                  <c:v>112.6694</c:v>
                </c:pt>
                <c:pt idx="111">
                  <c:v>112.7867</c:v>
                </c:pt>
                <c:pt idx="112">
                  <c:v>113.10900000000001</c:v>
                </c:pt>
                <c:pt idx="113">
                  <c:v>112.70350000000001</c:v>
                </c:pt>
                <c:pt idx="114">
                  <c:v>112.94739999999999</c:v>
                </c:pt>
                <c:pt idx="115">
                  <c:v>113.13560000000001</c:v>
                </c:pt>
                <c:pt idx="116">
                  <c:v>112.699</c:v>
                </c:pt>
                <c:pt idx="117">
                  <c:v>113.1627</c:v>
                </c:pt>
                <c:pt idx="118">
                  <c:v>113.0129</c:v>
                </c:pt>
                <c:pt idx="119">
                  <c:v>112.92789999999999</c:v>
                </c:pt>
                <c:pt idx="120">
                  <c:v>112.91249999999999</c:v>
                </c:pt>
                <c:pt idx="121">
                  <c:v>112.9988</c:v>
                </c:pt>
                <c:pt idx="122">
                  <c:v>112.8811</c:v>
                </c:pt>
                <c:pt idx="123">
                  <c:v>112.9007</c:v>
                </c:pt>
                <c:pt idx="124">
                  <c:v>112.8083</c:v>
                </c:pt>
                <c:pt idx="125">
                  <c:v>112.83540000000001</c:v>
                </c:pt>
                <c:pt idx="126">
                  <c:v>112.87390000000001</c:v>
                </c:pt>
                <c:pt idx="127">
                  <c:v>113.041</c:v>
                </c:pt>
                <c:pt idx="128">
                  <c:v>112.8717</c:v>
                </c:pt>
                <c:pt idx="129">
                  <c:v>112.947</c:v>
                </c:pt>
                <c:pt idx="130">
                  <c:v>112.9562</c:v>
                </c:pt>
                <c:pt idx="131">
                  <c:v>112.9598</c:v>
                </c:pt>
                <c:pt idx="132">
                  <c:v>113.0985</c:v>
                </c:pt>
                <c:pt idx="133">
                  <c:v>112.89410000000001</c:v>
                </c:pt>
                <c:pt idx="134">
                  <c:v>112.9384</c:v>
                </c:pt>
                <c:pt idx="135">
                  <c:v>112.9434</c:v>
                </c:pt>
                <c:pt idx="136">
                  <c:v>112.93770000000001</c:v>
                </c:pt>
                <c:pt idx="137">
                  <c:v>112.9376</c:v>
                </c:pt>
                <c:pt idx="138">
                  <c:v>113.0063</c:v>
                </c:pt>
                <c:pt idx="139">
                  <c:v>112.8886</c:v>
                </c:pt>
                <c:pt idx="140">
                  <c:v>112.9101</c:v>
                </c:pt>
                <c:pt idx="141">
                  <c:v>112.926</c:v>
                </c:pt>
                <c:pt idx="142">
                  <c:v>112.9354</c:v>
                </c:pt>
                <c:pt idx="143">
                  <c:v>112.94119999999999</c:v>
                </c:pt>
                <c:pt idx="144">
                  <c:v>112.9649</c:v>
                </c:pt>
                <c:pt idx="145">
                  <c:v>112.98740000000001</c:v>
                </c:pt>
                <c:pt idx="146">
                  <c:v>113.0103</c:v>
                </c:pt>
                <c:pt idx="147">
                  <c:v>113.0335</c:v>
                </c:pt>
                <c:pt idx="148">
                  <c:v>112.8511</c:v>
                </c:pt>
                <c:pt idx="149">
                  <c:v>112.76949999999999</c:v>
                </c:pt>
                <c:pt idx="150">
                  <c:v>112.6784</c:v>
                </c:pt>
                <c:pt idx="151">
                  <c:v>112.86860000000001</c:v>
                </c:pt>
                <c:pt idx="152">
                  <c:v>112.899</c:v>
                </c:pt>
                <c:pt idx="153">
                  <c:v>112.7581</c:v>
                </c:pt>
                <c:pt idx="154">
                  <c:v>112.6157</c:v>
                </c:pt>
                <c:pt idx="155">
                  <c:v>112.4738</c:v>
                </c:pt>
                <c:pt idx="156">
                  <c:v>112.5155</c:v>
                </c:pt>
                <c:pt idx="157">
                  <c:v>112.14689999999999</c:v>
                </c:pt>
                <c:pt idx="158">
                  <c:v>112.0331</c:v>
                </c:pt>
                <c:pt idx="159">
                  <c:v>111.8733</c:v>
                </c:pt>
                <c:pt idx="160">
                  <c:v>111.81530000000001</c:v>
                </c:pt>
                <c:pt idx="161">
                  <c:v>111.63639999999999</c:v>
                </c:pt>
                <c:pt idx="162">
                  <c:v>111.4676</c:v>
                </c:pt>
                <c:pt idx="163">
                  <c:v>111.31610000000001</c:v>
                </c:pt>
                <c:pt idx="164">
                  <c:v>111.3695</c:v>
                </c:pt>
                <c:pt idx="165">
                  <c:v>111.2032</c:v>
                </c:pt>
                <c:pt idx="166">
                  <c:v>111.0235</c:v>
                </c:pt>
                <c:pt idx="167">
                  <c:v>110.8605</c:v>
                </c:pt>
                <c:pt idx="168">
                  <c:v>110.9209</c:v>
                </c:pt>
                <c:pt idx="169">
                  <c:v>110.69000000000001</c:v>
                </c:pt>
                <c:pt idx="170">
                  <c:v>110.5531</c:v>
                </c:pt>
                <c:pt idx="171">
                  <c:v>110.595</c:v>
                </c:pt>
                <c:pt idx="172">
                  <c:v>110.3712</c:v>
                </c:pt>
                <c:pt idx="173">
                  <c:v>110.39859999999999</c:v>
                </c:pt>
                <c:pt idx="174">
                  <c:v>110.3768</c:v>
                </c:pt>
                <c:pt idx="175">
                  <c:v>110.12909999999999</c:v>
                </c:pt>
                <c:pt idx="176">
                  <c:v>110.18299999999999</c:v>
                </c:pt>
                <c:pt idx="177">
                  <c:v>110.1027</c:v>
                </c:pt>
                <c:pt idx="178">
                  <c:v>109.9234</c:v>
                </c:pt>
                <c:pt idx="179">
                  <c:v>110.00280000000001</c:v>
                </c:pt>
                <c:pt idx="180">
                  <c:v>110.00970000000001</c:v>
                </c:pt>
                <c:pt idx="181">
                  <c:v>110.105</c:v>
                </c:pt>
                <c:pt idx="182">
                  <c:v>110.0378</c:v>
                </c:pt>
                <c:pt idx="183">
                  <c:v>109.9877</c:v>
                </c:pt>
                <c:pt idx="184">
                  <c:v>109.959</c:v>
                </c:pt>
                <c:pt idx="185">
                  <c:v>110.00640000000001</c:v>
                </c:pt>
                <c:pt idx="186">
                  <c:v>109.88720000000001</c:v>
                </c:pt>
                <c:pt idx="187">
                  <c:v>109.98699999999999</c:v>
                </c:pt>
                <c:pt idx="188">
                  <c:v>109.95189999999999</c:v>
                </c:pt>
                <c:pt idx="189">
                  <c:v>109.9492</c:v>
                </c:pt>
                <c:pt idx="190">
                  <c:v>109.9413</c:v>
                </c:pt>
                <c:pt idx="191">
                  <c:v>109.9238</c:v>
                </c:pt>
                <c:pt idx="192">
                  <c:v>109.92179999999999</c:v>
                </c:pt>
                <c:pt idx="193">
                  <c:v>109.8977</c:v>
                </c:pt>
                <c:pt idx="194">
                  <c:v>109.89760000000001</c:v>
                </c:pt>
                <c:pt idx="195">
                  <c:v>109.89150000000001</c:v>
                </c:pt>
                <c:pt idx="196">
                  <c:v>109.9699</c:v>
                </c:pt>
                <c:pt idx="197">
                  <c:v>110.0248</c:v>
                </c:pt>
                <c:pt idx="198">
                  <c:v>110.10809999999999</c:v>
                </c:pt>
                <c:pt idx="199">
                  <c:v>110.25109999999999</c:v>
                </c:pt>
                <c:pt idx="200">
                  <c:v>110.48159999999999</c:v>
                </c:pt>
                <c:pt idx="201">
                  <c:v>110.77260000000001</c:v>
                </c:pt>
                <c:pt idx="202">
                  <c:v>110.8466</c:v>
                </c:pt>
                <c:pt idx="203">
                  <c:v>111.2816</c:v>
                </c:pt>
                <c:pt idx="204">
                  <c:v>111.3245</c:v>
                </c:pt>
                <c:pt idx="205">
                  <c:v>111.5035</c:v>
                </c:pt>
                <c:pt idx="206">
                  <c:v>111.7115</c:v>
                </c:pt>
                <c:pt idx="207">
                  <c:v>111.9538</c:v>
                </c:pt>
                <c:pt idx="208">
                  <c:v>111.8886</c:v>
                </c:pt>
                <c:pt idx="209">
                  <c:v>112.1324</c:v>
                </c:pt>
                <c:pt idx="210">
                  <c:v>112.4765</c:v>
                </c:pt>
                <c:pt idx="211">
                  <c:v>112.63199999999999</c:v>
                </c:pt>
                <c:pt idx="212">
                  <c:v>112.5857</c:v>
                </c:pt>
                <c:pt idx="213">
                  <c:v>113.0147</c:v>
                </c:pt>
                <c:pt idx="214">
                  <c:v>112.99170000000001</c:v>
                </c:pt>
                <c:pt idx="215">
                  <c:v>112.74340000000001</c:v>
                </c:pt>
                <c:pt idx="216">
                  <c:v>113.0745</c:v>
                </c:pt>
                <c:pt idx="217">
                  <c:v>113.08369999999999</c:v>
                </c:pt>
                <c:pt idx="218">
                  <c:v>112.93340000000001</c:v>
                </c:pt>
                <c:pt idx="219">
                  <c:v>112.83429999999998</c:v>
                </c:pt>
                <c:pt idx="220">
                  <c:v>112.8785</c:v>
                </c:pt>
                <c:pt idx="221">
                  <c:v>112.76740000000001</c:v>
                </c:pt>
                <c:pt idx="222">
                  <c:v>112.8933</c:v>
                </c:pt>
                <c:pt idx="223">
                  <c:v>112.60040000000001</c:v>
                </c:pt>
                <c:pt idx="224">
                  <c:v>112.7148</c:v>
                </c:pt>
                <c:pt idx="225">
                  <c:v>112.91740000000001</c:v>
                </c:pt>
                <c:pt idx="226">
                  <c:v>112.92</c:v>
                </c:pt>
                <c:pt idx="227">
                  <c:v>112.9273</c:v>
                </c:pt>
                <c:pt idx="228">
                  <c:v>112.99799999999999</c:v>
                </c:pt>
                <c:pt idx="229">
                  <c:v>112.9256</c:v>
                </c:pt>
                <c:pt idx="230">
                  <c:v>112.9791</c:v>
                </c:pt>
                <c:pt idx="231">
                  <c:v>112.85</c:v>
                </c:pt>
                <c:pt idx="232">
                  <c:v>112.9462</c:v>
                </c:pt>
                <c:pt idx="233">
                  <c:v>112.80879999999999</c:v>
                </c:pt>
                <c:pt idx="234">
                  <c:v>112.89960000000001</c:v>
                </c:pt>
                <c:pt idx="235">
                  <c:v>112.9666</c:v>
                </c:pt>
                <c:pt idx="236">
                  <c:v>113.03039999999999</c:v>
                </c:pt>
                <c:pt idx="237">
                  <c:v>112.8839</c:v>
                </c:pt>
                <c:pt idx="238">
                  <c:v>112.88470000000001</c:v>
                </c:pt>
                <c:pt idx="239">
                  <c:v>112.93279999999999</c:v>
                </c:pt>
                <c:pt idx="240">
                  <c:v>112.86659999999999</c:v>
                </c:pt>
                <c:pt idx="241">
                  <c:v>112.8339</c:v>
                </c:pt>
                <c:pt idx="242">
                  <c:v>112.7838</c:v>
                </c:pt>
                <c:pt idx="243">
                  <c:v>112.75130000000001</c:v>
                </c:pt>
                <c:pt idx="244">
                  <c:v>112.77329999999999</c:v>
                </c:pt>
                <c:pt idx="245">
                  <c:v>112.66590000000001</c:v>
                </c:pt>
                <c:pt idx="246">
                  <c:v>112.76139999999999</c:v>
                </c:pt>
                <c:pt idx="247">
                  <c:v>112.8108</c:v>
                </c:pt>
                <c:pt idx="248">
                  <c:v>112.84549999999999</c:v>
                </c:pt>
                <c:pt idx="249">
                  <c:v>112.63629999999999</c:v>
                </c:pt>
                <c:pt idx="250">
                  <c:v>112.71100000000001</c:v>
                </c:pt>
                <c:pt idx="251">
                  <c:v>112.58290000000001</c:v>
                </c:pt>
                <c:pt idx="252">
                  <c:v>112.7557</c:v>
                </c:pt>
                <c:pt idx="253">
                  <c:v>112.45570000000001</c:v>
                </c:pt>
                <c:pt idx="254">
                  <c:v>112.42800000000001</c:v>
                </c:pt>
                <c:pt idx="255">
                  <c:v>112.14349999999999</c:v>
                </c:pt>
                <c:pt idx="256">
                  <c:v>112.04129999999999</c:v>
                </c:pt>
                <c:pt idx="257">
                  <c:v>111.8553</c:v>
                </c:pt>
                <c:pt idx="258">
                  <c:v>111.69560000000001</c:v>
                </c:pt>
                <c:pt idx="259">
                  <c:v>111.5531</c:v>
                </c:pt>
                <c:pt idx="260">
                  <c:v>111.37729999999999</c:v>
                </c:pt>
                <c:pt idx="261">
                  <c:v>111.02359999999999</c:v>
                </c:pt>
                <c:pt idx="262">
                  <c:v>111.0059</c:v>
                </c:pt>
                <c:pt idx="263">
                  <c:v>110.71770000000001</c:v>
                </c:pt>
                <c:pt idx="264">
                  <c:v>110.4106</c:v>
                </c:pt>
                <c:pt idx="265">
                  <c:v>110.47750000000001</c:v>
                </c:pt>
                <c:pt idx="266">
                  <c:v>110.5639</c:v>
                </c:pt>
                <c:pt idx="267">
                  <c:v>110.54470000000001</c:v>
                </c:pt>
                <c:pt idx="268">
                  <c:v>110.42960000000001</c:v>
                </c:pt>
                <c:pt idx="269">
                  <c:v>110.32849999999999</c:v>
                </c:pt>
                <c:pt idx="270">
                  <c:v>110.3349</c:v>
                </c:pt>
                <c:pt idx="271">
                  <c:v>110.3057</c:v>
                </c:pt>
                <c:pt idx="272">
                  <c:v>110.3682</c:v>
                </c:pt>
                <c:pt idx="273">
                  <c:v>110.1957</c:v>
                </c:pt>
                <c:pt idx="274">
                  <c:v>110.081</c:v>
                </c:pt>
                <c:pt idx="275">
                  <c:v>110.17179999999999</c:v>
                </c:pt>
                <c:pt idx="276">
                  <c:v>109.99589999999999</c:v>
                </c:pt>
                <c:pt idx="277">
                  <c:v>110.0333</c:v>
                </c:pt>
                <c:pt idx="278">
                  <c:v>109.9478</c:v>
                </c:pt>
                <c:pt idx="279">
                  <c:v>109.93299999999999</c:v>
                </c:pt>
                <c:pt idx="280">
                  <c:v>109.8947</c:v>
                </c:pt>
                <c:pt idx="281">
                  <c:v>109.87899999999999</c:v>
                </c:pt>
                <c:pt idx="282">
                  <c:v>109.86660000000001</c:v>
                </c:pt>
                <c:pt idx="283">
                  <c:v>109.85820000000001</c:v>
                </c:pt>
                <c:pt idx="284">
                  <c:v>109.78009999999999</c:v>
                </c:pt>
                <c:pt idx="285">
                  <c:v>109.71120000000001</c:v>
                </c:pt>
                <c:pt idx="286">
                  <c:v>109.7025</c:v>
                </c:pt>
                <c:pt idx="287">
                  <c:v>109.60050000000001</c:v>
                </c:pt>
                <c:pt idx="288">
                  <c:v>109.63380000000001</c:v>
                </c:pt>
                <c:pt idx="289">
                  <c:v>109.65170000000001</c:v>
                </c:pt>
                <c:pt idx="290">
                  <c:v>109.6974</c:v>
                </c:pt>
                <c:pt idx="291">
                  <c:v>109.7256</c:v>
                </c:pt>
                <c:pt idx="292">
                  <c:v>109.74679999999999</c:v>
                </c:pt>
                <c:pt idx="293">
                  <c:v>109.75960000000001</c:v>
                </c:pt>
                <c:pt idx="294">
                  <c:v>109.74600000000001</c:v>
                </c:pt>
                <c:pt idx="295">
                  <c:v>109.6773</c:v>
                </c:pt>
                <c:pt idx="296">
                  <c:v>109.9161</c:v>
                </c:pt>
                <c:pt idx="297">
                  <c:v>110.08920000000001</c:v>
                </c:pt>
                <c:pt idx="298">
                  <c:v>110.255</c:v>
                </c:pt>
                <c:pt idx="299">
                  <c:v>110.32849999999999</c:v>
                </c:pt>
                <c:pt idx="300">
                  <c:v>110.7526</c:v>
                </c:pt>
                <c:pt idx="301">
                  <c:v>110.96249999999999</c:v>
                </c:pt>
                <c:pt idx="302">
                  <c:v>111.1626</c:v>
                </c:pt>
                <c:pt idx="303">
                  <c:v>111.4945</c:v>
                </c:pt>
                <c:pt idx="304">
                  <c:v>111.95840000000001</c:v>
                </c:pt>
                <c:pt idx="305">
                  <c:v>112.1758</c:v>
                </c:pt>
                <c:pt idx="306">
                  <c:v>112.1319</c:v>
                </c:pt>
                <c:pt idx="307">
                  <c:v>112.34</c:v>
                </c:pt>
                <c:pt idx="308">
                  <c:v>112.53439999999999</c:v>
                </c:pt>
                <c:pt idx="309">
                  <c:v>112.75019999999999</c:v>
                </c:pt>
                <c:pt idx="310">
                  <c:v>112.69710000000001</c:v>
                </c:pt>
                <c:pt idx="311">
                  <c:v>112.66379999999999</c:v>
                </c:pt>
                <c:pt idx="312">
                  <c:v>112.85539999999999</c:v>
                </c:pt>
                <c:pt idx="313">
                  <c:v>112.82830000000001</c:v>
                </c:pt>
                <c:pt idx="314">
                  <c:v>112.90860000000001</c:v>
                </c:pt>
                <c:pt idx="315">
                  <c:v>113.0039</c:v>
                </c:pt>
                <c:pt idx="316">
                  <c:v>112.86149999999999</c:v>
                </c:pt>
                <c:pt idx="317">
                  <c:v>112.8664</c:v>
                </c:pt>
                <c:pt idx="318">
                  <c:v>113.0137</c:v>
                </c:pt>
                <c:pt idx="319">
                  <c:v>113.0284</c:v>
                </c:pt>
                <c:pt idx="320">
                  <c:v>112.8296</c:v>
                </c:pt>
                <c:pt idx="321">
                  <c:v>112.86250000000001</c:v>
                </c:pt>
                <c:pt idx="322">
                  <c:v>112.91290000000001</c:v>
                </c:pt>
                <c:pt idx="323">
                  <c:v>112.8984</c:v>
                </c:pt>
                <c:pt idx="324">
                  <c:v>112.85780000000001</c:v>
                </c:pt>
                <c:pt idx="325">
                  <c:v>112.97750000000001</c:v>
                </c:pt>
                <c:pt idx="326">
                  <c:v>112.9067</c:v>
                </c:pt>
                <c:pt idx="327">
                  <c:v>112.9477</c:v>
                </c:pt>
                <c:pt idx="328">
                  <c:v>112.9376</c:v>
                </c:pt>
                <c:pt idx="329">
                  <c:v>112.93170000000001</c:v>
                </c:pt>
                <c:pt idx="330">
                  <c:v>112.88159999999999</c:v>
                </c:pt>
                <c:pt idx="331">
                  <c:v>112.94110000000001</c:v>
                </c:pt>
                <c:pt idx="332">
                  <c:v>112.79179999999999</c:v>
                </c:pt>
                <c:pt idx="333">
                  <c:v>112.87050000000001</c:v>
                </c:pt>
                <c:pt idx="334">
                  <c:v>112.9375</c:v>
                </c:pt>
                <c:pt idx="335">
                  <c:v>112.99210000000001</c:v>
                </c:pt>
                <c:pt idx="336">
                  <c:v>112.90800000000002</c:v>
                </c:pt>
                <c:pt idx="337">
                  <c:v>112.8408</c:v>
                </c:pt>
                <c:pt idx="338">
                  <c:v>112.89230000000001</c:v>
                </c:pt>
                <c:pt idx="339">
                  <c:v>112.67139999999999</c:v>
                </c:pt>
                <c:pt idx="340">
                  <c:v>112.6721</c:v>
                </c:pt>
                <c:pt idx="341">
                  <c:v>112.56619999999999</c:v>
                </c:pt>
                <c:pt idx="342">
                  <c:v>112.67830000000001</c:v>
                </c:pt>
                <c:pt idx="343">
                  <c:v>112.67449999999999</c:v>
                </c:pt>
                <c:pt idx="344">
                  <c:v>112.6699</c:v>
                </c:pt>
                <c:pt idx="345">
                  <c:v>112.57300000000001</c:v>
                </c:pt>
                <c:pt idx="346">
                  <c:v>112.4199</c:v>
                </c:pt>
                <c:pt idx="347">
                  <c:v>112.3344</c:v>
                </c:pt>
                <c:pt idx="348">
                  <c:v>112.34120000000001</c:v>
                </c:pt>
                <c:pt idx="349">
                  <c:v>112.108</c:v>
                </c:pt>
                <c:pt idx="350">
                  <c:v>111.9316</c:v>
                </c:pt>
                <c:pt idx="351">
                  <c:v>111.756</c:v>
                </c:pt>
                <c:pt idx="352">
                  <c:v>111.68300000000001</c:v>
                </c:pt>
                <c:pt idx="353">
                  <c:v>111.4932</c:v>
                </c:pt>
                <c:pt idx="354">
                  <c:v>111.40280000000001</c:v>
                </c:pt>
                <c:pt idx="355">
                  <c:v>111.3075</c:v>
                </c:pt>
                <c:pt idx="356">
                  <c:v>111.2594</c:v>
                </c:pt>
                <c:pt idx="357">
                  <c:v>111.12650000000001</c:v>
                </c:pt>
                <c:pt idx="358">
                  <c:v>111.0566</c:v>
                </c:pt>
                <c:pt idx="359">
                  <c:v>111.0831</c:v>
                </c:pt>
                <c:pt idx="360">
                  <c:v>110.8948</c:v>
                </c:pt>
                <c:pt idx="361">
                  <c:v>110.85549999999999</c:v>
                </c:pt>
                <c:pt idx="362">
                  <c:v>110.7201</c:v>
                </c:pt>
                <c:pt idx="363">
                  <c:v>110.68020000000001</c:v>
                </c:pt>
                <c:pt idx="364">
                  <c:v>110.49720000000001</c:v>
                </c:pt>
                <c:pt idx="365">
                  <c:v>110.5363</c:v>
                </c:pt>
                <c:pt idx="366">
                  <c:v>110.52189999999999</c:v>
                </c:pt>
                <c:pt idx="367">
                  <c:v>110.41130000000001</c:v>
                </c:pt>
                <c:pt idx="368">
                  <c:v>110.4806</c:v>
                </c:pt>
                <c:pt idx="369">
                  <c:v>110.3252</c:v>
                </c:pt>
                <c:pt idx="370">
                  <c:v>110.21810000000001</c:v>
                </c:pt>
                <c:pt idx="371">
                  <c:v>110.2406</c:v>
                </c:pt>
                <c:pt idx="372">
                  <c:v>110.20659999999999</c:v>
                </c:pt>
                <c:pt idx="373">
                  <c:v>110.20089999999999</c:v>
                </c:pt>
                <c:pt idx="374">
                  <c:v>110.11229999999999</c:v>
                </c:pt>
                <c:pt idx="375">
                  <c:v>110.0338</c:v>
                </c:pt>
                <c:pt idx="376">
                  <c:v>109.9325</c:v>
                </c:pt>
                <c:pt idx="377">
                  <c:v>109.96679999999999</c:v>
                </c:pt>
                <c:pt idx="378">
                  <c:v>109.9092</c:v>
                </c:pt>
                <c:pt idx="379">
                  <c:v>109.9794</c:v>
                </c:pt>
                <c:pt idx="380">
                  <c:v>109.93560000000001</c:v>
                </c:pt>
                <c:pt idx="381">
                  <c:v>109.97439999999999</c:v>
                </c:pt>
                <c:pt idx="382">
                  <c:v>109.84690000000001</c:v>
                </c:pt>
                <c:pt idx="383">
                  <c:v>109.7243</c:v>
                </c:pt>
                <c:pt idx="384">
                  <c:v>109.81</c:v>
                </c:pt>
                <c:pt idx="385">
                  <c:v>109.84880000000001</c:v>
                </c:pt>
                <c:pt idx="386">
                  <c:v>110.0137</c:v>
                </c:pt>
                <c:pt idx="387">
                  <c:v>110.12269999999999</c:v>
                </c:pt>
                <c:pt idx="388">
                  <c:v>110.09259999999999</c:v>
                </c:pt>
                <c:pt idx="389">
                  <c:v>110.6264</c:v>
                </c:pt>
                <c:pt idx="390">
                  <c:v>110.74550000000001</c:v>
                </c:pt>
                <c:pt idx="391">
                  <c:v>111.0579</c:v>
                </c:pt>
                <c:pt idx="392">
                  <c:v>111.4909</c:v>
                </c:pt>
                <c:pt idx="393">
                  <c:v>111.70099999999999</c:v>
                </c:pt>
                <c:pt idx="394">
                  <c:v>111.9111</c:v>
                </c:pt>
                <c:pt idx="395">
                  <c:v>111.87440000000001</c:v>
                </c:pt>
                <c:pt idx="396">
                  <c:v>112.2869</c:v>
                </c:pt>
                <c:pt idx="397">
                  <c:v>112.3344</c:v>
                </c:pt>
                <c:pt idx="398">
                  <c:v>112.2544</c:v>
                </c:pt>
                <c:pt idx="399">
                  <c:v>112.462</c:v>
                </c:pt>
                <c:pt idx="400">
                  <c:v>112.5322</c:v>
                </c:pt>
                <c:pt idx="401">
                  <c:v>112.6336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DE8E-4BD4-AA35-BC3077E4C0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2488319"/>
        <c:axId val="132499551"/>
      </c:scatterChart>
      <c:valAx>
        <c:axId val="132488319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anchor="ctr" anchorCtr="0"/>
              <a:lstStyle/>
              <a:p>
                <a:pPr>
                  <a:defRPr/>
                </a:pPr>
                <a:r>
                  <a:rPr lang="en-US" altLang="ko-KR"/>
                  <a:t>Tension</a:t>
                </a:r>
                <a:r>
                  <a:rPr lang="en-US" altLang="ko-KR" baseline="0"/>
                  <a:t> force(N)</a:t>
                </a:r>
                <a:endParaRPr lang="ko-KR" altLang="en-US"/>
              </a:p>
            </c:rich>
          </c:tx>
          <c:layout>
            <c:manualLayout>
              <c:xMode val="edge"/>
              <c:yMode val="edge"/>
              <c:x val="0.45493156940619689"/>
              <c:y val="0.90156028368794339"/>
            </c:manualLayout>
          </c:layout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32499551"/>
        <c:crosses val="autoZero"/>
        <c:crossBetween val="midCat"/>
      </c:valAx>
      <c:valAx>
        <c:axId val="132499551"/>
        <c:scaling>
          <c:orientation val="minMax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 b="1"/>
                </a:pPr>
                <a:r>
                  <a:rPr lang="en-US" altLang="ko-KR" b="1"/>
                  <a:t>Ankle moment arm (mm)</a:t>
                </a:r>
                <a:endParaRPr lang="ko-KR" altLang="en-US" b="1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32488319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088702601582344"/>
          <c:y val="0.1941903427515414"/>
          <c:w val="0.16183152150864444"/>
          <c:h val="0.20642339684769781"/>
        </c:manualLayout>
      </c:layout>
      <c:overlay val="0"/>
      <c:spPr>
        <a:solidFill>
          <a:schemeClr val="bg1"/>
        </a:solidFill>
        <a:ln>
          <a:solidFill>
            <a:schemeClr val="tx1"/>
          </a:solidFill>
        </a:ln>
      </c:spPr>
      <c:txPr>
        <a:bodyPr/>
        <a:lstStyle/>
        <a:p>
          <a:pPr>
            <a:defRPr sz="800" b="1"/>
          </a:pPr>
          <a:endParaRPr lang="ko-KR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b="1"/>
              <a:t>Tension</a:t>
            </a:r>
            <a:r>
              <a:rPr lang="en-US" altLang="ko-KR" b="1" baseline="0"/>
              <a:t> force- Ankle moment arm</a:t>
            </a:r>
          </a:p>
        </c:rich>
      </c:tx>
      <c:layout>
        <c:manualLayout>
          <c:xMode val="edge"/>
          <c:yMode val="edge"/>
          <c:x val="0.26707093072065463"/>
          <c:y val="5.6737588652482268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4652403950384935"/>
          <c:y val="0.16707207207207209"/>
          <c:w val="0.7486486860495688"/>
          <c:h val="0.65548285187755784"/>
        </c:manualLayout>
      </c:layout>
      <c:scatterChart>
        <c:scatterStyle val="lineMarker"/>
        <c:varyColors val="0"/>
        <c:ser>
          <c:idx val="1"/>
          <c:order val="0"/>
          <c:tx>
            <c:strRef>
              <c:f>[통합.xlsx]Sheet1!$S$1</c:f>
              <c:strCache>
                <c:ptCount val="1"/>
                <c:pt idx="0">
                  <c:v>A: 70mm</c:v>
                </c:pt>
              </c:strCache>
            </c:strRef>
          </c:tx>
          <c:spPr>
            <a:ln w="50800">
              <a:noFill/>
            </a:ln>
          </c:spPr>
          <c:marker>
            <c:symbol val="circle"/>
            <c:size val="5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xVal>
            <c:numRef>
              <c:f>[1]Sheet1!$J$2:$J$1293</c:f>
              <c:numCache>
                <c:formatCode>General</c:formatCode>
                <c:ptCount val="1292"/>
                <c:pt idx="1">
                  <c:v>0.11406378</c:v>
                </c:pt>
                <c:pt idx="2">
                  <c:v>0.11480298</c:v>
                </c:pt>
                <c:pt idx="3">
                  <c:v>0.11834218000000001</c:v>
                </c:pt>
                <c:pt idx="4">
                  <c:v>0.12290058</c:v>
                </c:pt>
                <c:pt idx="5">
                  <c:v>0.13181577999999999</c:v>
                </c:pt>
                <c:pt idx="6">
                  <c:v>0.14307178000000001</c:v>
                </c:pt>
                <c:pt idx="7">
                  <c:v>0.15055337999999999</c:v>
                </c:pt>
                <c:pt idx="8">
                  <c:v>0.15351018</c:v>
                </c:pt>
                <c:pt idx="9">
                  <c:v>0.15656777999999999</c:v>
                </c:pt>
                <c:pt idx="10">
                  <c:v>0.16331018</c:v>
                </c:pt>
                <c:pt idx="11">
                  <c:v>0.16733097999999999</c:v>
                </c:pt>
                <c:pt idx="12">
                  <c:v>0.17214698</c:v>
                </c:pt>
                <c:pt idx="13">
                  <c:v>0.17980778</c:v>
                </c:pt>
                <c:pt idx="14">
                  <c:v>0.18688618000000001</c:v>
                </c:pt>
                <c:pt idx="15">
                  <c:v>0.18952938</c:v>
                </c:pt>
                <c:pt idx="16">
                  <c:v>0.19143337999999999</c:v>
                </c:pt>
                <c:pt idx="17">
                  <c:v>0.19087338000000001</c:v>
                </c:pt>
                <c:pt idx="18">
                  <c:v>0.18707657999999999</c:v>
                </c:pt>
                <c:pt idx="19">
                  <c:v>0.18316778</c:v>
                </c:pt>
                <c:pt idx="20">
                  <c:v>0.18616938</c:v>
                </c:pt>
                <c:pt idx="21">
                  <c:v>0.19449098000000001</c:v>
                </c:pt>
                <c:pt idx="22">
                  <c:v>0.20087498000000001</c:v>
                </c:pt>
                <c:pt idx="23">
                  <c:v>0.20814378</c:v>
                </c:pt>
                <c:pt idx="24">
                  <c:v>0.22317418</c:v>
                </c:pt>
                <c:pt idx="25">
                  <c:v>0.23849577999999999</c:v>
                </c:pt>
                <c:pt idx="26">
                  <c:v>0.25433257999999997</c:v>
                </c:pt>
                <c:pt idx="27">
                  <c:v>0.28110057999999999</c:v>
                </c:pt>
                <c:pt idx="28">
                  <c:v>0.31431977999999999</c:v>
                </c:pt>
                <c:pt idx="29">
                  <c:v>0.35315017999999998</c:v>
                </c:pt>
                <c:pt idx="30">
                  <c:v>0.39971978000000002</c:v>
                </c:pt>
                <c:pt idx="31">
                  <c:v>0.45220297999999998</c:v>
                </c:pt>
                <c:pt idx="32">
                  <c:v>0.51179817999999999</c:v>
                </c:pt>
                <c:pt idx="33">
                  <c:v>0.57463017999999999</c:v>
                </c:pt>
                <c:pt idx="34">
                  <c:v>0.63636457999999996</c:v>
                </c:pt>
                <c:pt idx="35">
                  <c:v>0.69018058000000004</c:v>
                </c:pt>
                <c:pt idx="36">
                  <c:v>0.79835018000000002</c:v>
                </c:pt>
                <c:pt idx="37">
                  <c:v>0.91749577999999998</c:v>
                </c:pt>
                <c:pt idx="38">
                  <c:v>1.02564298</c:v>
                </c:pt>
                <c:pt idx="39">
                  <c:v>1.1229037799999999</c:v>
                </c:pt>
                <c:pt idx="40">
                  <c:v>1.19465098</c:v>
                </c:pt>
                <c:pt idx="41">
                  <c:v>1.2628141799999999</c:v>
                </c:pt>
                <c:pt idx="42">
                  <c:v>1.32533258</c:v>
                </c:pt>
                <c:pt idx="43">
                  <c:v>1.3838301799999999</c:v>
                </c:pt>
                <c:pt idx="44">
                  <c:v>1.4491933800000001</c:v>
                </c:pt>
                <c:pt idx="45">
                  <c:v>1.5220941800000001</c:v>
                </c:pt>
                <c:pt idx="46">
                  <c:v>1.59801898</c:v>
                </c:pt>
                <c:pt idx="47">
                  <c:v>1.6796109800000001</c:v>
                </c:pt>
                <c:pt idx="48">
                  <c:v>1.76684778</c:v>
                </c:pt>
                <c:pt idx="49">
                  <c:v>1.85384938</c:v>
                </c:pt>
                <c:pt idx="50">
                  <c:v>1.9409181799999999</c:v>
                </c:pt>
                <c:pt idx="51">
                  <c:v>2.0307981800000001</c:v>
                </c:pt>
                <c:pt idx="52">
                  <c:v>2.1189533800000002</c:v>
                </c:pt>
                <c:pt idx="53">
                  <c:v>2.2075565799999999</c:v>
                </c:pt>
                <c:pt idx="54">
                  <c:v>2.2995309800000001</c:v>
                </c:pt>
                <c:pt idx="55">
                  <c:v>2.3860957800000002</c:v>
                </c:pt>
                <c:pt idx="56">
                  <c:v>2.46287178</c:v>
                </c:pt>
                <c:pt idx="57">
                  <c:v>2.5313933799999999</c:v>
                </c:pt>
                <c:pt idx="58">
                  <c:v>2.5913245800000002</c:v>
                </c:pt>
                <c:pt idx="59">
                  <c:v>2.6428445800000002</c:v>
                </c:pt>
                <c:pt idx="60">
                  <c:v>2.68851818</c:v>
                </c:pt>
                <c:pt idx="61">
                  <c:v>2.7324445800000001</c:v>
                </c:pt>
                <c:pt idx="62">
                  <c:v>2.78083978</c:v>
                </c:pt>
                <c:pt idx="63">
                  <c:v>2.8365709799999999</c:v>
                </c:pt>
                <c:pt idx="64">
                  <c:v>2.90984138</c:v>
                </c:pt>
                <c:pt idx="65">
                  <c:v>2.9943901799999999</c:v>
                </c:pt>
                <c:pt idx="66">
                  <c:v>3.0700125800000002</c:v>
                </c:pt>
                <c:pt idx="67">
                  <c:v>3.1224285799999998</c:v>
                </c:pt>
                <c:pt idx="68">
                  <c:v>3.15102218</c:v>
                </c:pt>
                <c:pt idx="69">
                  <c:v>3.1626701800000001</c:v>
                </c:pt>
                <c:pt idx="70">
                  <c:v>3.17914538</c:v>
                </c:pt>
                <c:pt idx="71">
                  <c:v>3.2115469800000001</c:v>
                </c:pt>
                <c:pt idx="72">
                  <c:v>3.2646797799999998</c:v>
                </c:pt>
                <c:pt idx="73">
                  <c:v>3.3187309800000002</c:v>
                </c:pt>
                <c:pt idx="74">
                  <c:v>3.3644381800000001</c:v>
                </c:pt>
                <c:pt idx="75">
                  <c:v>3.39994218</c:v>
                </c:pt>
                <c:pt idx="76">
                  <c:v>3.4234509800000001</c:v>
                </c:pt>
                <c:pt idx="77">
                  <c:v>3.45513578</c:v>
                </c:pt>
                <c:pt idx="78">
                  <c:v>3.4972477799999999</c:v>
                </c:pt>
                <c:pt idx="79">
                  <c:v>3.5499885799999999</c:v>
                </c:pt>
                <c:pt idx="80">
                  <c:v>3.5895805799999998</c:v>
                </c:pt>
                <c:pt idx="81">
                  <c:v>3.6098301799999999</c:v>
                </c:pt>
                <c:pt idx="82">
                  <c:v>3.6178829800000001</c:v>
                </c:pt>
                <c:pt idx="83">
                  <c:v>3.6277725799999998</c:v>
                </c:pt>
                <c:pt idx="84">
                  <c:v>3.6474957799999999</c:v>
                </c:pt>
                <c:pt idx="85">
                  <c:v>3.6719229800000002</c:v>
                </c:pt>
                <c:pt idx="86">
                  <c:v>3.69733578</c:v>
                </c:pt>
                <c:pt idx="87">
                  <c:v>3.7223229799999999</c:v>
                </c:pt>
                <c:pt idx="88">
                  <c:v>3.7423373799999999</c:v>
                </c:pt>
                <c:pt idx="89">
                  <c:v>3.7516781799999999</c:v>
                </c:pt>
                <c:pt idx="90">
                  <c:v>3.7674589799999998</c:v>
                </c:pt>
                <c:pt idx="91">
                  <c:v>3.7812685799999999</c:v>
                </c:pt>
                <c:pt idx="92">
                  <c:v>3.7863309799999998</c:v>
                </c:pt>
                <c:pt idx="93">
                  <c:v>3.7896685799999998</c:v>
                </c:pt>
                <c:pt idx="94">
                  <c:v>3.79426058</c:v>
                </c:pt>
                <c:pt idx="95">
                  <c:v>3.80053258</c:v>
                </c:pt>
                <c:pt idx="96">
                  <c:v>3.81158698</c:v>
                </c:pt>
                <c:pt idx="97">
                  <c:v>3.8285997799999998</c:v>
                </c:pt>
                <c:pt idx="98">
                  <c:v>3.8347261800000001</c:v>
                </c:pt>
                <c:pt idx="99">
                  <c:v>3.8348829800000002</c:v>
                </c:pt>
                <c:pt idx="100">
                  <c:v>3.8396205800000001</c:v>
                </c:pt>
                <c:pt idx="101">
                  <c:v>3.8454221799999999</c:v>
                </c:pt>
                <c:pt idx="102">
                  <c:v>3.8474381800000002</c:v>
                </c:pt>
                <c:pt idx="103">
                  <c:v>3.85136938</c:v>
                </c:pt>
                <c:pt idx="104">
                  <c:v>3.8544829799999998</c:v>
                </c:pt>
                <c:pt idx="105">
                  <c:v>3.8592429799999999</c:v>
                </c:pt>
                <c:pt idx="106">
                  <c:v>3.8744861799999999</c:v>
                </c:pt>
                <c:pt idx="107">
                  <c:v>3.8932797799999999</c:v>
                </c:pt>
                <c:pt idx="108">
                  <c:v>3.91112138</c:v>
                </c:pt>
                <c:pt idx="109">
                  <c:v>3.9161053799999999</c:v>
                </c:pt>
                <c:pt idx="110">
                  <c:v>3.8928765799999998</c:v>
                </c:pt>
                <c:pt idx="111">
                  <c:v>3.8420061799999998</c:v>
                </c:pt>
                <c:pt idx="112">
                  <c:v>3.7815709800000001</c:v>
                </c:pt>
                <c:pt idx="113">
                  <c:v>3.7624973800000001</c:v>
                </c:pt>
                <c:pt idx="114">
                  <c:v>3.7998605799999998</c:v>
                </c:pt>
                <c:pt idx="115">
                  <c:v>3.8553117800000001</c:v>
                </c:pt>
                <c:pt idx="116">
                  <c:v>3.88001898</c:v>
                </c:pt>
                <c:pt idx="117">
                  <c:v>3.8645181800000001</c:v>
                </c:pt>
                <c:pt idx="118">
                  <c:v>3.8115533799999999</c:v>
                </c:pt>
                <c:pt idx="119">
                  <c:v>3.7499869800000001</c:v>
                </c:pt>
                <c:pt idx="120">
                  <c:v>3.7270269800000002</c:v>
                </c:pt>
                <c:pt idx="121">
                  <c:v>3.7625757800000001</c:v>
                </c:pt>
                <c:pt idx="122">
                  <c:v>3.8293277799999998</c:v>
                </c:pt>
                <c:pt idx="123">
                  <c:v>3.8803997799999999</c:v>
                </c:pt>
                <c:pt idx="124">
                  <c:v>3.8719549799999999</c:v>
                </c:pt>
                <c:pt idx="125">
                  <c:v>3.8034557800000002</c:v>
                </c:pt>
                <c:pt idx="126">
                  <c:v>3.72011658</c:v>
                </c:pt>
                <c:pt idx="127">
                  <c:v>3.6794717800000001</c:v>
                </c:pt>
                <c:pt idx="128">
                  <c:v>3.6794045799999999</c:v>
                </c:pt>
                <c:pt idx="129">
                  <c:v>3.6991725799999999</c:v>
                </c:pt>
                <c:pt idx="130">
                  <c:v>3.7047165799999999</c:v>
                </c:pt>
                <c:pt idx="131">
                  <c:v>3.6794045799999999</c:v>
                </c:pt>
                <c:pt idx="132">
                  <c:v>3.62645098</c:v>
                </c:pt>
                <c:pt idx="133">
                  <c:v>3.5567309800000002</c:v>
                </c:pt>
                <c:pt idx="134">
                  <c:v>3.5121101800000001</c:v>
                </c:pt>
                <c:pt idx="135">
                  <c:v>3.5113709800000001</c:v>
                </c:pt>
                <c:pt idx="136">
                  <c:v>3.53718698</c:v>
                </c:pt>
                <c:pt idx="137">
                  <c:v>3.5467181800000001</c:v>
                </c:pt>
                <c:pt idx="138">
                  <c:v>3.51195338</c:v>
                </c:pt>
                <c:pt idx="139">
                  <c:v>3.4487293800000001</c:v>
                </c:pt>
                <c:pt idx="140">
                  <c:v>3.3940845799999999</c:v>
                </c:pt>
                <c:pt idx="141">
                  <c:v>3.3626685799999998</c:v>
                </c:pt>
                <c:pt idx="142">
                  <c:v>3.3469325799999998</c:v>
                </c:pt>
                <c:pt idx="143">
                  <c:v>3.3182717799999999</c:v>
                </c:pt>
                <c:pt idx="144">
                  <c:v>3.2762493799999999</c:v>
                </c:pt>
                <c:pt idx="145">
                  <c:v>3.2358621799999998</c:v>
                </c:pt>
                <c:pt idx="146">
                  <c:v>3.19749098</c:v>
                </c:pt>
                <c:pt idx="147">
                  <c:v>3.1677997800000002</c:v>
                </c:pt>
                <c:pt idx="148">
                  <c:v>3.1568349800000002</c:v>
                </c:pt>
                <c:pt idx="149">
                  <c:v>3.1446829799999998</c:v>
                </c:pt>
                <c:pt idx="150">
                  <c:v>3.1073197800000001</c:v>
                </c:pt>
                <c:pt idx="151">
                  <c:v>3.05788298</c:v>
                </c:pt>
                <c:pt idx="152">
                  <c:v>3.00298058</c:v>
                </c:pt>
                <c:pt idx="153">
                  <c:v>2.9646205800000001</c:v>
                </c:pt>
                <c:pt idx="154">
                  <c:v>2.9395325799999998</c:v>
                </c:pt>
                <c:pt idx="155">
                  <c:v>2.8646605799999998</c:v>
                </c:pt>
                <c:pt idx="156">
                  <c:v>2.7879853799999998</c:v>
                </c:pt>
                <c:pt idx="157">
                  <c:v>2.73441578</c:v>
                </c:pt>
                <c:pt idx="158">
                  <c:v>2.6925277799999998</c:v>
                </c:pt>
                <c:pt idx="159">
                  <c:v>2.6471789800000001</c:v>
                </c:pt>
                <c:pt idx="160">
                  <c:v>2.5954685799999999</c:v>
                </c:pt>
                <c:pt idx="161">
                  <c:v>2.5253229799999999</c:v>
                </c:pt>
                <c:pt idx="162">
                  <c:v>2.4344461800000001</c:v>
                </c:pt>
                <c:pt idx="163">
                  <c:v>2.3337469799999999</c:v>
                </c:pt>
                <c:pt idx="164">
                  <c:v>2.23631818</c:v>
                </c:pt>
                <c:pt idx="165">
                  <c:v>2.15724618</c:v>
                </c:pt>
                <c:pt idx="166">
                  <c:v>2.09891658</c:v>
                </c:pt>
                <c:pt idx="167">
                  <c:v>2.0572525800000001</c:v>
                </c:pt>
                <c:pt idx="168">
                  <c:v>2.0183549799999998</c:v>
                </c:pt>
                <c:pt idx="169">
                  <c:v>1.96410218</c:v>
                </c:pt>
                <c:pt idx="170">
                  <c:v>1.88580298</c:v>
                </c:pt>
                <c:pt idx="171">
                  <c:v>1.8015789799999999</c:v>
                </c:pt>
                <c:pt idx="172">
                  <c:v>1.72861098</c:v>
                </c:pt>
                <c:pt idx="173">
                  <c:v>1.6446109799999999</c:v>
                </c:pt>
                <c:pt idx="174">
                  <c:v>1.5548989799999999</c:v>
                </c:pt>
                <c:pt idx="175">
                  <c:v>1.47715978</c:v>
                </c:pt>
                <c:pt idx="176">
                  <c:v>1.40701418</c:v>
                </c:pt>
                <c:pt idx="177">
                  <c:v>1.33709258</c:v>
                </c:pt>
                <c:pt idx="178">
                  <c:v>1.26963498</c:v>
                </c:pt>
                <c:pt idx="179">
                  <c:v>1.20496618</c:v>
                </c:pt>
                <c:pt idx="180">
                  <c:v>1.1436909799999999</c:v>
                </c:pt>
                <c:pt idx="181">
                  <c:v>1.0838605800000001</c:v>
                </c:pt>
                <c:pt idx="182">
                  <c:v>1.02649418</c:v>
                </c:pt>
                <c:pt idx="183">
                  <c:v>0.96238537999999996</c:v>
                </c:pt>
                <c:pt idx="184">
                  <c:v>0.89776138000000005</c:v>
                </c:pt>
                <c:pt idx="185">
                  <c:v>0.83226378000000001</c:v>
                </c:pt>
                <c:pt idx="186">
                  <c:v>0.77091018</c:v>
                </c:pt>
                <c:pt idx="187">
                  <c:v>0.71359978000000002</c:v>
                </c:pt>
                <c:pt idx="188">
                  <c:v>0.66151978</c:v>
                </c:pt>
                <c:pt idx="189">
                  <c:v>0.62088617999999995</c:v>
                </c:pt>
                <c:pt idx="190">
                  <c:v>0.58294058000000004</c:v>
                </c:pt>
                <c:pt idx="191">
                  <c:v>0.54218378</c:v>
                </c:pt>
                <c:pt idx="192">
                  <c:v>0.50311817999999997</c:v>
                </c:pt>
                <c:pt idx="193">
                  <c:v>0.46610217999999998</c:v>
                </c:pt>
                <c:pt idx="194">
                  <c:v>0.42838058000000001</c:v>
                </c:pt>
                <c:pt idx="195">
                  <c:v>0.39052458000000001</c:v>
                </c:pt>
                <c:pt idx="196">
                  <c:v>0.35677898000000002</c:v>
                </c:pt>
                <c:pt idx="197">
                  <c:v>0.32772617999999998</c:v>
                </c:pt>
                <c:pt idx="198">
                  <c:v>0.30527018</c:v>
                </c:pt>
                <c:pt idx="199">
                  <c:v>0.28170538000000001</c:v>
                </c:pt>
                <c:pt idx="200">
                  <c:v>0.26445738000000002</c:v>
                </c:pt>
                <c:pt idx="201">
                  <c:v>0.24872137999999999</c:v>
                </c:pt>
                <c:pt idx="202">
                  <c:v>0.23608778</c:v>
                </c:pt>
                <c:pt idx="203">
                  <c:v>0.22599658</c:v>
                </c:pt>
                <c:pt idx="204">
                  <c:v>0.21443818000000001</c:v>
                </c:pt>
                <c:pt idx="205">
                  <c:v>0.20865897999999999</c:v>
                </c:pt>
                <c:pt idx="206">
                  <c:v>0.20402218</c:v>
                </c:pt>
                <c:pt idx="207">
                  <c:v>0.19757098000000001</c:v>
                </c:pt>
                <c:pt idx="208">
                  <c:v>0.18417578000000001</c:v>
                </c:pt>
                <c:pt idx="209">
                  <c:v>0.17085897999999999</c:v>
                </c:pt>
                <c:pt idx="210">
                  <c:v>0.15876298</c:v>
                </c:pt>
                <c:pt idx="211">
                  <c:v>0.15072137999999999</c:v>
                </c:pt>
                <c:pt idx="212">
                  <c:v>0.14537897999999999</c:v>
                </c:pt>
                <c:pt idx="213">
                  <c:v>0.14103338000000001</c:v>
                </c:pt>
                <c:pt idx="214">
                  <c:v>0.13887178</c:v>
                </c:pt>
                <c:pt idx="215">
                  <c:v>0.13744938000000001</c:v>
                </c:pt>
                <c:pt idx="216">
                  <c:v>0.13811018</c:v>
                </c:pt>
                <c:pt idx="217">
                  <c:v>0.13398858</c:v>
                </c:pt>
                <c:pt idx="218">
                  <c:v>0.13155818</c:v>
                </c:pt>
                <c:pt idx="219">
                  <c:v>0.13503018</c:v>
                </c:pt>
                <c:pt idx="220">
                  <c:v>0.13053898</c:v>
                </c:pt>
                <c:pt idx="221">
                  <c:v>0.12652938</c:v>
                </c:pt>
                <c:pt idx="222">
                  <c:v>0.12271018</c:v>
                </c:pt>
                <c:pt idx="223">
                  <c:v>0.12282218</c:v>
                </c:pt>
                <c:pt idx="224">
                  <c:v>0.12229578000000001</c:v>
                </c:pt>
                <c:pt idx="225">
                  <c:v>0.11764777999999999</c:v>
                </c:pt>
                <c:pt idx="226">
                  <c:v>0.11736778</c:v>
                </c:pt>
                <c:pt idx="227">
                  <c:v>0.11901418</c:v>
                </c:pt>
                <c:pt idx="228">
                  <c:v>0.11839818000000001</c:v>
                </c:pt>
                <c:pt idx="229">
                  <c:v>0.12032458</c:v>
                </c:pt>
                <c:pt idx="230">
                  <c:v>0.12508458</c:v>
                </c:pt>
                <c:pt idx="231">
                  <c:v>0.13272297999999999</c:v>
                </c:pt>
                <c:pt idx="232">
                  <c:v>0.14273578000000001</c:v>
                </c:pt>
                <c:pt idx="233">
                  <c:v>0.15082218</c:v>
                </c:pt>
                <c:pt idx="234">
                  <c:v>0.15211018000000001</c:v>
                </c:pt>
                <c:pt idx="235">
                  <c:v>0.15019498000000001</c:v>
                </c:pt>
                <c:pt idx="236">
                  <c:v>0.14198537999999999</c:v>
                </c:pt>
                <c:pt idx="237">
                  <c:v>0.13946538</c:v>
                </c:pt>
                <c:pt idx="238">
                  <c:v>0.14422537999999999</c:v>
                </c:pt>
                <c:pt idx="239">
                  <c:v>0.15393577999999999</c:v>
                </c:pt>
                <c:pt idx="240">
                  <c:v>0.16643498000000001</c:v>
                </c:pt>
                <c:pt idx="241">
                  <c:v>0.17819498</c:v>
                </c:pt>
                <c:pt idx="242">
                  <c:v>0.19029098</c:v>
                </c:pt>
                <c:pt idx="243">
                  <c:v>0.20694538000000001</c:v>
                </c:pt>
                <c:pt idx="244">
                  <c:v>0.22315177999999999</c:v>
                </c:pt>
                <c:pt idx="245">
                  <c:v>0.23783498</c:v>
                </c:pt>
                <c:pt idx="246">
                  <c:v>0.25108458</c:v>
                </c:pt>
                <c:pt idx="247">
                  <c:v>0.26561098</c:v>
                </c:pt>
                <c:pt idx="248">
                  <c:v>0.28448298</c:v>
                </c:pt>
                <c:pt idx="249">
                  <c:v>0.30411658000000003</c:v>
                </c:pt>
                <c:pt idx="250">
                  <c:v>0.32548618000000001</c:v>
                </c:pt>
                <c:pt idx="251">
                  <c:v>0.34897257999999998</c:v>
                </c:pt>
                <c:pt idx="252">
                  <c:v>0.37598698000000003</c:v>
                </c:pt>
                <c:pt idx="253">
                  <c:v>0.40798538000000001</c:v>
                </c:pt>
                <c:pt idx="254">
                  <c:v>0.43935658</c:v>
                </c:pt>
                <c:pt idx="255">
                  <c:v>0.46625897999999999</c:v>
                </c:pt>
                <c:pt idx="256">
                  <c:v>0.53843178000000003</c:v>
                </c:pt>
                <c:pt idx="257">
                  <c:v>0.65383658</c:v>
                </c:pt>
                <c:pt idx="258">
                  <c:v>0.79695017999999995</c:v>
                </c:pt>
                <c:pt idx="259">
                  <c:v>0.96750378000000004</c:v>
                </c:pt>
                <c:pt idx="260">
                  <c:v>1.13807978</c:v>
                </c:pt>
                <c:pt idx="261">
                  <c:v>1.2931213800000001</c:v>
                </c:pt>
                <c:pt idx="262">
                  <c:v>1.42466538</c:v>
                </c:pt>
                <c:pt idx="263">
                  <c:v>1.5382557800000001</c:v>
                </c:pt>
                <c:pt idx="264">
                  <c:v>1.6311485800000001</c:v>
                </c:pt>
                <c:pt idx="265">
                  <c:v>1.7038029800000001</c:v>
                </c:pt>
                <c:pt idx="266">
                  <c:v>1.7719885799999999</c:v>
                </c:pt>
                <c:pt idx="267">
                  <c:v>1.8449117799999999</c:v>
                </c:pt>
                <c:pt idx="268">
                  <c:v>1.92157578</c:v>
                </c:pt>
                <c:pt idx="269">
                  <c:v>2.0020029799999999</c:v>
                </c:pt>
                <c:pt idx="270">
                  <c:v>2.0804029800000001</c:v>
                </c:pt>
                <c:pt idx="271">
                  <c:v>2.15378538</c:v>
                </c:pt>
                <c:pt idx="272">
                  <c:v>2.2161917799999999</c:v>
                </c:pt>
                <c:pt idx="273">
                  <c:v>2.2712285799999998</c:v>
                </c:pt>
                <c:pt idx="274">
                  <c:v>2.32073258</c:v>
                </c:pt>
                <c:pt idx="275">
                  <c:v>2.3611757799999999</c:v>
                </c:pt>
                <c:pt idx="276">
                  <c:v>2.39887498</c:v>
                </c:pt>
                <c:pt idx="277">
                  <c:v>2.44790858</c:v>
                </c:pt>
                <c:pt idx="278">
                  <c:v>2.5104493799999998</c:v>
                </c:pt>
                <c:pt idx="279">
                  <c:v>2.5835405800000002</c:v>
                </c:pt>
                <c:pt idx="280">
                  <c:v>2.6608317800000001</c:v>
                </c:pt>
                <c:pt idx="281">
                  <c:v>2.7305181799999998</c:v>
                </c:pt>
                <c:pt idx="282">
                  <c:v>2.78312458</c:v>
                </c:pt>
                <c:pt idx="283">
                  <c:v>2.82290698</c:v>
                </c:pt>
                <c:pt idx="284">
                  <c:v>2.8580637800000002</c:v>
                </c:pt>
                <c:pt idx="285">
                  <c:v>2.9010493799999999</c:v>
                </c:pt>
                <c:pt idx="286">
                  <c:v>2.9599501799999999</c:v>
                </c:pt>
                <c:pt idx="287">
                  <c:v>3.01765258</c:v>
                </c:pt>
                <c:pt idx="288">
                  <c:v>3.0693741800000001</c:v>
                </c:pt>
                <c:pt idx="289">
                  <c:v>3.1056733799999998</c:v>
                </c:pt>
                <c:pt idx="290">
                  <c:v>3.1249597800000002</c:v>
                </c:pt>
                <c:pt idx="291">
                  <c:v>3.1398221799999999</c:v>
                </c:pt>
                <c:pt idx="292">
                  <c:v>3.1621549799999999</c:v>
                </c:pt>
                <c:pt idx="293">
                  <c:v>3.1965725800000002</c:v>
                </c:pt>
                <c:pt idx="294">
                  <c:v>3.22879498</c:v>
                </c:pt>
                <c:pt idx="295">
                  <c:v>3.2662701799999998</c:v>
                </c:pt>
                <c:pt idx="296">
                  <c:v>3.3094685799999999</c:v>
                </c:pt>
                <c:pt idx="297">
                  <c:v>3.35632938</c:v>
                </c:pt>
                <c:pt idx="298">
                  <c:v>3.39089258</c:v>
                </c:pt>
                <c:pt idx="299">
                  <c:v>3.4247837799999998</c:v>
                </c:pt>
                <c:pt idx="300">
                  <c:v>3.4529069799999998</c:v>
                </c:pt>
                <c:pt idx="301">
                  <c:v>3.4656749800000002</c:v>
                </c:pt>
                <c:pt idx="302">
                  <c:v>3.46597738</c:v>
                </c:pt>
                <c:pt idx="303">
                  <c:v>3.4748813799999998</c:v>
                </c:pt>
                <c:pt idx="304">
                  <c:v>3.49777418</c:v>
                </c:pt>
                <c:pt idx="305">
                  <c:v>3.5312061799999999</c:v>
                </c:pt>
                <c:pt idx="306">
                  <c:v>3.5507501800000001</c:v>
                </c:pt>
                <c:pt idx="307">
                  <c:v>3.56290218</c:v>
                </c:pt>
                <c:pt idx="308">
                  <c:v>3.5686365800000002</c:v>
                </c:pt>
                <c:pt idx="309">
                  <c:v>3.5682109799999999</c:v>
                </c:pt>
                <c:pt idx="310">
                  <c:v>3.56755018</c:v>
                </c:pt>
                <c:pt idx="311">
                  <c:v>3.5706749800000002</c:v>
                </c:pt>
                <c:pt idx="312">
                  <c:v>3.58165098</c:v>
                </c:pt>
                <c:pt idx="313">
                  <c:v>3.6025053800000002</c:v>
                </c:pt>
                <c:pt idx="314">
                  <c:v>3.6297661799999998</c:v>
                </c:pt>
                <c:pt idx="315">
                  <c:v>3.6492429799999999</c:v>
                </c:pt>
                <c:pt idx="316">
                  <c:v>3.64972458</c:v>
                </c:pt>
                <c:pt idx="317">
                  <c:v>3.63488458</c:v>
                </c:pt>
                <c:pt idx="318">
                  <c:v>3.6225981799999998</c:v>
                </c:pt>
                <c:pt idx="319">
                  <c:v>3.6372253799999998</c:v>
                </c:pt>
                <c:pt idx="320">
                  <c:v>3.6637693800000002</c:v>
                </c:pt>
                <c:pt idx="321">
                  <c:v>3.67051178</c:v>
                </c:pt>
                <c:pt idx="322">
                  <c:v>3.6420077800000001</c:v>
                </c:pt>
                <c:pt idx="323">
                  <c:v>3.5803741800000002</c:v>
                </c:pt>
                <c:pt idx="324">
                  <c:v>3.53604458</c:v>
                </c:pt>
                <c:pt idx="325">
                  <c:v>3.55956458</c:v>
                </c:pt>
                <c:pt idx="326">
                  <c:v>3.6161021799999999</c:v>
                </c:pt>
                <c:pt idx="327">
                  <c:v>3.6636125800000001</c:v>
                </c:pt>
                <c:pt idx="328">
                  <c:v>3.66904458</c:v>
                </c:pt>
                <c:pt idx="329">
                  <c:v>3.6361389800000001</c:v>
                </c:pt>
                <c:pt idx="330">
                  <c:v>3.5938477799999999</c:v>
                </c:pt>
                <c:pt idx="331">
                  <c:v>3.5706189799999999</c:v>
                </c:pt>
                <c:pt idx="332">
                  <c:v>3.5945869799999999</c:v>
                </c:pt>
                <c:pt idx="333">
                  <c:v>3.6378749799999999</c:v>
                </c:pt>
                <c:pt idx="334">
                  <c:v>3.6757869799999998</c:v>
                </c:pt>
                <c:pt idx="335">
                  <c:v>3.6930237799999999</c:v>
                </c:pt>
                <c:pt idx="336">
                  <c:v>3.6600509799999998</c:v>
                </c:pt>
                <c:pt idx="337">
                  <c:v>3.5860301799999998</c:v>
                </c:pt>
                <c:pt idx="338">
                  <c:v>3.5322365800000002</c:v>
                </c:pt>
                <c:pt idx="339">
                  <c:v>3.5486221800000002</c:v>
                </c:pt>
                <c:pt idx="340">
                  <c:v>3.6092813800000001</c:v>
                </c:pt>
                <c:pt idx="341">
                  <c:v>3.6469245799999999</c:v>
                </c:pt>
                <c:pt idx="342">
                  <c:v>3.61882378</c:v>
                </c:pt>
                <c:pt idx="343">
                  <c:v>3.5577949800000002</c:v>
                </c:pt>
                <c:pt idx="344">
                  <c:v>3.52137258</c:v>
                </c:pt>
                <c:pt idx="345">
                  <c:v>3.5202525800000002</c:v>
                </c:pt>
                <c:pt idx="346">
                  <c:v>3.52609898</c:v>
                </c:pt>
                <c:pt idx="347">
                  <c:v>3.5200509800000002</c:v>
                </c:pt>
                <c:pt idx="348">
                  <c:v>3.5242509800000001</c:v>
                </c:pt>
                <c:pt idx="349">
                  <c:v>3.53551818</c:v>
                </c:pt>
                <c:pt idx="350">
                  <c:v>3.51655658</c:v>
                </c:pt>
                <c:pt idx="351">
                  <c:v>3.4701213800000001</c:v>
                </c:pt>
                <c:pt idx="352">
                  <c:v>3.4208749799999998</c:v>
                </c:pt>
                <c:pt idx="353">
                  <c:v>3.37992778</c:v>
                </c:pt>
                <c:pt idx="354">
                  <c:v>3.3520733800000002</c:v>
                </c:pt>
                <c:pt idx="355">
                  <c:v>3.3422845799999998</c:v>
                </c:pt>
                <c:pt idx="356">
                  <c:v>3.3345789799999999</c:v>
                </c:pt>
                <c:pt idx="357">
                  <c:v>3.3131421799999998</c:v>
                </c:pt>
                <c:pt idx="358">
                  <c:v>3.2858365799999998</c:v>
                </c:pt>
                <c:pt idx="359">
                  <c:v>3.2573101800000002</c:v>
                </c:pt>
                <c:pt idx="360">
                  <c:v>3.2143693799999999</c:v>
                </c:pt>
                <c:pt idx="361">
                  <c:v>3.1737469800000002</c:v>
                </c:pt>
                <c:pt idx="362">
                  <c:v>3.1419277800000001</c:v>
                </c:pt>
                <c:pt idx="363">
                  <c:v>3.1026157799999998</c:v>
                </c:pt>
                <c:pt idx="364">
                  <c:v>3.0654093800000002</c:v>
                </c:pt>
                <c:pt idx="365">
                  <c:v>3.0333325800000002</c:v>
                </c:pt>
                <c:pt idx="366">
                  <c:v>3.0005053799999999</c:v>
                </c:pt>
                <c:pt idx="367">
                  <c:v>2.9345261800000002</c:v>
                </c:pt>
                <c:pt idx="368">
                  <c:v>2.81194218</c:v>
                </c:pt>
                <c:pt idx="369">
                  <c:v>2.69699658</c:v>
                </c:pt>
                <c:pt idx="370">
                  <c:v>2.6117981800000001</c:v>
                </c:pt>
                <c:pt idx="371">
                  <c:v>2.5585085799999998</c:v>
                </c:pt>
                <c:pt idx="372">
                  <c:v>2.5193421800000002</c:v>
                </c:pt>
                <c:pt idx="373">
                  <c:v>2.4822477799999998</c:v>
                </c:pt>
                <c:pt idx="374">
                  <c:v>2.4310861799999999</c:v>
                </c:pt>
                <c:pt idx="375">
                  <c:v>2.3564941799999999</c:v>
                </c:pt>
                <c:pt idx="376">
                  <c:v>2.2694365799999998</c:v>
                </c:pt>
                <c:pt idx="377">
                  <c:v>2.17795498</c:v>
                </c:pt>
                <c:pt idx="378">
                  <c:v>2.0906957799999999</c:v>
                </c:pt>
                <c:pt idx="379">
                  <c:v>2.0078381799999998</c:v>
                </c:pt>
                <c:pt idx="380">
                  <c:v>1.93224938</c:v>
                </c:pt>
                <c:pt idx="381">
                  <c:v>1.86493738</c:v>
                </c:pt>
                <c:pt idx="382">
                  <c:v>1.81341738</c:v>
                </c:pt>
                <c:pt idx="383">
                  <c:v>1.77147338</c:v>
                </c:pt>
                <c:pt idx="384">
                  <c:v>1.6998045799999999</c:v>
                </c:pt>
                <c:pt idx="385">
                  <c:v>1.63372458</c:v>
                </c:pt>
                <c:pt idx="386">
                  <c:v>1.5717549799999999</c:v>
                </c:pt>
                <c:pt idx="387">
                  <c:v>1.5066381799999999</c:v>
                </c:pt>
                <c:pt idx="388">
                  <c:v>1.4259197800000001</c:v>
                </c:pt>
                <c:pt idx="389">
                  <c:v>1.33816778</c:v>
                </c:pt>
                <c:pt idx="390">
                  <c:v>1.2489933799999999</c:v>
                </c:pt>
                <c:pt idx="391">
                  <c:v>1.1659677799999999</c:v>
                </c:pt>
                <c:pt idx="392">
                  <c:v>1.08897898</c:v>
                </c:pt>
                <c:pt idx="393">
                  <c:v>1.0188445800000001</c:v>
                </c:pt>
                <c:pt idx="394">
                  <c:v>0.95391817999999995</c:v>
                </c:pt>
                <c:pt idx="395">
                  <c:v>0.88893577999999995</c:v>
                </c:pt>
                <c:pt idx="396">
                  <c:v>0.83033738000000001</c:v>
                </c:pt>
                <c:pt idx="397">
                  <c:v>0.77742858000000004</c:v>
                </c:pt>
                <c:pt idx="398">
                  <c:v>0.72639018</c:v>
                </c:pt>
                <c:pt idx="399">
                  <c:v>0.67868938000000001</c:v>
                </c:pt>
                <c:pt idx="400">
                  <c:v>0.63279178000000003</c:v>
                </c:pt>
                <c:pt idx="401">
                  <c:v>0.58958217999999996</c:v>
                </c:pt>
                <c:pt idx="402">
                  <c:v>0.55299178000000004</c:v>
                </c:pt>
                <c:pt idx="403">
                  <c:v>0.52227018000000003</c:v>
                </c:pt>
                <c:pt idx="404">
                  <c:v>0.49898537999999998</c:v>
                </c:pt>
                <c:pt idx="405">
                  <c:v>0.47605898000000002</c:v>
                </c:pt>
                <c:pt idx="406">
                  <c:v>0.45425258000000002</c:v>
                </c:pt>
                <c:pt idx="407">
                  <c:v>0.42768618000000003</c:v>
                </c:pt>
                <c:pt idx="408">
                  <c:v>0.39574377999999999</c:v>
                </c:pt>
                <c:pt idx="409">
                  <c:v>0.36132618</c:v>
                </c:pt>
                <c:pt idx="410">
                  <c:v>0.32792778</c:v>
                </c:pt>
                <c:pt idx="411">
                  <c:v>0.30110377999999999</c:v>
                </c:pt>
                <c:pt idx="412">
                  <c:v>0.27216298</c:v>
                </c:pt>
                <c:pt idx="413">
                  <c:v>0.24713098</c:v>
                </c:pt>
                <c:pt idx="414">
                  <c:v>0.22690378</c:v>
                </c:pt>
                <c:pt idx="415">
                  <c:v>0.21537898</c:v>
                </c:pt>
                <c:pt idx="416">
                  <c:v>0.20890538</c:v>
                </c:pt>
                <c:pt idx="417">
                  <c:v>0.20302538000000001</c:v>
                </c:pt>
                <c:pt idx="418">
                  <c:v>0.19150058</c:v>
                </c:pt>
                <c:pt idx="419">
                  <c:v>0.17627978</c:v>
                </c:pt>
                <c:pt idx="420">
                  <c:v>0.16566217999999999</c:v>
                </c:pt>
                <c:pt idx="421">
                  <c:v>0.15754218</c:v>
                </c:pt>
                <c:pt idx="422">
                  <c:v>0.14684617999999999</c:v>
                </c:pt>
                <c:pt idx="423">
                  <c:v>0.13830058000000001</c:v>
                </c:pt>
                <c:pt idx="424">
                  <c:v>0.12725738</c:v>
                </c:pt>
                <c:pt idx="425">
                  <c:v>0.11855498</c:v>
                </c:pt>
                <c:pt idx="426">
                  <c:v>0.11191338000000001</c:v>
                </c:pt>
                <c:pt idx="427">
                  <c:v>0.10146378</c:v>
                </c:pt>
                <c:pt idx="428">
                  <c:v>9.5516580000000004E-2</c:v>
                </c:pt>
                <c:pt idx="429">
                  <c:v>8.9916579999999996E-2</c:v>
                </c:pt>
                <c:pt idx="430">
                  <c:v>8.5145380000000007E-2</c:v>
                </c:pt>
                <c:pt idx="431">
                  <c:v>8.0474980000000002E-2</c:v>
                </c:pt>
                <c:pt idx="432">
                  <c:v>7.7002979999999999E-2</c:v>
                </c:pt>
                <c:pt idx="433">
                  <c:v>7.4314980000000003E-2</c:v>
                </c:pt>
                <c:pt idx="434">
                  <c:v>7.3698979999999997E-2</c:v>
                </c:pt>
                <c:pt idx="435">
                  <c:v>6.9890980000000005E-2</c:v>
                </c:pt>
                <c:pt idx="436">
                  <c:v>6.7124580000000003E-2</c:v>
                </c:pt>
                <c:pt idx="437">
                  <c:v>6.4694180000000004E-2</c:v>
                </c:pt>
                <c:pt idx="438">
                  <c:v>6.5578979999999995E-2</c:v>
                </c:pt>
                <c:pt idx="439">
                  <c:v>6.2778979999999998E-2</c:v>
                </c:pt>
                <c:pt idx="440">
                  <c:v>6.0718179999999997E-2</c:v>
                </c:pt>
                <c:pt idx="441">
                  <c:v>6.2577380000000002E-2</c:v>
                </c:pt>
                <c:pt idx="442">
                  <c:v>6.0830179999999998E-2</c:v>
                </c:pt>
                <c:pt idx="443">
                  <c:v>5.6450979999999998E-2</c:v>
                </c:pt>
                <c:pt idx="444">
                  <c:v>5.7929380000000003E-2</c:v>
                </c:pt>
                <c:pt idx="445">
                  <c:v>5.8522980000000002E-2</c:v>
                </c:pt>
                <c:pt idx="446">
                  <c:v>6.0180579999999997E-2</c:v>
                </c:pt>
                <c:pt idx="447">
                  <c:v>6.1916579999999999E-2</c:v>
                </c:pt>
                <c:pt idx="448">
                  <c:v>6.3170980000000002E-2</c:v>
                </c:pt>
                <c:pt idx="449">
                  <c:v>6.3495780000000002E-2</c:v>
                </c:pt>
                <c:pt idx="450">
                  <c:v>6.9375779999999998E-2</c:v>
                </c:pt>
                <c:pt idx="451">
                  <c:v>7.5569380000000005E-2</c:v>
                </c:pt>
                <c:pt idx="452">
                  <c:v>8.3140580000000006E-2</c:v>
                </c:pt>
                <c:pt idx="453">
                  <c:v>9.1159779999999996E-2</c:v>
                </c:pt>
                <c:pt idx="454">
                  <c:v>9.8977380000000004E-2</c:v>
                </c:pt>
                <c:pt idx="455">
                  <c:v>0.10689578</c:v>
                </c:pt>
                <c:pt idx="456">
                  <c:v>0.11592297999999999</c:v>
                </c:pt>
                <c:pt idx="457">
                  <c:v>0.12908298000000001</c:v>
                </c:pt>
                <c:pt idx="458">
                  <c:v>0.13935338</c:v>
                </c:pt>
                <c:pt idx="459">
                  <c:v>0.14868297999999999</c:v>
                </c:pt>
                <c:pt idx="460">
                  <c:v>0.16137257999999999</c:v>
                </c:pt>
                <c:pt idx="461">
                  <c:v>0.17858698000000001</c:v>
                </c:pt>
                <c:pt idx="462">
                  <c:v>0.19481577999999999</c:v>
                </c:pt>
                <c:pt idx="463">
                  <c:v>0.21910858</c:v>
                </c:pt>
                <c:pt idx="464">
                  <c:v>0.24539498000000001</c:v>
                </c:pt>
                <c:pt idx="465">
                  <c:v>0.27170378000000001</c:v>
                </c:pt>
                <c:pt idx="466">
                  <c:v>0.29925578000000003</c:v>
                </c:pt>
                <c:pt idx="467">
                  <c:v>0.33434538000000003</c:v>
                </c:pt>
                <c:pt idx="468">
                  <c:v>0.37051018000000002</c:v>
                </c:pt>
                <c:pt idx="469">
                  <c:v>0.40782858</c:v>
                </c:pt>
                <c:pt idx="470">
                  <c:v>0.45352458000000001</c:v>
                </c:pt>
                <c:pt idx="471">
                  <c:v>0.51219018000000005</c:v>
                </c:pt>
                <c:pt idx="472">
                  <c:v>0.58201097999999996</c:v>
                </c:pt>
                <c:pt idx="473">
                  <c:v>0.64318538000000003</c:v>
                </c:pt>
                <c:pt idx="474">
                  <c:v>0.68646218000000003</c:v>
                </c:pt>
                <c:pt idx="475">
                  <c:v>0.76811017999999998</c:v>
                </c:pt>
                <c:pt idx="476">
                  <c:v>0.83855818000000004</c:v>
                </c:pt>
                <c:pt idx="477">
                  <c:v>0.89309097999999998</c:v>
                </c:pt>
                <c:pt idx="478">
                  <c:v>0.94923658</c:v>
                </c:pt>
                <c:pt idx="479">
                  <c:v>1.01070218</c:v>
                </c:pt>
                <c:pt idx="480">
                  <c:v>1.0811053799999999</c:v>
                </c:pt>
                <c:pt idx="481">
                  <c:v>1.16602378</c:v>
                </c:pt>
                <c:pt idx="482">
                  <c:v>1.2566765799999999</c:v>
                </c:pt>
                <c:pt idx="483">
                  <c:v>1.3414157799999999</c:v>
                </c:pt>
                <c:pt idx="484">
                  <c:v>1.41750858</c:v>
                </c:pt>
                <c:pt idx="485">
                  <c:v>1.4829165799999999</c:v>
                </c:pt>
                <c:pt idx="486">
                  <c:v>1.54172778</c:v>
                </c:pt>
                <c:pt idx="487">
                  <c:v>1.5974925799999999</c:v>
                </c:pt>
                <c:pt idx="488">
                  <c:v>1.6629789800000001</c:v>
                </c:pt>
                <c:pt idx="489">
                  <c:v>1.7456573799999999</c:v>
                </c:pt>
                <c:pt idx="490">
                  <c:v>1.83900938</c:v>
                </c:pt>
                <c:pt idx="491">
                  <c:v>1.9328093799999999</c:v>
                </c:pt>
                <c:pt idx="492">
                  <c:v>2.0160477800000001</c:v>
                </c:pt>
                <c:pt idx="493">
                  <c:v>2.08404298</c:v>
                </c:pt>
                <c:pt idx="494">
                  <c:v>2.1371645799999999</c:v>
                </c:pt>
                <c:pt idx="495">
                  <c:v>2.1799597799999999</c:v>
                </c:pt>
                <c:pt idx="496">
                  <c:v>2.2250173800000002</c:v>
                </c:pt>
                <c:pt idx="497">
                  <c:v>2.2817789799999999</c:v>
                </c:pt>
                <c:pt idx="498">
                  <c:v>2.34629098</c:v>
                </c:pt>
                <c:pt idx="499">
                  <c:v>2.4125501800000002</c:v>
                </c:pt>
                <c:pt idx="500">
                  <c:v>2.4740717800000001</c:v>
                </c:pt>
                <c:pt idx="501">
                  <c:v>2.5268125800000001</c:v>
                </c:pt>
                <c:pt idx="502">
                  <c:v>2.5718925800000001</c:v>
                </c:pt>
                <c:pt idx="503">
                  <c:v>2.6225165800000001</c:v>
                </c:pt>
                <c:pt idx="504">
                  <c:v>2.6716621800000002</c:v>
                </c:pt>
                <c:pt idx="505">
                  <c:v>2.7163613799999999</c:v>
                </c:pt>
                <c:pt idx="506">
                  <c:v>2.7611053800000001</c:v>
                </c:pt>
                <c:pt idx="507">
                  <c:v>2.8048749800000001</c:v>
                </c:pt>
                <c:pt idx="508">
                  <c:v>2.85436778</c:v>
                </c:pt>
                <c:pt idx="509">
                  <c:v>2.90931498</c:v>
                </c:pt>
                <c:pt idx="510">
                  <c:v>2.96931338</c:v>
                </c:pt>
                <c:pt idx="511">
                  <c:v>3.0282253799999999</c:v>
                </c:pt>
                <c:pt idx="512">
                  <c:v>3.0793869800000002</c:v>
                </c:pt>
                <c:pt idx="513">
                  <c:v>3.1164925800000001</c:v>
                </c:pt>
                <c:pt idx="514">
                  <c:v>3.1458813800000001</c:v>
                </c:pt>
                <c:pt idx="515">
                  <c:v>3.1703085799999999</c:v>
                </c:pt>
                <c:pt idx="516">
                  <c:v>3.1868173799999999</c:v>
                </c:pt>
                <c:pt idx="517">
                  <c:v>3.20515178</c:v>
                </c:pt>
                <c:pt idx="518">
                  <c:v>3.2303965799999999</c:v>
                </c:pt>
                <c:pt idx="519">
                  <c:v>3.2610845799999999</c:v>
                </c:pt>
                <c:pt idx="520">
                  <c:v>3.2836861800000001</c:v>
                </c:pt>
                <c:pt idx="521">
                  <c:v>3.30391338</c:v>
                </c:pt>
                <c:pt idx="522">
                  <c:v>3.3226061800000002</c:v>
                </c:pt>
                <c:pt idx="523">
                  <c:v>3.35294698</c:v>
                </c:pt>
                <c:pt idx="524">
                  <c:v>3.3777549800000002</c:v>
                </c:pt>
                <c:pt idx="525">
                  <c:v>3.39672778</c:v>
                </c:pt>
                <c:pt idx="526">
                  <c:v>3.4145693800000001</c:v>
                </c:pt>
                <c:pt idx="527">
                  <c:v>3.43418058</c:v>
                </c:pt>
                <c:pt idx="528">
                  <c:v>3.44620938</c:v>
                </c:pt>
                <c:pt idx="529">
                  <c:v>3.44290538</c:v>
                </c:pt>
                <c:pt idx="530">
                  <c:v>3.4343597799999999</c:v>
                </c:pt>
                <c:pt idx="531">
                  <c:v>3.4244477799999999</c:v>
                </c:pt>
                <c:pt idx="532">
                  <c:v>3.4236749799999999</c:v>
                </c:pt>
                <c:pt idx="533">
                  <c:v>3.43838058</c:v>
                </c:pt>
                <c:pt idx="534">
                  <c:v>3.46769098</c:v>
                </c:pt>
                <c:pt idx="535">
                  <c:v>3.4888701800000002</c:v>
                </c:pt>
                <c:pt idx="536">
                  <c:v>3.4996333800000001</c:v>
                </c:pt>
                <c:pt idx="537">
                  <c:v>3.4943245799999998</c:v>
                </c:pt>
                <c:pt idx="538">
                  <c:v>3.4765277800000001</c:v>
                </c:pt>
                <c:pt idx="539">
                  <c:v>3.4584285800000001</c:v>
                </c:pt>
                <c:pt idx="540">
                  <c:v>3.4537581799999999</c:v>
                </c:pt>
                <c:pt idx="541">
                  <c:v>3.4715549800000001</c:v>
                </c:pt>
                <c:pt idx="542">
                  <c:v>3.4858349799999999</c:v>
                </c:pt>
                <c:pt idx="543">
                  <c:v>3.4838413799999999</c:v>
                </c:pt>
                <c:pt idx="544">
                  <c:v>3.4738173799999998</c:v>
                </c:pt>
                <c:pt idx="545">
                  <c:v>3.4637485799999999</c:v>
                </c:pt>
                <c:pt idx="546">
                  <c:v>3.46153098</c:v>
                </c:pt>
                <c:pt idx="547">
                  <c:v>3.4669741799999998</c:v>
                </c:pt>
                <c:pt idx="548">
                  <c:v>3.4747693800000001</c:v>
                </c:pt>
                <c:pt idx="549">
                  <c:v>3.4839309799999998</c:v>
                </c:pt>
                <c:pt idx="550">
                  <c:v>3.48342698</c:v>
                </c:pt>
                <c:pt idx="551">
                  <c:v>3.4718797800000001</c:v>
                </c:pt>
                <c:pt idx="552">
                  <c:v>3.4638045800000001</c:v>
                </c:pt>
                <c:pt idx="553">
                  <c:v>3.4649469800000001</c:v>
                </c:pt>
                <c:pt idx="554">
                  <c:v>3.47107338</c:v>
                </c:pt>
                <c:pt idx="555">
                  <c:v>3.48216138</c:v>
                </c:pt>
                <c:pt idx="556">
                  <c:v>3.4829117799999998</c:v>
                </c:pt>
                <c:pt idx="557">
                  <c:v>3.4721037799999999</c:v>
                </c:pt>
                <c:pt idx="558">
                  <c:v>3.4490765799999998</c:v>
                </c:pt>
                <c:pt idx="559">
                  <c:v>3.42880458</c:v>
                </c:pt>
                <c:pt idx="560">
                  <c:v>3.4152637800000001</c:v>
                </c:pt>
                <c:pt idx="561">
                  <c:v>3.4187917799999998</c:v>
                </c:pt>
                <c:pt idx="562">
                  <c:v>3.4389741800000002</c:v>
                </c:pt>
                <c:pt idx="563">
                  <c:v>3.4510925800000001</c:v>
                </c:pt>
                <c:pt idx="564">
                  <c:v>3.4416173799999998</c:v>
                </c:pt>
                <c:pt idx="565">
                  <c:v>3.4181197800000001</c:v>
                </c:pt>
                <c:pt idx="566">
                  <c:v>3.3932557800000001</c:v>
                </c:pt>
                <c:pt idx="567">
                  <c:v>3.3763101799999999</c:v>
                </c:pt>
                <c:pt idx="568">
                  <c:v>3.3704301800000001</c:v>
                </c:pt>
                <c:pt idx="569">
                  <c:v>3.37153898</c:v>
                </c:pt>
                <c:pt idx="570">
                  <c:v>3.3704077799999999</c:v>
                </c:pt>
                <c:pt idx="571">
                  <c:v>3.3713261800000001</c:v>
                </c:pt>
                <c:pt idx="572">
                  <c:v>3.3681341800000002</c:v>
                </c:pt>
                <c:pt idx="573">
                  <c:v>3.3625565800000001</c:v>
                </c:pt>
                <c:pt idx="574">
                  <c:v>3.3559709799999999</c:v>
                </c:pt>
                <c:pt idx="575">
                  <c:v>3.33476938</c:v>
                </c:pt>
                <c:pt idx="576">
                  <c:v>3.3024797800000001</c:v>
                </c:pt>
                <c:pt idx="577">
                  <c:v>3.2764061799999999</c:v>
                </c:pt>
                <c:pt idx="578">
                  <c:v>3.2668861800000002</c:v>
                </c:pt>
                <c:pt idx="579">
                  <c:v>3.2708845800000002</c:v>
                </c:pt>
                <c:pt idx="580">
                  <c:v>3.2745581800000001</c:v>
                </c:pt>
                <c:pt idx="581">
                  <c:v>3.2429517799999998</c:v>
                </c:pt>
                <c:pt idx="582">
                  <c:v>3.1803885799999998</c:v>
                </c:pt>
                <c:pt idx="583">
                  <c:v>3.1263933800000001</c:v>
                </c:pt>
                <c:pt idx="584">
                  <c:v>3.0944957799999999</c:v>
                </c:pt>
                <c:pt idx="585">
                  <c:v>3.0785021800000001</c:v>
                </c:pt>
                <c:pt idx="586">
                  <c:v>3.0622285800000002</c:v>
                </c:pt>
                <c:pt idx="587">
                  <c:v>3.02992778</c:v>
                </c:pt>
                <c:pt idx="588">
                  <c:v>2.9794941800000001</c:v>
                </c:pt>
                <c:pt idx="589">
                  <c:v>2.9260029799999998</c:v>
                </c:pt>
                <c:pt idx="590">
                  <c:v>2.8822781800000001</c:v>
                </c:pt>
                <c:pt idx="591">
                  <c:v>2.8675837799999999</c:v>
                </c:pt>
                <c:pt idx="592">
                  <c:v>2.83109418</c:v>
                </c:pt>
                <c:pt idx="593">
                  <c:v>2.7779501799999999</c:v>
                </c:pt>
                <c:pt idx="594">
                  <c:v>2.7104253800000002</c:v>
                </c:pt>
                <c:pt idx="595">
                  <c:v>2.6315549800000002</c:v>
                </c:pt>
                <c:pt idx="596">
                  <c:v>2.5434333800000002</c:v>
                </c:pt>
                <c:pt idx="597">
                  <c:v>2.4570141799999998</c:v>
                </c:pt>
                <c:pt idx="598">
                  <c:v>2.3791405800000001</c:v>
                </c:pt>
                <c:pt idx="599">
                  <c:v>2.3089725799999998</c:v>
                </c:pt>
                <c:pt idx="600">
                  <c:v>2.2483693800000002</c:v>
                </c:pt>
                <c:pt idx="601">
                  <c:v>2.1834653799999999</c:v>
                </c:pt>
                <c:pt idx="602">
                  <c:v>2.11763178</c:v>
                </c:pt>
                <c:pt idx="603">
                  <c:v>2.0543517800000002</c:v>
                </c:pt>
                <c:pt idx="604">
                  <c:v>1.9944429800000001</c:v>
                </c:pt>
                <c:pt idx="605">
                  <c:v>1.93980938</c:v>
                </c:pt>
                <c:pt idx="606">
                  <c:v>1.8867773800000001</c:v>
                </c:pt>
                <c:pt idx="607">
                  <c:v>1.83028458</c:v>
                </c:pt>
                <c:pt idx="608">
                  <c:v>1.7688749800000001</c:v>
                </c:pt>
                <c:pt idx="609">
                  <c:v>1.7119565800000001</c:v>
                </c:pt>
                <c:pt idx="610">
                  <c:v>1.65581098</c:v>
                </c:pt>
                <c:pt idx="611">
                  <c:v>1.6015917799999999</c:v>
                </c:pt>
                <c:pt idx="612">
                  <c:v>1.56664778</c:v>
                </c:pt>
                <c:pt idx="613">
                  <c:v>1.52141098</c:v>
                </c:pt>
                <c:pt idx="614">
                  <c:v>1.4463373799999999</c:v>
                </c:pt>
                <c:pt idx="615">
                  <c:v>1.3597277800000001</c:v>
                </c:pt>
                <c:pt idx="616">
                  <c:v>1.2723901799999999</c:v>
                </c:pt>
                <c:pt idx="617">
                  <c:v>1.19051818</c:v>
                </c:pt>
                <c:pt idx="618">
                  <c:v>1.1250093800000001</c:v>
                </c:pt>
                <c:pt idx="619">
                  <c:v>1.07482218</c:v>
                </c:pt>
                <c:pt idx="620">
                  <c:v>1.0346813800000001</c:v>
                </c:pt>
                <c:pt idx="621">
                  <c:v>0.99491017999999998</c:v>
                </c:pt>
                <c:pt idx="622">
                  <c:v>0.94755657999999998</c:v>
                </c:pt>
                <c:pt idx="623">
                  <c:v>0.88942858000000002</c:v>
                </c:pt>
                <c:pt idx="624">
                  <c:v>0.82831018000000001</c:v>
                </c:pt>
                <c:pt idx="625">
                  <c:v>0.77172777999999997</c:v>
                </c:pt>
                <c:pt idx="626">
                  <c:v>0.71533577999999998</c:v>
                </c:pt>
                <c:pt idx="627">
                  <c:v>0.66103818000000003</c:v>
                </c:pt>
                <c:pt idx="628">
                  <c:v>0.60929418000000002</c:v>
                </c:pt>
                <c:pt idx="629">
                  <c:v>0.55464937999999997</c:v>
                </c:pt>
                <c:pt idx="630">
                  <c:v>0.49687977999999999</c:v>
                </c:pt>
                <c:pt idx="631">
                  <c:v>0.43790057999999998</c:v>
                </c:pt>
                <c:pt idx="632">
                  <c:v>0.37790217999999998</c:v>
                </c:pt>
                <c:pt idx="633">
                  <c:v>0.32392937999999999</c:v>
                </c:pt>
                <c:pt idx="634">
                  <c:v>0.28209738000000001</c:v>
                </c:pt>
                <c:pt idx="635">
                  <c:v>0.25202538000000002</c:v>
                </c:pt>
                <c:pt idx="636">
                  <c:v>0.22376778</c:v>
                </c:pt>
                <c:pt idx="637">
                  <c:v>0.20197258000000001</c:v>
                </c:pt>
                <c:pt idx="638">
                  <c:v>0.17990858000000001</c:v>
                </c:pt>
                <c:pt idx="639">
                  <c:v>0.15803497999999999</c:v>
                </c:pt>
                <c:pt idx="640">
                  <c:v>0.14441577999999999</c:v>
                </c:pt>
                <c:pt idx="641">
                  <c:v>0.13131177999999999</c:v>
                </c:pt>
                <c:pt idx="642">
                  <c:v>0.12187017999999999</c:v>
                </c:pt>
                <c:pt idx="643">
                  <c:v>0.11476938</c:v>
                </c:pt>
                <c:pt idx="644">
                  <c:v>0.10763498000000001</c:v>
                </c:pt>
                <c:pt idx="645">
                  <c:v>0.10448778</c:v>
                </c:pt>
                <c:pt idx="646">
                  <c:v>0.10334538</c:v>
                </c:pt>
                <c:pt idx="647">
                  <c:v>9.885418E-2</c:v>
                </c:pt>
                <c:pt idx="648">
                  <c:v>9.4956579999999999E-2</c:v>
                </c:pt>
                <c:pt idx="649">
                  <c:v>9.1529379999999994E-2</c:v>
                </c:pt>
                <c:pt idx="650">
                  <c:v>9.3142180000000005E-2</c:v>
                </c:pt>
                <c:pt idx="651">
                  <c:v>9.5796580000000006E-2</c:v>
                </c:pt>
                <c:pt idx="652">
                  <c:v>9.8506979999999994E-2</c:v>
                </c:pt>
                <c:pt idx="653">
                  <c:v>0.10184458</c:v>
                </c:pt>
                <c:pt idx="654">
                  <c:v>0.10542857999999999</c:v>
                </c:pt>
                <c:pt idx="655">
                  <c:v>0.11107338</c:v>
                </c:pt>
                <c:pt idx="656">
                  <c:v>0.11536298</c:v>
                </c:pt>
                <c:pt idx="657">
                  <c:v>0.11724458</c:v>
                </c:pt>
                <c:pt idx="658">
                  <c:v>0.11481418</c:v>
                </c:pt>
                <c:pt idx="659">
                  <c:v>0.10871018</c:v>
                </c:pt>
                <c:pt idx="660">
                  <c:v>0.10259498</c:v>
                </c:pt>
                <c:pt idx="661">
                  <c:v>9.761098E-2</c:v>
                </c:pt>
                <c:pt idx="662">
                  <c:v>9.2839779999999997E-2</c:v>
                </c:pt>
                <c:pt idx="663">
                  <c:v>8.9938980000000002E-2</c:v>
                </c:pt>
                <c:pt idx="664">
                  <c:v>8.6500579999999994E-2</c:v>
                </c:pt>
                <c:pt idx="665">
                  <c:v>8.4372580000000003E-2</c:v>
                </c:pt>
                <c:pt idx="666">
                  <c:v>8.4047780000000002E-2</c:v>
                </c:pt>
                <c:pt idx="667">
                  <c:v>8.0463779999999999E-2</c:v>
                </c:pt>
                <c:pt idx="668">
                  <c:v>7.8660579999999994E-2</c:v>
                </c:pt>
                <c:pt idx="669">
                  <c:v>7.6834979999999997E-2</c:v>
                </c:pt>
                <c:pt idx="670">
                  <c:v>7.625258E-2</c:v>
                </c:pt>
                <c:pt idx="671">
                  <c:v>7.5154979999999996E-2</c:v>
                </c:pt>
                <c:pt idx="672">
                  <c:v>7.3150179999999995E-2</c:v>
                </c:pt>
                <c:pt idx="673">
                  <c:v>7.0282979999999995E-2</c:v>
                </c:pt>
                <c:pt idx="674">
                  <c:v>6.7986980000000002E-2</c:v>
                </c:pt>
                <c:pt idx="675">
                  <c:v>6.5018980000000004E-2</c:v>
                </c:pt>
                <c:pt idx="676">
                  <c:v>6.4996579999999998E-2</c:v>
                </c:pt>
                <c:pt idx="677">
                  <c:v>6.1882979999999997E-2</c:v>
                </c:pt>
                <c:pt idx="678">
                  <c:v>5.6585379999999998E-2</c:v>
                </c:pt>
                <c:pt idx="679">
                  <c:v>5.3818980000000002E-2</c:v>
                </c:pt>
                <c:pt idx="680">
                  <c:v>5.464778E-2</c:v>
                </c:pt>
                <c:pt idx="681">
                  <c:v>5.6316579999999998E-2</c:v>
                </c:pt>
                <c:pt idx="682">
                  <c:v>5.8310180000000003E-2</c:v>
                </c:pt>
                <c:pt idx="683">
                  <c:v>5.9094180000000003E-2</c:v>
                </c:pt>
                <c:pt idx="684">
                  <c:v>6.5993380000000004E-2</c:v>
                </c:pt>
                <c:pt idx="685">
                  <c:v>8.003818E-2</c:v>
                </c:pt>
                <c:pt idx="686">
                  <c:v>9.636778E-2</c:v>
                </c:pt>
                <c:pt idx="687">
                  <c:v>0.12017898</c:v>
                </c:pt>
                <c:pt idx="688">
                  <c:v>0.14582697999999999</c:v>
                </c:pt>
                <c:pt idx="689">
                  <c:v>0.17243818</c:v>
                </c:pt>
                <c:pt idx="690">
                  <c:v>0.20084138000000001</c:v>
                </c:pt>
                <c:pt idx="691">
                  <c:v>0.22722858000000001</c:v>
                </c:pt>
                <c:pt idx="692">
                  <c:v>0.25395178000000002</c:v>
                </c:pt>
                <c:pt idx="693">
                  <c:v>0.28185097999999997</c:v>
                </c:pt>
                <c:pt idx="694">
                  <c:v>0.31511497999999999</c:v>
                </c:pt>
                <c:pt idx="695">
                  <c:v>0.35346378000000001</c:v>
                </c:pt>
                <c:pt idx="696">
                  <c:v>0.39672938000000002</c:v>
                </c:pt>
                <c:pt idx="697">
                  <c:v>0.44426218000000001</c:v>
                </c:pt>
                <c:pt idx="698">
                  <c:v>0.49618538000000001</c:v>
                </c:pt>
                <c:pt idx="699">
                  <c:v>0.54539817999999995</c:v>
                </c:pt>
                <c:pt idx="700">
                  <c:v>0.58954857999999999</c:v>
                </c:pt>
                <c:pt idx="701">
                  <c:v>0.63821258000000003</c:v>
                </c:pt>
                <c:pt idx="702">
                  <c:v>0.66789257999999996</c:v>
                </c:pt>
                <c:pt idx="703">
                  <c:v>0.71535817999999995</c:v>
                </c:pt>
                <c:pt idx="704">
                  <c:v>0.82688777999999996</c:v>
                </c:pt>
                <c:pt idx="705">
                  <c:v>0.94681738000000004</c:v>
                </c:pt>
                <c:pt idx="706">
                  <c:v>1.07049898</c:v>
                </c:pt>
                <c:pt idx="707">
                  <c:v>1.19730538</c:v>
                </c:pt>
                <c:pt idx="708">
                  <c:v>1.31352778</c:v>
                </c:pt>
                <c:pt idx="709">
                  <c:v>1.4230413799999999</c:v>
                </c:pt>
                <c:pt idx="710">
                  <c:v>1.5313677800000001</c:v>
                </c:pt>
                <c:pt idx="711">
                  <c:v>1.63673738</c:v>
                </c:pt>
                <c:pt idx="712">
                  <c:v>1.7323741800000001</c:v>
                </c:pt>
                <c:pt idx="713">
                  <c:v>1.8202941800000001</c:v>
                </c:pt>
                <c:pt idx="714">
                  <c:v>1.90367818</c:v>
                </c:pt>
                <c:pt idx="715">
                  <c:v>1.9878349799999999</c:v>
                </c:pt>
                <c:pt idx="716">
                  <c:v>2.0747581799999999</c:v>
                </c:pt>
                <c:pt idx="717">
                  <c:v>2.1652989800000002</c:v>
                </c:pt>
                <c:pt idx="718">
                  <c:v>2.2489293799999999</c:v>
                </c:pt>
                <c:pt idx="719">
                  <c:v>2.3222669800000002</c:v>
                </c:pt>
                <c:pt idx="720">
                  <c:v>2.3812125800000001</c:v>
                </c:pt>
                <c:pt idx="721">
                  <c:v>2.43164618</c:v>
                </c:pt>
                <c:pt idx="722">
                  <c:v>2.4819117799999999</c:v>
                </c:pt>
                <c:pt idx="723">
                  <c:v>2.5342493799999999</c:v>
                </c:pt>
                <c:pt idx="724">
                  <c:v>2.59147018</c:v>
                </c:pt>
                <c:pt idx="725">
                  <c:v>2.65395498</c:v>
                </c:pt>
                <c:pt idx="726">
                  <c:v>2.7133037799999999</c:v>
                </c:pt>
                <c:pt idx="727">
                  <c:v>2.7705133800000001</c:v>
                </c:pt>
                <c:pt idx="728">
                  <c:v>2.81495498</c:v>
                </c:pt>
                <c:pt idx="729">
                  <c:v>2.85657418</c:v>
                </c:pt>
                <c:pt idx="730">
                  <c:v>2.8973981800000002</c:v>
                </c:pt>
                <c:pt idx="731">
                  <c:v>2.9413581799999999</c:v>
                </c:pt>
                <c:pt idx="732">
                  <c:v>2.9884541800000002</c:v>
                </c:pt>
                <c:pt idx="733">
                  <c:v>3.0377677799999998</c:v>
                </c:pt>
                <c:pt idx="734">
                  <c:v>3.0813133800000001</c:v>
                </c:pt>
                <c:pt idx="735">
                  <c:v>3.1088205800000002</c:v>
                </c:pt>
                <c:pt idx="736">
                  <c:v>3.1284989799999998</c:v>
                </c:pt>
                <c:pt idx="737">
                  <c:v>3.1483789799999999</c:v>
                </c:pt>
                <c:pt idx="738">
                  <c:v>3.1641149799999999</c:v>
                </c:pt>
                <c:pt idx="739">
                  <c:v>3.1843309799999999</c:v>
                </c:pt>
                <c:pt idx="740">
                  <c:v>3.2216493800000001</c:v>
                </c:pt>
                <c:pt idx="741">
                  <c:v>3.2679389799999998</c:v>
                </c:pt>
                <c:pt idx="742">
                  <c:v>3.3136909800000001</c:v>
                </c:pt>
                <c:pt idx="743">
                  <c:v>3.3598013799999999</c:v>
                </c:pt>
                <c:pt idx="744">
                  <c:v>3.4000541800000001</c:v>
                </c:pt>
                <c:pt idx="745">
                  <c:v>3.42020298</c:v>
                </c:pt>
                <c:pt idx="746">
                  <c:v>3.4181421799999998</c:v>
                </c:pt>
                <c:pt idx="747">
                  <c:v>3.4058669799999999</c:v>
                </c:pt>
                <c:pt idx="748">
                  <c:v>3.40834218</c:v>
                </c:pt>
                <c:pt idx="749">
                  <c:v>3.4311453799999998</c:v>
                </c:pt>
                <c:pt idx="750">
                  <c:v>3.4566701800000001</c:v>
                </c:pt>
                <c:pt idx="751">
                  <c:v>3.4773229799999998</c:v>
                </c:pt>
                <c:pt idx="752">
                  <c:v>3.4906621800000002</c:v>
                </c:pt>
                <c:pt idx="753">
                  <c:v>3.50392298</c:v>
                </c:pt>
                <c:pt idx="754">
                  <c:v>3.51652298</c:v>
                </c:pt>
                <c:pt idx="755">
                  <c:v>3.53587658</c:v>
                </c:pt>
                <c:pt idx="756">
                  <c:v>3.5641229800000001</c:v>
                </c:pt>
                <c:pt idx="757">
                  <c:v>3.5819981799999998</c:v>
                </c:pt>
                <c:pt idx="758">
                  <c:v>3.5945869799999999</c:v>
                </c:pt>
                <c:pt idx="759">
                  <c:v>3.60639178</c:v>
                </c:pt>
                <c:pt idx="760">
                  <c:v>3.6086429799999999</c:v>
                </c:pt>
                <c:pt idx="761">
                  <c:v>3.5980589799999998</c:v>
                </c:pt>
                <c:pt idx="762">
                  <c:v>3.5872733800000001</c:v>
                </c:pt>
                <c:pt idx="763">
                  <c:v>3.5916749800000001</c:v>
                </c:pt>
                <c:pt idx="764">
                  <c:v>3.6086317800000001</c:v>
                </c:pt>
                <c:pt idx="765">
                  <c:v>3.6198541799999999</c:v>
                </c:pt>
                <c:pt idx="766">
                  <c:v>3.6205597799999998</c:v>
                </c:pt>
                <c:pt idx="767">
                  <c:v>3.61422058</c:v>
                </c:pt>
                <c:pt idx="768">
                  <c:v>3.6122157800000001</c:v>
                </c:pt>
                <c:pt idx="769">
                  <c:v>3.61075978</c:v>
                </c:pt>
                <c:pt idx="770">
                  <c:v>3.6089789799999998</c:v>
                </c:pt>
                <c:pt idx="771">
                  <c:v>3.6093149800000002</c:v>
                </c:pt>
                <c:pt idx="772">
                  <c:v>3.6098861800000002</c:v>
                </c:pt>
                <c:pt idx="773">
                  <c:v>3.6121373800000001</c:v>
                </c:pt>
                <c:pt idx="774">
                  <c:v>3.6076349799999998</c:v>
                </c:pt>
                <c:pt idx="775">
                  <c:v>3.6000973799999998</c:v>
                </c:pt>
                <c:pt idx="776">
                  <c:v>3.5955389800000002</c:v>
                </c:pt>
                <c:pt idx="777">
                  <c:v>3.5992461800000002</c:v>
                </c:pt>
                <c:pt idx="778">
                  <c:v>3.6060893799999998</c:v>
                </c:pt>
                <c:pt idx="779">
                  <c:v>3.60452138</c:v>
                </c:pt>
                <c:pt idx="780">
                  <c:v>3.6003101800000001</c:v>
                </c:pt>
                <c:pt idx="781">
                  <c:v>3.59457578</c:v>
                </c:pt>
                <c:pt idx="782">
                  <c:v>3.5933437800000001</c:v>
                </c:pt>
                <c:pt idx="783">
                  <c:v>3.6019677799999998</c:v>
                </c:pt>
                <c:pt idx="784">
                  <c:v>3.61809578</c:v>
                </c:pt>
                <c:pt idx="785">
                  <c:v>3.6333165799999998</c:v>
                </c:pt>
                <c:pt idx="786">
                  <c:v>3.6300237800000001</c:v>
                </c:pt>
                <c:pt idx="787">
                  <c:v>3.59889898</c:v>
                </c:pt>
                <c:pt idx="788">
                  <c:v>3.5701485800000001</c:v>
                </c:pt>
                <c:pt idx="789">
                  <c:v>3.5644477800000001</c:v>
                </c:pt>
                <c:pt idx="790">
                  <c:v>3.58291658</c:v>
                </c:pt>
                <c:pt idx="791">
                  <c:v>3.60904618</c:v>
                </c:pt>
                <c:pt idx="792">
                  <c:v>3.6203693800000001</c:v>
                </c:pt>
                <c:pt idx="793">
                  <c:v>3.6043645799999999</c:v>
                </c:pt>
                <c:pt idx="794">
                  <c:v>3.5693197799999998</c:v>
                </c:pt>
                <c:pt idx="795">
                  <c:v>3.52731978</c:v>
                </c:pt>
                <c:pt idx="796">
                  <c:v>3.4917261800000001</c:v>
                </c:pt>
                <c:pt idx="797">
                  <c:v>3.4742989799999999</c:v>
                </c:pt>
                <c:pt idx="798">
                  <c:v>3.4873917799999998</c:v>
                </c:pt>
                <c:pt idx="799">
                  <c:v>3.4985917799999999</c:v>
                </c:pt>
                <c:pt idx="800">
                  <c:v>3.4893181800000002</c:v>
                </c:pt>
                <c:pt idx="801">
                  <c:v>3.45851818</c:v>
                </c:pt>
                <c:pt idx="802">
                  <c:v>3.4212893800000002</c:v>
                </c:pt>
                <c:pt idx="803">
                  <c:v>3.3907917799999998</c:v>
                </c:pt>
                <c:pt idx="804">
                  <c:v>3.3673277800000001</c:v>
                </c:pt>
                <c:pt idx="805">
                  <c:v>3.3448605800000002</c:v>
                </c:pt>
                <c:pt idx="806">
                  <c:v>3.3274893799999998</c:v>
                </c:pt>
                <c:pt idx="807">
                  <c:v>3.3026813800000001</c:v>
                </c:pt>
                <c:pt idx="808">
                  <c:v>3.2709741800000001</c:v>
                </c:pt>
                <c:pt idx="809">
                  <c:v>3.2377437800000002</c:v>
                </c:pt>
                <c:pt idx="810">
                  <c:v>3.2030125800000002</c:v>
                </c:pt>
                <c:pt idx="811">
                  <c:v>3.1676429800000001</c:v>
                </c:pt>
                <c:pt idx="812">
                  <c:v>3.1310301800000002</c:v>
                </c:pt>
                <c:pt idx="813">
                  <c:v>3.0849197799999999</c:v>
                </c:pt>
                <c:pt idx="814">
                  <c:v>3.02955818</c:v>
                </c:pt>
                <c:pt idx="815">
                  <c:v>2.9747117799999998</c:v>
                </c:pt>
                <c:pt idx="816">
                  <c:v>2.9514717799999999</c:v>
                </c:pt>
                <c:pt idx="817">
                  <c:v>2.90593258</c:v>
                </c:pt>
                <c:pt idx="818">
                  <c:v>2.8589485799999999</c:v>
                </c:pt>
                <c:pt idx="819">
                  <c:v>2.8192669800000001</c:v>
                </c:pt>
                <c:pt idx="820">
                  <c:v>2.7734813800000002</c:v>
                </c:pt>
                <c:pt idx="821">
                  <c:v>2.7112429800000002</c:v>
                </c:pt>
                <c:pt idx="822">
                  <c:v>2.6351277799999999</c:v>
                </c:pt>
                <c:pt idx="823">
                  <c:v>2.5590461800000002</c:v>
                </c:pt>
                <c:pt idx="824">
                  <c:v>2.4863357800000001</c:v>
                </c:pt>
                <c:pt idx="825">
                  <c:v>2.4238285799999999</c:v>
                </c:pt>
                <c:pt idx="826">
                  <c:v>2.3718045800000001</c:v>
                </c:pt>
                <c:pt idx="827">
                  <c:v>2.3288973799999999</c:v>
                </c:pt>
                <c:pt idx="828">
                  <c:v>2.2824397799999998</c:v>
                </c:pt>
                <c:pt idx="829">
                  <c:v>2.22164618</c:v>
                </c:pt>
                <c:pt idx="830">
                  <c:v>2.1459901800000001</c:v>
                </c:pt>
                <c:pt idx="831">
                  <c:v>2.0693933800000002</c:v>
                </c:pt>
                <c:pt idx="832">
                  <c:v>2.0034701799999999</c:v>
                </c:pt>
                <c:pt idx="833">
                  <c:v>1.9472573799999999</c:v>
                </c:pt>
                <c:pt idx="834">
                  <c:v>1.8984701799999999</c:v>
                </c:pt>
                <c:pt idx="835">
                  <c:v>1.86093898</c:v>
                </c:pt>
                <c:pt idx="836">
                  <c:v>1.8108525799999999</c:v>
                </c:pt>
                <c:pt idx="837">
                  <c:v>1.7391837800000001</c:v>
                </c:pt>
                <c:pt idx="838">
                  <c:v>1.66123178</c:v>
                </c:pt>
                <c:pt idx="839">
                  <c:v>1.58609098</c:v>
                </c:pt>
                <c:pt idx="840">
                  <c:v>1.51721098</c:v>
                </c:pt>
                <c:pt idx="841">
                  <c:v>1.45360618</c:v>
                </c:pt>
                <c:pt idx="842">
                  <c:v>1.3946941799999999</c:v>
                </c:pt>
                <c:pt idx="843">
                  <c:v>1.32908458</c:v>
                </c:pt>
                <c:pt idx="844">
                  <c:v>1.2601821799999999</c:v>
                </c:pt>
                <c:pt idx="845">
                  <c:v>1.1865533800000001</c:v>
                </c:pt>
                <c:pt idx="846">
                  <c:v>1.1138205800000001</c:v>
                </c:pt>
                <c:pt idx="847">
                  <c:v>1.04551178</c:v>
                </c:pt>
                <c:pt idx="848">
                  <c:v>0.98384457999999997</c:v>
                </c:pt>
                <c:pt idx="849">
                  <c:v>0.92498857999999995</c:v>
                </c:pt>
                <c:pt idx="850">
                  <c:v>0.87418538000000001</c:v>
                </c:pt>
                <c:pt idx="851">
                  <c:v>0.82477098000000004</c:v>
                </c:pt>
                <c:pt idx="852">
                  <c:v>0.77082057999999998</c:v>
                </c:pt>
                <c:pt idx="853">
                  <c:v>0.71464137999999999</c:v>
                </c:pt>
                <c:pt idx="854">
                  <c:v>0.65935818000000002</c:v>
                </c:pt>
                <c:pt idx="855">
                  <c:v>0.61051498000000004</c:v>
                </c:pt>
                <c:pt idx="856">
                  <c:v>0.56317258000000003</c:v>
                </c:pt>
                <c:pt idx="857">
                  <c:v>0.51703977999999995</c:v>
                </c:pt>
                <c:pt idx="858">
                  <c:v>0.47928458000000002</c:v>
                </c:pt>
                <c:pt idx="859">
                  <c:v>0.44815978000000001</c:v>
                </c:pt>
                <c:pt idx="860">
                  <c:v>0.42263497999999999</c:v>
                </c:pt>
                <c:pt idx="861">
                  <c:v>0.40359497999999999</c:v>
                </c:pt>
                <c:pt idx="862">
                  <c:v>0.38383817999999997</c:v>
                </c:pt>
                <c:pt idx="863">
                  <c:v>0.35741738000000001</c:v>
                </c:pt>
                <c:pt idx="864">
                  <c:v>0.33220618000000002</c:v>
                </c:pt>
                <c:pt idx="865">
                  <c:v>0.30723018000000002</c:v>
                </c:pt>
                <c:pt idx="866">
                  <c:v>0.28394538000000002</c:v>
                </c:pt>
                <c:pt idx="867">
                  <c:v>0.26323658</c:v>
                </c:pt>
                <c:pt idx="868">
                  <c:v>0.24093738000000001</c:v>
                </c:pt>
                <c:pt idx="869">
                  <c:v>0.22399178</c:v>
                </c:pt>
                <c:pt idx="870">
                  <c:v>0.21407978</c:v>
                </c:pt>
                <c:pt idx="871">
                  <c:v>0.20685577999999999</c:v>
                </c:pt>
                <c:pt idx="872">
                  <c:v>0.20162537999999999</c:v>
                </c:pt>
                <c:pt idx="873">
                  <c:v>0.19697738000000001</c:v>
                </c:pt>
                <c:pt idx="874">
                  <c:v>0.18643818000000001</c:v>
                </c:pt>
                <c:pt idx="875">
                  <c:v>0.18287658000000001</c:v>
                </c:pt>
                <c:pt idx="876">
                  <c:v>0.18376138</c:v>
                </c:pt>
                <c:pt idx="877">
                  <c:v>0.18577737999999999</c:v>
                </c:pt>
                <c:pt idx="878">
                  <c:v>0.18764777999999999</c:v>
                </c:pt>
                <c:pt idx="879">
                  <c:v>0.18712138</c:v>
                </c:pt>
                <c:pt idx="880">
                  <c:v>0.18612458000000001</c:v>
                </c:pt>
                <c:pt idx="881">
                  <c:v>0.18493738000000001</c:v>
                </c:pt>
                <c:pt idx="882">
                  <c:v>0.17860938000000001</c:v>
                </c:pt>
                <c:pt idx="883">
                  <c:v>0.17379338</c:v>
                </c:pt>
                <c:pt idx="884">
                  <c:v>0.16954858</c:v>
                </c:pt>
                <c:pt idx="885">
                  <c:v>0.16589738000000001</c:v>
                </c:pt>
                <c:pt idx="886">
                  <c:v>0.16515817999999999</c:v>
                </c:pt>
                <c:pt idx="887">
                  <c:v>0.16407178</c:v>
                </c:pt>
                <c:pt idx="888">
                  <c:v>0.16239178000000001</c:v>
                </c:pt>
                <c:pt idx="889">
                  <c:v>0.16065578</c:v>
                </c:pt>
                <c:pt idx="890">
                  <c:v>0.15830378000000001</c:v>
                </c:pt>
                <c:pt idx="891">
                  <c:v>0.15386858</c:v>
                </c:pt>
                <c:pt idx="892">
                  <c:v>0.15011658</c:v>
                </c:pt>
                <c:pt idx="893">
                  <c:v>0.14616298</c:v>
                </c:pt>
                <c:pt idx="894">
                  <c:v>0.14142537999999999</c:v>
                </c:pt>
                <c:pt idx="895">
                  <c:v>0.13937578</c:v>
                </c:pt>
                <c:pt idx="896">
                  <c:v>0.13899497999999999</c:v>
                </c:pt>
                <c:pt idx="897">
                  <c:v>0.13517578</c:v>
                </c:pt>
                <c:pt idx="898">
                  <c:v>0.13283497999999999</c:v>
                </c:pt>
                <c:pt idx="899">
                  <c:v>0.13399978000000001</c:v>
                </c:pt>
                <c:pt idx="900">
                  <c:v>0.13564618000000001</c:v>
                </c:pt>
                <c:pt idx="901">
                  <c:v>0.14014857999999999</c:v>
                </c:pt>
                <c:pt idx="902">
                  <c:v>0.14724938000000001</c:v>
                </c:pt>
                <c:pt idx="903">
                  <c:v>0.15958058</c:v>
                </c:pt>
                <c:pt idx="904">
                  <c:v>0.17744457999999999</c:v>
                </c:pt>
                <c:pt idx="905">
                  <c:v>0.19788458</c:v>
                </c:pt>
                <c:pt idx="906">
                  <c:v>0.21610698</c:v>
                </c:pt>
                <c:pt idx="907">
                  <c:v>0.23320937999999999</c:v>
                </c:pt>
                <c:pt idx="908">
                  <c:v>0.25527337999999999</c:v>
                </c:pt>
                <c:pt idx="909">
                  <c:v>0.27984618</c:v>
                </c:pt>
                <c:pt idx="910">
                  <c:v>0.30520298000000001</c:v>
                </c:pt>
                <c:pt idx="911">
                  <c:v>0.33473737999999997</c:v>
                </c:pt>
                <c:pt idx="912">
                  <c:v>0.37243658000000002</c:v>
                </c:pt>
                <c:pt idx="913">
                  <c:v>0.41750537999999998</c:v>
                </c:pt>
                <c:pt idx="914">
                  <c:v>0.45913577999999999</c:v>
                </c:pt>
                <c:pt idx="915">
                  <c:v>0.49233258000000002</c:v>
                </c:pt>
                <c:pt idx="916">
                  <c:v>0.55682218000000006</c:v>
                </c:pt>
                <c:pt idx="917">
                  <c:v>0.61918377999999996</c:v>
                </c:pt>
                <c:pt idx="918">
                  <c:v>0.67735657999999999</c:v>
                </c:pt>
                <c:pt idx="919">
                  <c:v>0.73063498000000004</c:v>
                </c:pt>
                <c:pt idx="920">
                  <c:v>0.77941097999999998</c:v>
                </c:pt>
                <c:pt idx="921">
                  <c:v>0.82841098000000002</c:v>
                </c:pt>
                <c:pt idx="922">
                  <c:v>0.88464617999999995</c:v>
                </c:pt>
                <c:pt idx="923">
                  <c:v>0.94921418000000002</c:v>
                </c:pt>
                <c:pt idx="924">
                  <c:v>1.0193709799999999</c:v>
                </c:pt>
                <c:pt idx="925">
                  <c:v>1.0899309800000001</c:v>
                </c:pt>
                <c:pt idx="926">
                  <c:v>1.1577805800000001</c:v>
                </c:pt>
                <c:pt idx="927">
                  <c:v>1.22451018</c:v>
                </c:pt>
                <c:pt idx="928">
                  <c:v>1.29154218</c:v>
                </c:pt>
                <c:pt idx="929">
                  <c:v>1.36233738</c:v>
                </c:pt>
                <c:pt idx="930">
                  <c:v>1.43958378</c:v>
                </c:pt>
                <c:pt idx="931">
                  <c:v>1.5242669799999999</c:v>
                </c:pt>
                <c:pt idx="932">
                  <c:v>1.6148861800000001</c:v>
                </c:pt>
                <c:pt idx="933">
                  <c:v>1.7078125799999999</c:v>
                </c:pt>
                <c:pt idx="934">
                  <c:v>1.7994061800000001</c:v>
                </c:pt>
                <c:pt idx="935">
                  <c:v>1.88875978</c:v>
                </c:pt>
                <c:pt idx="936">
                  <c:v>1.9667901800000001</c:v>
                </c:pt>
                <c:pt idx="937">
                  <c:v>2.0243133800000002</c:v>
                </c:pt>
                <c:pt idx="938">
                  <c:v>2.0999133799999998</c:v>
                </c:pt>
                <c:pt idx="939">
                  <c:v>2.1919213800000001</c:v>
                </c:pt>
                <c:pt idx="940">
                  <c:v>2.2801661800000002</c:v>
                </c:pt>
                <c:pt idx="941">
                  <c:v>2.3592717799999998</c:v>
                </c:pt>
                <c:pt idx="942">
                  <c:v>2.4317133800000001</c:v>
                </c:pt>
                <c:pt idx="943">
                  <c:v>2.49413098</c:v>
                </c:pt>
                <c:pt idx="944">
                  <c:v>2.55388298</c:v>
                </c:pt>
                <c:pt idx="945">
                  <c:v>2.62019818</c:v>
                </c:pt>
                <c:pt idx="946">
                  <c:v>2.6901197799999998</c:v>
                </c:pt>
                <c:pt idx="947">
                  <c:v>2.76375978</c:v>
                </c:pt>
                <c:pt idx="948">
                  <c:v>2.8362013799999999</c:v>
                </c:pt>
                <c:pt idx="949">
                  <c:v>2.8979693800000002</c:v>
                </c:pt>
                <c:pt idx="950">
                  <c:v>2.94999338</c:v>
                </c:pt>
                <c:pt idx="951">
                  <c:v>3.0037757799999998</c:v>
                </c:pt>
                <c:pt idx="952">
                  <c:v>3.0600669800000002</c:v>
                </c:pt>
                <c:pt idx="953">
                  <c:v>3.1157085800000002</c:v>
                </c:pt>
                <c:pt idx="954">
                  <c:v>3.1678445800000001</c:v>
                </c:pt>
                <c:pt idx="955">
                  <c:v>3.2145373799999999</c:v>
                </c:pt>
                <c:pt idx="956">
                  <c:v>3.2467597800000001</c:v>
                </c:pt>
                <c:pt idx="957">
                  <c:v>3.2733597799999998</c:v>
                </c:pt>
                <c:pt idx="958">
                  <c:v>3.2979101800000001</c:v>
                </c:pt>
                <c:pt idx="959">
                  <c:v>3.3282397800000001</c:v>
                </c:pt>
                <c:pt idx="960">
                  <c:v>3.3682013799999999</c:v>
                </c:pt>
                <c:pt idx="961">
                  <c:v>3.4182989799999999</c:v>
                </c:pt>
                <c:pt idx="962">
                  <c:v>3.4710509799999998</c:v>
                </c:pt>
                <c:pt idx="963">
                  <c:v>3.5297053799999998</c:v>
                </c:pt>
                <c:pt idx="964">
                  <c:v>3.5808109799999999</c:v>
                </c:pt>
                <c:pt idx="965">
                  <c:v>3.6112637799999998</c:v>
                </c:pt>
                <c:pt idx="966">
                  <c:v>3.6235389800000002</c:v>
                </c:pt>
                <c:pt idx="967">
                  <c:v>3.6293741800000001</c:v>
                </c:pt>
                <c:pt idx="968">
                  <c:v>3.6405293799999998</c:v>
                </c:pt>
                <c:pt idx="969">
                  <c:v>3.6594125800000001</c:v>
                </c:pt>
                <c:pt idx="970">
                  <c:v>3.68152138</c:v>
                </c:pt>
                <c:pt idx="971">
                  <c:v>3.70246538</c:v>
                </c:pt>
                <c:pt idx="972">
                  <c:v>3.7003261799999998</c:v>
                </c:pt>
                <c:pt idx="973">
                  <c:v>3.6709821800000002</c:v>
                </c:pt>
                <c:pt idx="974">
                  <c:v>3.6441133799999998</c:v>
                </c:pt>
                <c:pt idx="975">
                  <c:v>3.6603421799999998</c:v>
                </c:pt>
                <c:pt idx="976">
                  <c:v>3.7130045800000002</c:v>
                </c:pt>
                <c:pt idx="977">
                  <c:v>3.77579178</c:v>
                </c:pt>
                <c:pt idx="978">
                  <c:v>3.8236269799999998</c:v>
                </c:pt>
                <c:pt idx="979">
                  <c:v>3.82849898</c:v>
                </c:pt>
                <c:pt idx="980">
                  <c:v>3.80020778</c:v>
                </c:pt>
                <c:pt idx="981">
                  <c:v>3.7705837799999999</c:v>
                </c:pt>
                <c:pt idx="982">
                  <c:v>3.7555869799999999</c:v>
                </c:pt>
                <c:pt idx="983">
                  <c:v>3.7691725800000002</c:v>
                </c:pt>
                <c:pt idx="984">
                  <c:v>3.7938573799999999</c:v>
                </c:pt>
                <c:pt idx="985">
                  <c:v>3.80958218</c:v>
                </c:pt>
                <c:pt idx="986">
                  <c:v>3.7998381800000001</c:v>
                </c:pt>
                <c:pt idx="987">
                  <c:v>3.7593389799999999</c:v>
                </c:pt>
                <c:pt idx="988">
                  <c:v>3.70507498</c:v>
                </c:pt>
                <c:pt idx="989">
                  <c:v>3.6755741799999999</c:v>
                </c:pt>
                <c:pt idx="990">
                  <c:v>3.6718109800000001</c:v>
                </c:pt>
                <c:pt idx="991">
                  <c:v>3.6604093799999999</c:v>
                </c:pt>
                <c:pt idx="992">
                  <c:v>3.6234493799999998</c:v>
                </c:pt>
                <c:pt idx="993">
                  <c:v>3.5788509799999999</c:v>
                </c:pt>
                <c:pt idx="994">
                  <c:v>3.5302765800000002</c:v>
                </c:pt>
                <c:pt idx="995">
                  <c:v>3.4884557799999998</c:v>
                </c:pt>
                <c:pt idx="996">
                  <c:v>3.4457725799999999</c:v>
                </c:pt>
                <c:pt idx="997">
                  <c:v>3.3980493799999998</c:v>
                </c:pt>
                <c:pt idx="998">
                  <c:v>3.35408938</c:v>
                </c:pt>
                <c:pt idx="999">
                  <c:v>3.3418029800000002</c:v>
                </c:pt>
                <c:pt idx="1000">
                  <c:v>3.3554893799999999</c:v>
                </c:pt>
                <c:pt idx="1001">
                  <c:v>3.3605965800000002</c:v>
                </c:pt>
                <c:pt idx="1002">
                  <c:v>3.3355085799999999</c:v>
                </c:pt>
                <c:pt idx="1003">
                  <c:v>3.2881997799999998</c:v>
                </c:pt>
                <c:pt idx="1004">
                  <c:v>3.24908938</c:v>
                </c:pt>
                <c:pt idx="1005">
                  <c:v>3.2455389800000001</c:v>
                </c:pt>
                <c:pt idx="1006">
                  <c:v>3.2819165799999999</c:v>
                </c:pt>
                <c:pt idx="1007">
                  <c:v>3.3263917799999998</c:v>
                </c:pt>
                <c:pt idx="1008">
                  <c:v>3.3321037800000002</c:v>
                </c:pt>
                <c:pt idx="1009">
                  <c:v>3.2809085800000002</c:v>
                </c:pt>
                <c:pt idx="1010">
                  <c:v>3.2173709800000001</c:v>
                </c:pt>
                <c:pt idx="1011">
                  <c:v>3.1806909800000001</c:v>
                </c:pt>
                <c:pt idx="1012">
                  <c:v>3.1821917800000001</c:v>
                </c:pt>
                <c:pt idx="1013">
                  <c:v>3.2111997799999998</c:v>
                </c:pt>
                <c:pt idx="1014">
                  <c:v>3.23262538</c:v>
                </c:pt>
                <c:pt idx="1015">
                  <c:v>3.21855818</c:v>
                </c:pt>
                <c:pt idx="1016">
                  <c:v>3.1801197800000001</c:v>
                </c:pt>
                <c:pt idx="1017">
                  <c:v>3.15306058</c:v>
                </c:pt>
                <c:pt idx="1018">
                  <c:v>3.1507645800000001</c:v>
                </c:pt>
                <c:pt idx="1019">
                  <c:v>3.1584589799999998</c:v>
                </c:pt>
                <c:pt idx="1020">
                  <c:v>3.15696938</c:v>
                </c:pt>
                <c:pt idx="1021">
                  <c:v>3.1403373800000001</c:v>
                </c:pt>
                <c:pt idx="1022">
                  <c:v>3.1125277800000002</c:v>
                </c:pt>
                <c:pt idx="1023">
                  <c:v>3.0744477799999999</c:v>
                </c:pt>
                <c:pt idx="1024">
                  <c:v>3.0429533800000002</c:v>
                </c:pt>
                <c:pt idx="1025">
                  <c:v>3.0235549800000001</c:v>
                </c:pt>
                <c:pt idx="1026">
                  <c:v>2.9997101800000001</c:v>
                </c:pt>
                <c:pt idx="1027">
                  <c:v>2.9669277799999998</c:v>
                </c:pt>
                <c:pt idx="1028">
                  <c:v>2.9385581799999998</c:v>
                </c:pt>
                <c:pt idx="1029">
                  <c:v>2.91575498</c:v>
                </c:pt>
                <c:pt idx="1030">
                  <c:v>2.8435037799999998</c:v>
                </c:pt>
                <c:pt idx="1031">
                  <c:v>2.7727533800000002</c:v>
                </c:pt>
                <c:pt idx="1032">
                  <c:v>2.7216701799999998</c:v>
                </c:pt>
                <c:pt idx="1033">
                  <c:v>2.68048778</c:v>
                </c:pt>
                <c:pt idx="1034">
                  <c:v>2.62643658</c:v>
                </c:pt>
                <c:pt idx="1035">
                  <c:v>2.5589229800000002</c:v>
                </c:pt>
                <c:pt idx="1036">
                  <c:v>2.4799629799999998</c:v>
                </c:pt>
                <c:pt idx="1037">
                  <c:v>2.3994797800000001</c:v>
                </c:pt>
                <c:pt idx="1038">
                  <c:v>2.33255978</c:v>
                </c:pt>
                <c:pt idx="1039">
                  <c:v>2.2801997799999998</c:v>
                </c:pt>
                <c:pt idx="1040">
                  <c:v>2.2289149799999999</c:v>
                </c:pt>
                <c:pt idx="1041">
                  <c:v>2.1647277800000002</c:v>
                </c:pt>
                <c:pt idx="1042">
                  <c:v>2.0754637800000002</c:v>
                </c:pt>
                <c:pt idx="1043">
                  <c:v>1.9661069799999999</c:v>
                </c:pt>
                <c:pt idx="1044">
                  <c:v>1.85782538</c:v>
                </c:pt>
                <c:pt idx="1045">
                  <c:v>1.78858698</c:v>
                </c:pt>
                <c:pt idx="1046">
                  <c:v>1.75797738</c:v>
                </c:pt>
                <c:pt idx="1047">
                  <c:v>1.72706538</c:v>
                </c:pt>
                <c:pt idx="1048">
                  <c:v>1.6932861800000001</c:v>
                </c:pt>
                <c:pt idx="1049">
                  <c:v>1.64841898</c:v>
                </c:pt>
                <c:pt idx="1050">
                  <c:v>1.5847021800000001</c:v>
                </c:pt>
                <c:pt idx="1051">
                  <c:v>1.5165501800000001</c:v>
                </c:pt>
                <c:pt idx="1052">
                  <c:v>1.4469645799999999</c:v>
                </c:pt>
                <c:pt idx="1053">
                  <c:v>1.3879293800000001</c:v>
                </c:pt>
                <c:pt idx="1054">
                  <c:v>1.33468458</c:v>
                </c:pt>
                <c:pt idx="1055">
                  <c:v>1.28249258</c:v>
                </c:pt>
                <c:pt idx="1056">
                  <c:v>1.22222538</c:v>
                </c:pt>
                <c:pt idx="1057">
                  <c:v>1.1479693799999999</c:v>
                </c:pt>
                <c:pt idx="1058">
                  <c:v>1.0715517800000001</c:v>
                </c:pt>
                <c:pt idx="1059">
                  <c:v>1.0001741799999999</c:v>
                </c:pt>
                <c:pt idx="1060">
                  <c:v>0.94194538000000005</c:v>
                </c:pt>
                <c:pt idx="1061">
                  <c:v>0.89449098000000005</c:v>
                </c:pt>
                <c:pt idx="1062">
                  <c:v>0.85527978000000004</c:v>
                </c:pt>
                <c:pt idx="1063">
                  <c:v>0.82329258000000005</c:v>
                </c:pt>
                <c:pt idx="1064">
                  <c:v>0.78786697999999999</c:v>
                </c:pt>
                <c:pt idx="1065">
                  <c:v>0.74317898000000004</c:v>
                </c:pt>
                <c:pt idx="1066">
                  <c:v>0.69352937999999997</c:v>
                </c:pt>
                <c:pt idx="1067">
                  <c:v>0.64524618</c:v>
                </c:pt>
                <c:pt idx="1068">
                  <c:v>0.60079338000000004</c:v>
                </c:pt>
                <c:pt idx="1069">
                  <c:v>0.56194058000000002</c:v>
                </c:pt>
                <c:pt idx="1070">
                  <c:v>0.52568618</c:v>
                </c:pt>
                <c:pt idx="1071">
                  <c:v>0.48881577999999998</c:v>
                </c:pt>
                <c:pt idx="1072">
                  <c:v>0.45466698</c:v>
                </c:pt>
                <c:pt idx="1073">
                  <c:v>0.42043977999999999</c:v>
                </c:pt>
                <c:pt idx="1074">
                  <c:v>0.38667178000000002</c:v>
                </c:pt>
                <c:pt idx="1075">
                  <c:v>0.36003817999999999</c:v>
                </c:pt>
                <c:pt idx="1076">
                  <c:v>0.33640618</c:v>
                </c:pt>
                <c:pt idx="1077">
                  <c:v>0.31847498000000002</c:v>
                </c:pt>
                <c:pt idx="1078">
                  <c:v>0.30034218000000001</c:v>
                </c:pt>
                <c:pt idx="1079">
                  <c:v>0.28145898000000003</c:v>
                </c:pt>
                <c:pt idx="1080">
                  <c:v>0.26195977999999998</c:v>
                </c:pt>
                <c:pt idx="1081">
                  <c:v>0.24527177999999999</c:v>
                </c:pt>
                <c:pt idx="1082">
                  <c:v>0.23426217999999999</c:v>
                </c:pt>
                <c:pt idx="1083">
                  <c:v>0.22230058</c:v>
                </c:pt>
                <c:pt idx="1084">
                  <c:v>0.21013738000000001</c:v>
                </c:pt>
                <c:pt idx="1085">
                  <c:v>0.20552297999999999</c:v>
                </c:pt>
                <c:pt idx="1086">
                  <c:v>0.19862378</c:v>
                </c:pt>
                <c:pt idx="1087">
                  <c:v>0.18814058</c:v>
                </c:pt>
                <c:pt idx="1088">
                  <c:v>0.17701897999999999</c:v>
                </c:pt>
                <c:pt idx="1089">
                  <c:v>0.16640137999999999</c:v>
                </c:pt>
                <c:pt idx="1090">
                  <c:v>0.15897578000000001</c:v>
                </c:pt>
                <c:pt idx="1091">
                  <c:v>0.14966858</c:v>
                </c:pt>
                <c:pt idx="1092">
                  <c:v>0.14138058000000001</c:v>
                </c:pt>
                <c:pt idx="1093">
                  <c:v>0.13368617999999999</c:v>
                </c:pt>
                <c:pt idx="1094">
                  <c:v>0.12759338000000001</c:v>
                </c:pt>
                <c:pt idx="1095">
                  <c:v>0.12488298</c:v>
                </c:pt>
                <c:pt idx="1096">
                  <c:v>0.12894858000000001</c:v>
                </c:pt>
                <c:pt idx="1097">
                  <c:v>0.12842218</c:v>
                </c:pt>
                <c:pt idx="1098">
                  <c:v>0.12281098</c:v>
                </c:pt>
                <c:pt idx="1099">
                  <c:v>0.11831978</c:v>
                </c:pt>
                <c:pt idx="1100">
                  <c:v>0.11326857999999999</c:v>
                </c:pt>
                <c:pt idx="1101">
                  <c:v>0.11355978</c:v>
                </c:pt>
                <c:pt idx="1102">
                  <c:v>0.11108458</c:v>
                </c:pt>
                <c:pt idx="1103">
                  <c:v>0.11252938</c:v>
                </c:pt>
                <c:pt idx="1104">
                  <c:v>0.10985258000000001</c:v>
                </c:pt>
              </c:numCache>
            </c:numRef>
          </c:xVal>
          <c:yVal>
            <c:numRef>
              <c:f>[1]Sheet1!$S$2:$S$1293</c:f>
              <c:numCache>
                <c:formatCode>General</c:formatCode>
                <c:ptCount val="1292"/>
                <c:pt idx="1">
                  <c:v>71.3</c:v>
                </c:pt>
                <c:pt idx="2">
                  <c:v>71.3</c:v>
                </c:pt>
                <c:pt idx="3">
                  <c:v>71.3</c:v>
                </c:pt>
                <c:pt idx="4">
                  <c:v>71.3</c:v>
                </c:pt>
                <c:pt idx="5">
                  <c:v>71.3</c:v>
                </c:pt>
                <c:pt idx="6">
                  <c:v>71.3</c:v>
                </c:pt>
                <c:pt idx="7">
                  <c:v>71.5</c:v>
                </c:pt>
                <c:pt idx="8">
                  <c:v>71.599999999999994</c:v>
                </c:pt>
                <c:pt idx="9">
                  <c:v>71.8</c:v>
                </c:pt>
                <c:pt idx="10">
                  <c:v>71.900000000000006</c:v>
                </c:pt>
                <c:pt idx="11">
                  <c:v>72.5</c:v>
                </c:pt>
                <c:pt idx="12">
                  <c:v>72.900000000000006</c:v>
                </c:pt>
                <c:pt idx="13">
                  <c:v>73.099999999999994</c:v>
                </c:pt>
                <c:pt idx="14">
                  <c:v>73</c:v>
                </c:pt>
                <c:pt idx="15">
                  <c:v>73.2</c:v>
                </c:pt>
                <c:pt idx="16">
                  <c:v>73.3</c:v>
                </c:pt>
                <c:pt idx="17">
                  <c:v>73.400000000000006</c:v>
                </c:pt>
                <c:pt idx="18">
                  <c:v>73.5</c:v>
                </c:pt>
                <c:pt idx="19">
                  <c:v>73.400000000000006</c:v>
                </c:pt>
                <c:pt idx="20">
                  <c:v>73.400000000000006</c:v>
                </c:pt>
                <c:pt idx="21">
                  <c:v>73.5</c:v>
                </c:pt>
                <c:pt idx="22">
                  <c:v>73.600000000000009</c:v>
                </c:pt>
                <c:pt idx="23">
                  <c:v>73.7</c:v>
                </c:pt>
                <c:pt idx="24">
                  <c:v>73.7</c:v>
                </c:pt>
                <c:pt idx="25">
                  <c:v>73.7</c:v>
                </c:pt>
                <c:pt idx="26">
                  <c:v>73.7</c:v>
                </c:pt>
                <c:pt idx="27">
                  <c:v>73.7</c:v>
                </c:pt>
                <c:pt idx="28">
                  <c:v>73.7</c:v>
                </c:pt>
                <c:pt idx="29">
                  <c:v>73.8</c:v>
                </c:pt>
                <c:pt idx="30">
                  <c:v>73.7</c:v>
                </c:pt>
                <c:pt idx="31">
                  <c:v>73.7</c:v>
                </c:pt>
                <c:pt idx="32">
                  <c:v>73.8</c:v>
                </c:pt>
                <c:pt idx="33">
                  <c:v>73.8</c:v>
                </c:pt>
                <c:pt idx="34">
                  <c:v>73.8</c:v>
                </c:pt>
                <c:pt idx="35">
                  <c:v>73.8</c:v>
                </c:pt>
                <c:pt idx="36">
                  <c:v>73.8</c:v>
                </c:pt>
                <c:pt idx="37">
                  <c:v>73.7</c:v>
                </c:pt>
                <c:pt idx="38">
                  <c:v>73.8</c:v>
                </c:pt>
                <c:pt idx="39">
                  <c:v>73.899999999999991</c:v>
                </c:pt>
                <c:pt idx="40">
                  <c:v>73.899999999999991</c:v>
                </c:pt>
                <c:pt idx="41">
                  <c:v>74</c:v>
                </c:pt>
                <c:pt idx="42">
                  <c:v>74</c:v>
                </c:pt>
                <c:pt idx="43">
                  <c:v>74</c:v>
                </c:pt>
                <c:pt idx="44">
                  <c:v>74</c:v>
                </c:pt>
                <c:pt idx="45">
                  <c:v>74</c:v>
                </c:pt>
                <c:pt idx="46">
                  <c:v>74</c:v>
                </c:pt>
                <c:pt idx="47">
                  <c:v>73.8</c:v>
                </c:pt>
                <c:pt idx="48">
                  <c:v>73.8</c:v>
                </c:pt>
                <c:pt idx="49">
                  <c:v>73.8</c:v>
                </c:pt>
                <c:pt idx="50">
                  <c:v>73.8</c:v>
                </c:pt>
                <c:pt idx="51">
                  <c:v>73.7</c:v>
                </c:pt>
                <c:pt idx="52">
                  <c:v>73.8</c:v>
                </c:pt>
                <c:pt idx="53">
                  <c:v>73.7</c:v>
                </c:pt>
                <c:pt idx="54">
                  <c:v>73.7</c:v>
                </c:pt>
                <c:pt idx="55">
                  <c:v>73.600000000000009</c:v>
                </c:pt>
                <c:pt idx="56">
                  <c:v>73.600000000000009</c:v>
                </c:pt>
                <c:pt idx="57">
                  <c:v>73.400000000000006</c:v>
                </c:pt>
                <c:pt idx="58">
                  <c:v>73.400000000000006</c:v>
                </c:pt>
                <c:pt idx="59">
                  <c:v>73.3</c:v>
                </c:pt>
                <c:pt idx="60">
                  <c:v>73.3</c:v>
                </c:pt>
                <c:pt idx="61">
                  <c:v>73.2</c:v>
                </c:pt>
                <c:pt idx="62">
                  <c:v>73</c:v>
                </c:pt>
                <c:pt idx="63">
                  <c:v>73.099999999999994</c:v>
                </c:pt>
                <c:pt idx="64">
                  <c:v>73.099999999999994</c:v>
                </c:pt>
                <c:pt idx="65">
                  <c:v>72.900000000000006</c:v>
                </c:pt>
                <c:pt idx="66">
                  <c:v>72.8</c:v>
                </c:pt>
                <c:pt idx="67">
                  <c:v>72.8</c:v>
                </c:pt>
                <c:pt idx="68">
                  <c:v>72.599999999999994</c:v>
                </c:pt>
                <c:pt idx="69">
                  <c:v>72.599999999999994</c:v>
                </c:pt>
                <c:pt idx="70">
                  <c:v>72.300000000000011</c:v>
                </c:pt>
                <c:pt idx="71">
                  <c:v>72.2</c:v>
                </c:pt>
                <c:pt idx="72">
                  <c:v>71.8</c:v>
                </c:pt>
                <c:pt idx="73">
                  <c:v>72</c:v>
                </c:pt>
                <c:pt idx="74">
                  <c:v>71.900000000000006</c:v>
                </c:pt>
                <c:pt idx="75">
                  <c:v>71.900000000000006</c:v>
                </c:pt>
                <c:pt idx="76">
                  <c:v>71.900000000000006</c:v>
                </c:pt>
                <c:pt idx="77">
                  <c:v>71.599999999999994</c:v>
                </c:pt>
                <c:pt idx="78">
                  <c:v>71.5</c:v>
                </c:pt>
                <c:pt idx="79">
                  <c:v>71.7</c:v>
                </c:pt>
                <c:pt idx="80">
                  <c:v>71.399999999999991</c:v>
                </c:pt>
                <c:pt idx="81">
                  <c:v>71.5</c:v>
                </c:pt>
                <c:pt idx="82">
                  <c:v>71.3</c:v>
                </c:pt>
                <c:pt idx="83">
                  <c:v>71.3</c:v>
                </c:pt>
                <c:pt idx="84">
                  <c:v>71.2</c:v>
                </c:pt>
                <c:pt idx="85">
                  <c:v>71.2</c:v>
                </c:pt>
                <c:pt idx="86">
                  <c:v>71.2</c:v>
                </c:pt>
                <c:pt idx="87">
                  <c:v>71.3</c:v>
                </c:pt>
                <c:pt idx="88">
                  <c:v>71.5</c:v>
                </c:pt>
                <c:pt idx="89">
                  <c:v>71.399999999999991</c:v>
                </c:pt>
                <c:pt idx="90">
                  <c:v>71.399999999999991</c:v>
                </c:pt>
                <c:pt idx="91">
                  <c:v>71.5</c:v>
                </c:pt>
                <c:pt idx="92">
                  <c:v>72</c:v>
                </c:pt>
                <c:pt idx="93">
                  <c:v>72.300000000000011</c:v>
                </c:pt>
                <c:pt idx="94">
                  <c:v>72.8</c:v>
                </c:pt>
                <c:pt idx="95">
                  <c:v>72.8</c:v>
                </c:pt>
                <c:pt idx="96">
                  <c:v>73</c:v>
                </c:pt>
                <c:pt idx="97">
                  <c:v>73.2</c:v>
                </c:pt>
                <c:pt idx="98">
                  <c:v>73.2</c:v>
                </c:pt>
                <c:pt idx="99">
                  <c:v>73.3</c:v>
                </c:pt>
                <c:pt idx="100">
                  <c:v>73.2</c:v>
                </c:pt>
                <c:pt idx="101">
                  <c:v>73.400000000000006</c:v>
                </c:pt>
                <c:pt idx="102">
                  <c:v>73.600000000000009</c:v>
                </c:pt>
                <c:pt idx="103">
                  <c:v>73.5</c:v>
                </c:pt>
                <c:pt idx="104">
                  <c:v>73.600000000000009</c:v>
                </c:pt>
                <c:pt idx="105">
                  <c:v>73.7</c:v>
                </c:pt>
                <c:pt idx="106">
                  <c:v>73.7</c:v>
                </c:pt>
                <c:pt idx="107">
                  <c:v>73.600000000000009</c:v>
                </c:pt>
                <c:pt idx="108">
                  <c:v>73.5</c:v>
                </c:pt>
                <c:pt idx="109">
                  <c:v>73.600000000000009</c:v>
                </c:pt>
                <c:pt idx="110">
                  <c:v>73.7</c:v>
                </c:pt>
                <c:pt idx="111">
                  <c:v>73.8</c:v>
                </c:pt>
                <c:pt idx="112">
                  <c:v>73.8</c:v>
                </c:pt>
                <c:pt idx="113">
                  <c:v>73.8</c:v>
                </c:pt>
                <c:pt idx="114">
                  <c:v>73.600000000000009</c:v>
                </c:pt>
                <c:pt idx="115">
                  <c:v>73.600000000000009</c:v>
                </c:pt>
                <c:pt idx="116">
                  <c:v>73.8</c:v>
                </c:pt>
                <c:pt idx="117">
                  <c:v>73.7</c:v>
                </c:pt>
                <c:pt idx="118">
                  <c:v>73.7</c:v>
                </c:pt>
                <c:pt idx="119">
                  <c:v>73.600000000000009</c:v>
                </c:pt>
                <c:pt idx="120">
                  <c:v>73.5</c:v>
                </c:pt>
                <c:pt idx="121">
                  <c:v>73.7</c:v>
                </c:pt>
                <c:pt idx="122">
                  <c:v>73.8</c:v>
                </c:pt>
                <c:pt idx="123">
                  <c:v>73.8</c:v>
                </c:pt>
                <c:pt idx="124">
                  <c:v>73.7</c:v>
                </c:pt>
                <c:pt idx="125">
                  <c:v>73.8</c:v>
                </c:pt>
                <c:pt idx="126">
                  <c:v>73.899999999999991</c:v>
                </c:pt>
                <c:pt idx="127">
                  <c:v>73.899999999999991</c:v>
                </c:pt>
                <c:pt idx="128">
                  <c:v>74</c:v>
                </c:pt>
                <c:pt idx="129">
                  <c:v>73.8</c:v>
                </c:pt>
                <c:pt idx="130">
                  <c:v>73.8</c:v>
                </c:pt>
                <c:pt idx="131">
                  <c:v>73.8</c:v>
                </c:pt>
                <c:pt idx="132">
                  <c:v>73.8</c:v>
                </c:pt>
                <c:pt idx="133">
                  <c:v>73.8</c:v>
                </c:pt>
                <c:pt idx="134">
                  <c:v>73.8</c:v>
                </c:pt>
                <c:pt idx="135">
                  <c:v>73.7</c:v>
                </c:pt>
                <c:pt idx="136">
                  <c:v>73.8</c:v>
                </c:pt>
                <c:pt idx="137">
                  <c:v>73.7</c:v>
                </c:pt>
                <c:pt idx="138">
                  <c:v>73.400000000000006</c:v>
                </c:pt>
                <c:pt idx="139">
                  <c:v>73.400000000000006</c:v>
                </c:pt>
                <c:pt idx="140">
                  <c:v>73.400000000000006</c:v>
                </c:pt>
                <c:pt idx="141">
                  <c:v>73.3</c:v>
                </c:pt>
                <c:pt idx="142">
                  <c:v>73.3</c:v>
                </c:pt>
                <c:pt idx="143">
                  <c:v>73.3</c:v>
                </c:pt>
                <c:pt idx="144">
                  <c:v>72.900000000000006</c:v>
                </c:pt>
                <c:pt idx="145">
                  <c:v>72.8</c:v>
                </c:pt>
                <c:pt idx="146">
                  <c:v>72.699999999999989</c:v>
                </c:pt>
                <c:pt idx="147">
                  <c:v>72.699999999999989</c:v>
                </c:pt>
                <c:pt idx="148">
                  <c:v>72.599999999999994</c:v>
                </c:pt>
                <c:pt idx="149">
                  <c:v>72.400000000000006</c:v>
                </c:pt>
                <c:pt idx="150">
                  <c:v>72.2</c:v>
                </c:pt>
                <c:pt idx="151">
                  <c:v>71.900000000000006</c:v>
                </c:pt>
                <c:pt idx="152">
                  <c:v>71.900000000000006</c:v>
                </c:pt>
                <c:pt idx="153">
                  <c:v>71.599999999999994</c:v>
                </c:pt>
                <c:pt idx="154">
                  <c:v>71.7</c:v>
                </c:pt>
                <c:pt idx="155">
                  <c:v>71.399999999999991</c:v>
                </c:pt>
                <c:pt idx="156">
                  <c:v>71.2</c:v>
                </c:pt>
                <c:pt idx="157">
                  <c:v>71</c:v>
                </c:pt>
                <c:pt idx="158">
                  <c:v>70.900000000000006</c:v>
                </c:pt>
                <c:pt idx="159">
                  <c:v>71</c:v>
                </c:pt>
                <c:pt idx="160">
                  <c:v>70.7</c:v>
                </c:pt>
                <c:pt idx="161">
                  <c:v>70.8</c:v>
                </c:pt>
                <c:pt idx="162">
                  <c:v>70.599999999999994</c:v>
                </c:pt>
                <c:pt idx="163">
                  <c:v>70.400000000000006</c:v>
                </c:pt>
                <c:pt idx="164">
                  <c:v>70.5</c:v>
                </c:pt>
                <c:pt idx="165">
                  <c:v>70.400000000000006</c:v>
                </c:pt>
                <c:pt idx="166">
                  <c:v>70.400000000000006</c:v>
                </c:pt>
                <c:pt idx="167">
                  <c:v>70.5</c:v>
                </c:pt>
                <c:pt idx="168">
                  <c:v>70.7</c:v>
                </c:pt>
                <c:pt idx="169">
                  <c:v>70.7</c:v>
                </c:pt>
                <c:pt idx="170">
                  <c:v>71</c:v>
                </c:pt>
                <c:pt idx="171">
                  <c:v>71.399999999999991</c:v>
                </c:pt>
                <c:pt idx="172">
                  <c:v>71.5</c:v>
                </c:pt>
                <c:pt idx="173">
                  <c:v>71.900000000000006</c:v>
                </c:pt>
                <c:pt idx="174">
                  <c:v>72.2</c:v>
                </c:pt>
                <c:pt idx="175">
                  <c:v>72.5</c:v>
                </c:pt>
                <c:pt idx="176">
                  <c:v>72.699999999999989</c:v>
                </c:pt>
                <c:pt idx="177">
                  <c:v>72.8</c:v>
                </c:pt>
                <c:pt idx="178">
                  <c:v>73</c:v>
                </c:pt>
                <c:pt idx="179">
                  <c:v>73.099999999999994</c:v>
                </c:pt>
                <c:pt idx="180">
                  <c:v>73.400000000000006</c:v>
                </c:pt>
                <c:pt idx="181">
                  <c:v>73.3</c:v>
                </c:pt>
                <c:pt idx="182">
                  <c:v>73.400000000000006</c:v>
                </c:pt>
                <c:pt idx="183">
                  <c:v>73.600000000000009</c:v>
                </c:pt>
                <c:pt idx="184">
                  <c:v>73.400000000000006</c:v>
                </c:pt>
                <c:pt idx="185">
                  <c:v>73.600000000000009</c:v>
                </c:pt>
                <c:pt idx="186">
                  <c:v>73.600000000000009</c:v>
                </c:pt>
                <c:pt idx="187">
                  <c:v>73.600000000000009</c:v>
                </c:pt>
                <c:pt idx="188">
                  <c:v>73.600000000000009</c:v>
                </c:pt>
                <c:pt idx="189">
                  <c:v>73.600000000000009</c:v>
                </c:pt>
                <c:pt idx="190">
                  <c:v>73.5</c:v>
                </c:pt>
                <c:pt idx="191">
                  <c:v>73.5</c:v>
                </c:pt>
                <c:pt idx="192">
                  <c:v>73.400000000000006</c:v>
                </c:pt>
                <c:pt idx="193">
                  <c:v>73.600000000000009</c:v>
                </c:pt>
                <c:pt idx="194">
                  <c:v>73.5</c:v>
                </c:pt>
                <c:pt idx="195">
                  <c:v>73.600000000000009</c:v>
                </c:pt>
                <c:pt idx="196">
                  <c:v>73.600000000000009</c:v>
                </c:pt>
                <c:pt idx="197">
                  <c:v>73.400000000000006</c:v>
                </c:pt>
                <c:pt idx="198">
                  <c:v>73.600000000000009</c:v>
                </c:pt>
                <c:pt idx="199">
                  <c:v>73.600000000000009</c:v>
                </c:pt>
                <c:pt idx="200">
                  <c:v>73.600000000000009</c:v>
                </c:pt>
                <c:pt idx="201">
                  <c:v>73.600000000000009</c:v>
                </c:pt>
                <c:pt idx="202">
                  <c:v>73.600000000000009</c:v>
                </c:pt>
                <c:pt idx="203">
                  <c:v>73.600000000000009</c:v>
                </c:pt>
                <c:pt idx="204">
                  <c:v>73.600000000000009</c:v>
                </c:pt>
                <c:pt idx="205">
                  <c:v>73.600000000000009</c:v>
                </c:pt>
                <c:pt idx="206">
                  <c:v>73.7</c:v>
                </c:pt>
                <c:pt idx="207">
                  <c:v>73.7</c:v>
                </c:pt>
                <c:pt idx="208">
                  <c:v>73.7</c:v>
                </c:pt>
                <c:pt idx="209">
                  <c:v>73.7</c:v>
                </c:pt>
                <c:pt idx="210">
                  <c:v>73.7</c:v>
                </c:pt>
                <c:pt idx="211">
                  <c:v>73.7</c:v>
                </c:pt>
                <c:pt idx="212">
                  <c:v>73.600000000000009</c:v>
                </c:pt>
                <c:pt idx="213">
                  <c:v>73.7</c:v>
                </c:pt>
                <c:pt idx="214">
                  <c:v>73.7</c:v>
                </c:pt>
                <c:pt idx="215">
                  <c:v>73.600000000000009</c:v>
                </c:pt>
                <c:pt idx="216">
                  <c:v>73.600000000000009</c:v>
                </c:pt>
                <c:pt idx="217">
                  <c:v>73.5</c:v>
                </c:pt>
                <c:pt idx="218">
                  <c:v>73.600000000000009</c:v>
                </c:pt>
                <c:pt idx="219">
                  <c:v>73.600000000000009</c:v>
                </c:pt>
                <c:pt idx="220">
                  <c:v>73.5</c:v>
                </c:pt>
                <c:pt idx="221">
                  <c:v>73.3</c:v>
                </c:pt>
                <c:pt idx="222">
                  <c:v>73.2</c:v>
                </c:pt>
                <c:pt idx="223">
                  <c:v>73.3</c:v>
                </c:pt>
                <c:pt idx="224">
                  <c:v>73.2</c:v>
                </c:pt>
                <c:pt idx="225">
                  <c:v>73.099999999999994</c:v>
                </c:pt>
                <c:pt idx="226">
                  <c:v>73.099999999999994</c:v>
                </c:pt>
                <c:pt idx="227">
                  <c:v>73.2</c:v>
                </c:pt>
                <c:pt idx="228">
                  <c:v>73.099999999999994</c:v>
                </c:pt>
                <c:pt idx="229">
                  <c:v>72.8</c:v>
                </c:pt>
                <c:pt idx="230">
                  <c:v>72.900000000000006</c:v>
                </c:pt>
                <c:pt idx="231">
                  <c:v>72.8</c:v>
                </c:pt>
                <c:pt idx="232">
                  <c:v>72.599999999999994</c:v>
                </c:pt>
                <c:pt idx="233">
                  <c:v>72.300000000000011</c:v>
                </c:pt>
                <c:pt idx="234">
                  <c:v>72.099999999999994</c:v>
                </c:pt>
                <c:pt idx="235">
                  <c:v>71.599999999999994</c:v>
                </c:pt>
                <c:pt idx="236">
                  <c:v>71.7</c:v>
                </c:pt>
                <c:pt idx="237">
                  <c:v>71.599999999999994</c:v>
                </c:pt>
                <c:pt idx="238">
                  <c:v>71.2</c:v>
                </c:pt>
                <c:pt idx="239">
                  <c:v>71.2</c:v>
                </c:pt>
                <c:pt idx="240">
                  <c:v>71.2</c:v>
                </c:pt>
                <c:pt idx="241">
                  <c:v>71.3</c:v>
                </c:pt>
                <c:pt idx="242">
                  <c:v>71.399999999999991</c:v>
                </c:pt>
                <c:pt idx="243">
                  <c:v>71.399999999999991</c:v>
                </c:pt>
                <c:pt idx="244">
                  <c:v>71.2</c:v>
                </c:pt>
                <c:pt idx="245">
                  <c:v>71.100000000000009</c:v>
                </c:pt>
                <c:pt idx="246">
                  <c:v>71.2</c:v>
                </c:pt>
                <c:pt idx="247">
                  <c:v>71.100000000000009</c:v>
                </c:pt>
                <c:pt idx="248">
                  <c:v>71</c:v>
                </c:pt>
                <c:pt idx="249">
                  <c:v>70.900000000000006</c:v>
                </c:pt>
                <c:pt idx="250">
                  <c:v>70.900000000000006</c:v>
                </c:pt>
                <c:pt idx="251">
                  <c:v>70.8</c:v>
                </c:pt>
                <c:pt idx="252">
                  <c:v>70.8</c:v>
                </c:pt>
                <c:pt idx="253">
                  <c:v>70.900000000000006</c:v>
                </c:pt>
                <c:pt idx="254">
                  <c:v>71.100000000000009</c:v>
                </c:pt>
                <c:pt idx="255">
                  <c:v>71.100000000000009</c:v>
                </c:pt>
                <c:pt idx="256">
                  <c:v>71.599999999999994</c:v>
                </c:pt>
                <c:pt idx="257">
                  <c:v>71.7</c:v>
                </c:pt>
                <c:pt idx="258">
                  <c:v>72</c:v>
                </c:pt>
                <c:pt idx="259">
                  <c:v>72.300000000000011</c:v>
                </c:pt>
                <c:pt idx="260">
                  <c:v>72.699999999999989</c:v>
                </c:pt>
                <c:pt idx="261">
                  <c:v>73</c:v>
                </c:pt>
                <c:pt idx="262">
                  <c:v>73.3</c:v>
                </c:pt>
                <c:pt idx="263">
                  <c:v>73.2</c:v>
                </c:pt>
                <c:pt idx="264">
                  <c:v>73.400000000000006</c:v>
                </c:pt>
                <c:pt idx="265">
                  <c:v>73.5</c:v>
                </c:pt>
                <c:pt idx="266">
                  <c:v>73.600000000000009</c:v>
                </c:pt>
                <c:pt idx="267">
                  <c:v>73.600000000000009</c:v>
                </c:pt>
                <c:pt idx="268">
                  <c:v>73.8</c:v>
                </c:pt>
                <c:pt idx="269">
                  <c:v>73.600000000000009</c:v>
                </c:pt>
                <c:pt idx="270">
                  <c:v>73.600000000000009</c:v>
                </c:pt>
                <c:pt idx="271">
                  <c:v>73.8</c:v>
                </c:pt>
                <c:pt idx="272">
                  <c:v>73.8</c:v>
                </c:pt>
                <c:pt idx="273">
                  <c:v>73.899999999999991</c:v>
                </c:pt>
                <c:pt idx="274">
                  <c:v>74</c:v>
                </c:pt>
                <c:pt idx="275">
                  <c:v>73.899999999999991</c:v>
                </c:pt>
                <c:pt idx="276">
                  <c:v>73.7</c:v>
                </c:pt>
                <c:pt idx="277">
                  <c:v>73.7</c:v>
                </c:pt>
                <c:pt idx="278">
                  <c:v>73.899999999999991</c:v>
                </c:pt>
                <c:pt idx="279">
                  <c:v>73.8</c:v>
                </c:pt>
                <c:pt idx="280">
                  <c:v>73.5</c:v>
                </c:pt>
                <c:pt idx="281">
                  <c:v>73.7</c:v>
                </c:pt>
                <c:pt idx="282">
                  <c:v>73.7</c:v>
                </c:pt>
                <c:pt idx="283">
                  <c:v>73.8</c:v>
                </c:pt>
                <c:pt idx="284">
                  <c:v>73.8</c:v>
                </c:pt>
                <c:pt idx="285">
                  <c:v>73.899999999999991</c:v>
                </c:pt>
                <c:pt idx="286">
                  <c:v>73.8</c:v>
                </c:pt>
                <c:pt idx="287">
                  <c:v>73.8</c:v>
                </c:pt>
                <c:pt idx="288">
                  <c:v>73.899999999999991</c:v>
                </c:pt>
                <c:pt idx="289">
                  <c:v>73.899999999999991</c:v>
                </c:pt>
                <c:pt idx="290">
                  <c:v>73.899999999999991</c:v>
                </c:pt>
                <c:pt idx="291">
                  <c:v>73.899999999999991</c:v>
                </c:pt>
                <c:pt idx="292">
                  <c:v>73.899999999999991</c:v>
                </c:pt>
                <c:pt idx="293">
                  <c:v>73.899999999999991</c:v>
                </c:pt>
                <c:pt idx="294">
                  <c:v>74</c:v>
                </c:pt>
                <c:pt idx="295">
                  <c:v>73.899999999999991</c:v>
                </c:pt>
                <c:pt idx="296">
                  <c:v>73.899999999999991</c:v>
                </c:pt>
                <c:pt idx="297">
                  <c:v>74</c:v>
                </c:pt>
                <c:pt idx="298">
                  <c:v>73.899999999999991</c:v>
                </c:pt>
                <c:pt idx="299">
                  <c:v>73.7</c:v>
                </c:pt>
                <c:pt idx="300">
                  <c:v>73.8</c:v>
                </c:pt>
                <c:pt idx="301">
                  <c:v>73.8</c:v>
                </c:pt>
                <c:pt idx="302">
                  <c:v>73.7</c:v>
                </c:pt>
                <c:pt idx="303">
                  <c:v>73.7</c:v>
                </c:pt>
                <c:pt idx="304">
                  <c:v>73.7</c:v>
                </c:pt>
                <c:pt idx="305">
                  <c:v>73.5</c:v>
                </c:pt>
                <c:pt idx="306">
                  <c:v>73.5</c:v>
                </c:pt>
                <c:pt idx="307">
                  <c:v>73.5</c:v>
                </c:pt>
                <c:pt idx="308">
                  <c:v>73.400000000000006</c:v>
                </c:pt>
                <c:pt idx="309">
                  <c:v>73.400000000000006</c:v>
                </c:pt>
                <c:pt idx="310">
                  <c:v>73.400000000000006</c:v>
                </c:pt>
                <c:pt idx="311">
                  <c:v>73.2</c:v>
                </c:pt>
                <c:pt idx="312">
                  <c:v>73.2</c:v>
                </c:pt>
                <c:pt idx="313">
                  <c:v>73</c:v>
                </c:pt>
                <c:pt idx="314">
                  <c:v>72.699999999999989</c:v>
                </c:pt>
                <c:pt idx="315">
                  <c:v>72.400000000000006</c:v>
                </c:pt>
                <c:pt idx="316">
                  <c:v>72.300000000000011</c:v>
                </c:pt>
                <c:pt idx="317">
                  <c:v>72.2</c:v>
                </c:pt>
                <c:pt idx="318">
                  <c:v>72.099999999999994</c:v>
                </c:pt>
                <c:pt idx="319">
                  <c:v>71.900000000000006</c:v>
                </c:pt>
                <c:pt idx="320">
                  <c:v>71.8</c:v>
                </c:pt>
                <c:pt idx="321">
                  <c:v>71.5</c:v>
                </c:pt>
                <c:pt idx="322">
                  <c:v>71.5</c:v>
                </c:pt>
                <c:pt idx="323">
                  <c:v>71.399999999999991</c:v>
                </c:pt>
                <c:pt idx="324">
                  <c:v>71.399999999999991</c:v>
                </c:pt>
                <c:pt idx="325">
                  <c:v>71.2</c:v>
                </c:pt>
                <c:pt idx="326">
                  <c:v>71.2</c:v>
                </c:pt>
                <c:pt idx="327">
                  <c:v>71.100000000000009</c:v>
                </c:pt>
                <c:pt idx="328">
                  <c:v>71</c:v>
                </c:pt>
                <c:pt idx="329">
                  <c:v>71</c:v>
                </c:pt>
                <c:pt idx="330">
                  <c:v>70.7</c:v>
                </c:pt>
                <c:pt idx="331">
                  <c:v>70.8</c:v>
                </c:pt>
                <c:pt idx="332">
                  <c:v>70.599999999999994</c:v>
                </c:pt>
                <c:pt idx="333">
                  <c:v>70.599999999999994</c:v>
                </c:pt>
                <c:pt idx="334">
                  <c:v>70.599999999999994</c:v>
                </c:pt>
                <c:pt idx="335">
                  <c:v>70.7</c:v>
                </c:pt>
                <c:pt idx="336">
                  <c:v>70.900000000000006</c:v>
                </c:pt>
                <c:pt idx="337">
                  <c:v>71.2</c:v>
                </c:pt>
                <c:pt idx="338">
                  <c:v>71.5</c:v>
                </c:pt>
                <c:pt idx="339">
                  <c:v>71.599999999999994</c:v>
                </c:pt>
                <c:pt idx="340">
                  <c:v>71.900000000000006</c:v>
                </c:pt>
                <c:pt idx="341">
                  <c:v>72.300000000000011</c:v>
                </c:pt>
                <c:pt idx="342">
                  <c:v>72.5</c:v>
                </c:pt>
                <c:pt idx="343">
                  <c:v>72.599999999999994</c:v>
                </c:pt>
                <c:pt idx="344">
                  <c:v>72.8</c:v>
                </c:pt>
                <c:pt idx="345">
                  <c:v>72.900000000000006</c:v>
                </c:pt>
                <c:pt idx="346">
                  <c:v>73.099999999999994</c:v>
                </c:pt>
                <c:pt idx="347">
                  <c:v>73</c:v>
                </c:pt>
                <c:pt idx="348">
                  <c:v>73.2</c:v>
                </c:pt>
                <c:pt idx="349">
                  <c:v>73.2</c:v>
                </c:pt>
                <c:pt idx="350">
                  <c:v>73.3</c:v>
                </c:pt>
                <c:pt idx="351">
                  <c:v>73.3</c:v>
                </c:pt>
                <c:pt idx="352">
                  <c:v>73.099999999999994</c:v>
                </c:pt>
                <c:pt idx="353">
                  <c:v>73.3</c:v>
                </c:pt>
                <c:pt idx="354">
                  <c:v>73.3</c:v>
                </c:pt>
                <c:pt idx="355">
                  <c:v>73.3</c:v>
                </c:pt>
                <c:pt idx="356">
                  <c:v>73.2</c:v>
                </c:pt>
                <c:pt idx="357">
                  <c:v>73.400000000000006</c:v>
                </c:pt>
                <c:pt idx="358">
                  <c:v>73.5</c:v>
                </c:pt>
                <c:pt idx="359">
                  <c:v>73.5</c:v>
                </c:pt>
                <c:pt idx="360">
                  <c:v>73.3</c:v>
                </c:pt>
                <c:pt idx="361">
                  <c:v>73.3</c:v>
                </c:pt>
                <c:pt idx="362">
                  <c:v>73.400000000000006</c:v>
                </c:pt>
                <c:pt idx="363">
                  <c:v>73.3</c:v>
                </c:pt>
                <c:pt idx="364">
                  <c:v>73.3</c:v>
                </c:pt>
                <c:pt idx="365">
                  <c:v>73.400000000000006</c:v>
                </c:pt>
                <c:pt idx="366">
                  <c:v>73.3</c:v>
                </c:pt>
                <c:pt idx="367">
                  <c:v>73.3</c:v>
                </c:pt>
                <c:pt idx="368">
                  <c:v>73.400000000000006</c:v>
                </c:pt>
                <c:pt idx="369">
                  <c:v>73.400000000000006</c:v>
                </c:pt>
                <c:pt idx="370">
                  <c:v>73.400000000000006</c:v>
                </c:pt>
                <c:pt idx="371">
                  <c:v>73.400000000000006</c:v>
                </c:pt>
                <c:pt idx="372">
                  <c:v>73.400000000000006</c:v>
                </c:pt>
                <c:pt idx="373">
                  <c:v>73.5</c:v>
                </c:pt>
                <c:pt idx="374">
                  <c:v>73.5</c:v>
                </c:pt>
                <c:pt idx="375">
                  <c:v>73.600000000000009</c:v>
                </c:pt>
                <c:pt idx="376">
                  <c:v>73.7</c:v>
                </c:pt>
                <c:pt idx="377">
                  <c:v>73.600000000000009</c:v>
                </c:pt>
                <c:pt idx="378">
                  <c:v>73.600000000000009</c:v>
                </c:pt>
                <c:pt idx="379">
                  <c:v>73.7</c:v>
                </c:pt>
                <c:pt idx="380">
                  <c:v>73.600000000000009</c:v>
                </c:pt>
                <c:pt idx="381">
                  <c:v>73.400000000000006</c:v>
                </c:pt>
                <c:pt idx="382">
                  <c:v>73.400000000000006</c:v>
                </c:pt>
                <c:pt idx="383">
                  <c:v>73.400000000000006</c:v>
                </c:pt>
                <c:pt idx="384">
                  <c:v>73.2</c:v>
                </c:pt>
                <c:pt idx="385">
                  <c:v>73.3</c:v>
                </c:pt>
                <c:pt idx="386">
                  <c:v>73.2</c:v>
                </c:pt>
                <c:pt idx="387">
                  <c:v>73.099999999999994</c:v>
                </c:pt>
                <c:pt idx="388">
                  <c:v>73.099999999999994</c:v>
                </c:pt>
                <c:pt idx="389">
                  <c:v>72.900000000000006</c:v>
                </c:pt>
                <c:pt idx="390">
                  <c:v>72.8</c:v>
                </c:pt>
                <c:pt idx="391">
                  <c:v>72.599999999999994</c:v>
                </c:pt>
                <c:pt idx="392">
                  <c:v>72.699999999999989</c:v>
                </c:pt>
                <c:pt idx="393">
                  <c:v>72.699999999999989</c:v>
                </c:pt>
                <c:pt idx="394">
                  <c:v>72.400000000000006</c:v>
                </c:pt>
                <c:pt idx="395">
                  <c:v>72.2</c:v>
                </c:pt>
                <c:pt idx="396">
                  <c:v>72.2</c:v>
                </c:pt>
                <c:pt idx="397">
                  <c:v>72</c:v>
                </c:pt>
                <c:pt idx="398">
                  <c:v>71.8</c:v>
                </c:pt>
                <c:pt idx="399">
                  <c:v>71.5</c:v>
                </c:pt>
                <c:pt idx="400">
                  <c:v>71.2</c:v>
                </c:pt>
                <c:pt idx="401">
                  <c:v>71.100000000000009</c:v>
                </c:pt>
                <c:pt idx="402">
                  <c:v>70.900000000000006</c:v>
                </c:pt>
                <c:pt idx="403">
                  <c:v>70.599999999999994</c:v>
                </c:pt>
                <c:pt idx="404">
                  <c:v>70.5</c:v>
                </c:pt>
                <c:pt idx="405">
                  <c:v>70.599999999999994</c:v>
                </c:pt>
                <c:pt idx="406">
                  <c:v>70.5</c:v>
                </c:pt>
                <c:pt idx="407">
                  <c:v>70.5</c:v>
                </c:pt>
                <c:pt idx="408">
                  <c:v>70.5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33F-47BB-A4CE-89E18ACD8C69}"/>
            </c:ext>
          </c:extLst>
        </c:ser>
        <c:ser>
          <c:idx val="2"/>
          <c:order val="1"/>
          <c:tx>
            <c:strRef>
              <c:f>[통합.xlsx]Sheet1!$T$1</c:f>
              <c:strCache>
                <c:ptCount val="1"/>
                <c:pt idx="0">
                  <c:v>B: 90mm</c:v>
                </c:pt>
              </c:strCache>
            </c:strRef>
          </c:tx>
          <c:spPr>
            <a:ln w="508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>
                <a:solidFill>
                  <a:schemeClr val="accent6"/>
                </a:solidFill>
              </a:ln>
            </c:spPr>
          </c:marker>
          <c:xVal>
            <c:numRef>
              <c:f>[1]Sheet1!$K$2:$K$1293</c:f>
              <c:numCache>
                <c:formatCode>General</c:formatCode>
                <c:ptCount val="1292"/>
                <c:pt idx="1">
                  <c:v>0.29498858</c:v>
                </c:pt>
                <c:pt idx="2">
                  <c:v>0.29019497999999999</c:v>
                </c:pt>
                <c:pt idx="3">
                  <c:v>0.29087817999999999</c:v>
                </c:pt>
                <c:pt idx="4">
                  <c:v>0.29236778000000002</c:v>
                </c:pt>
                <c:pt idx="5">
                  <c:v>0.29523497999999998</c:v>
                </c:pt>
                <c:pt idx="6">
                  <c:v>0.30581898000000002</c:v>
                </c:pt>
                <c:pt idx="7">
                  <c:v>0.32945098</c:v>
                </c:pt>
                <c:pt idx="8">
                  <c:v>0.36328618000000001</c:v>
                </c:pt>
                <c:pt idx="9">
                  <c:v>0.40665257999999999</c:v>
                </c:pt>
                <c:pt idx="10">
                  <c:v>0.44479977999999998</c:v>
                </c:pt>
                <c:pt idx="11">
                  <c:v>0.48043817999999999</c:v>
                </c:pt>
                <c:pt idx="12">
                  <c:v>0.51421737999999995</c:v>
                </c:pt>
                <c:pt idx="13">
                  <c:v>0.54689898000000003</c:v>
                </c:pt>
                <c:pt idx="14">
                  <c:v>0.58316458000000004</c:v>
                </c:pt>
                <c:pt idx="15">
                  <c:v>0.62688938000000005</c:v>
                </c:pt>
                <c:pt idx="16">
                  <c:v>0.67947338000000002</c:v>
                </c:pt>
                <c:pt idx="17">
                  <c:v>0.74041257999999999</c:v>
                </c:pt>
                <c:pt idx="18">
                  <c:v>0.81239497999999999</c:v>
                </c:pt>
                <c:pt idx="19">
                  <c:v>0.88714378000000005</c:v>
                </c:pt>
                <c:pt idx="20">
                  <c:v>0.96480458000000002</c:v>
                </c:pt>
                <c:pt idx="21">
                  <c:v>1.0442349799999999</c:v>
                </c:pt>
                <c:pt idx="22">
                  <c:v>1.12216458</c:v>
                </c:pt>
                <c:pt idx="23">
                  <c:v>1.2020429800000001</c:v>
                </c:pt>
                <c:pt idx="24">
                  <c:v>1.28942538</c:v>
                </c:pt>
                <c:pt idx="25">
                  <c:v>1.3947165800000001</c:v>
                </c:pt>
                <c:pt idx="26">
                  <c:v>1.52680938</c:v>
                </c:pt>
                <c:pt idx="27">
                  <c:v>1.6773709800000001</c:v>
                </c:pt>
                <c:pt idx="28">
                  <c:v>1.8286941800000001</c:v>
                </c:pt>
                <c:pt idx="29">
                  <c:v>1.9643373799999999</c:v>
                </c:pt>
                <c:pt idx="30">
                  <c:v>2.0758221799999999</c:v>
                </c:pt>
                <c:pt idx="31">
                  <c:v>2.1623981799999998</c:v>
                </c:pt>
                <c:pt idx="32">
                  <c:v>2.2373149799999998</c:v>
                </c:pt>
                <c:pt idx="33">
                  <c:v>2.3132509799999998</c:v>
                </c:pt>
                <c:pt idx="34">
                  <c:v>2.3971165800000001</c:v>
                </c:pt>
                <c:pt idx="35">
                  <c:v>2.48610058</c:v>
                </c:pt>
                <c:pt idx="36">
                  <c:v>2.5762269799999999</c:v>
                </c:pt>
                <c:pt idx="37">
                  <c:v>2.65778538</c:v>
                </c:pt>
                <c:pt idx="38">
                  <c:v>2.7144461799999999</c:v>
                </c:pt>
                <c:pt idx="39">
                  <c:v>2.7487405800000002</c:v>
                </c:pt>
                <c:pt idx="40">
                  <c:v>2.7703565800000001</c:v>
                </c:pt>
                <c:pt idx="41">
                  <c:v>2.7877725799999999</c:v>
                </c:pt>
                <c:pt idx="42">
                  <c:v>2.8156157799999999</c:v>
                </c:pt>
                <c:pt idx="43">
                  <c:v>2.8454973799999999</c:v>
                </c:pt>
                <c:pt idx="44">
                  <c:v>2.8768349799999999</c:v>
                </c:pt>
                <c:pt idx="45">
                  <c:v>2.9037821799999999</c:v>
                </c:pt>
                <c:pt idx="46">
                  <c:v>2.9234045800000001</c:v>
                </c:pt>
                <c:pt idx="47">
                  <c:v>2.9296877800000001</c:v>
                </c:pt>
                <c:pt idx="48">
                  <c:v>2.9314349800000001</c:v>
                </c:pt>
                <c:pt idx="49">
                  <c:v>2.94245578</c:v>
                </c:pt>
                <c:pt idx="50">
                  <c:v>2.9804461799999999</c:v>
                </c:pt>
                <c:pt idx="51">
                  <c:v>3.03077898</c:v>
                </c:pt>
                <c:pt idx="52">
                  <c:v>3.08931018</c:v>
                </c:pt>
                <c:pt idx="53">
                  <c:v>3.1481101800000002</c:v>
                </c:pt>
                <c:pt idx="54">
                  <c:v>3.1883069800000001</c:v>
                </c:pt>
                <c:pt idx="55">
                  <c:v>3.2041437799999999</c:v>
                </c:pt>
                <c:pt idx="56">
                  <c:v>3.20278858</c:v>
                </c:pt>
                <c:pt idx="57">
                  <c:v>3.2061373799999999</c:v>
                </c:pt>
                <c:pt idx="58">
                  <c:v>3.2211005799999999</c:v>
                </c:pt>
                <c:pt idx="59">
                  <c:v>3.2489885799999998</c:v>
                </c:pt>
                <c:pt idx="60">
                  <c:v>3.2904509800000001</c:v>
                </c:pt>
                <c:pt idx="61">
                  <c:v>3.3363037800000002</c:v>
                </c:pt>
                <c:pt idx="62">
                  <c:v>3.3763773800000001</c:v>
                </c:pt>
                <c:pt idx="63">
                  <c:v>3.4006925799999999</c:v>
                </c:pt>
                <c:pt idx="64">
                  <c:v>3.4112429799999999</c:v>
                </c:pt>
                <c:pt idx="65">
                  <c:v>3.4013085799999998</c:v>
                </c:pt>
                <c:pt idx="66">
                  <c:v>3.3921245799999999</c:v>
                </c:pt>
                <c:pt idx="67">
                  <c:v>3.3872189800000001</c:v>
                </c:pt>
                <c:pt idx="68">
                  <c:v>3.38591978</c:v>
                </c:pt>
                <c:pt idx="69">
                  <c:v>3.3860205799999998</c:v>
                </c:pt>
                <c:pt idx="70">
                  <c:v>3.3906461800000001</c:v>
                </c:pt>
                <c:pt idx="71">
                  <c:v>3.39660458</c:v>
                </c:pt>
                <c:pt idx="72">
                  <c:v>3.4214461799999998</c:v>
                </c:pt>
                <c:pt idx="73">
                  <c:v>3.46242698</c:v>
                </c:pt>
                <c:pt idx="74">
                  <c:v>3.50270218</c:v>
                </c:pt>
                <c:pt idx="75">
                  <c:v>3.5248893799999998</c:v>
                </c:pt>
                <c:pt idx="76">
                  <c:v>3.52532618</c:v>
                </c:pt>
                <c:pt idx="77">
                  <c:v>3.5002381800000002</c:v>
                </c:pt>
                <c:pt idx="78">
                  <c:v>3.4641069799999999</c:v>
                </c:pt>
                <c:pt idx="79">
                  <c:v>3.4421213800000001</c:v>
                </c:pt>
                <c:pt idx="80">
                  <c:v>3.4518877799999999</c:v>
                </c:pt>
                <c:pt idx="81">
                  <c:v>3.5010109800000002</c:v>
                </c:pt>
                <c:pt idx="82">
                  <c:v>3.5456765799999999</c:v>
                </c:pt>
                <c:pt idx="83">
                  <c:v>3.54256298</c:v>
                </c:pt>
                <c:pt idx="84">
                  <c:v>3.5056477799999999</c:v>
                </c:pt>
                <c:pt idx="85">
                  <c:v>3.46075818</c:v>
                </c:pt>
                <c:pt idx="86">
                  <c:v>3.4392317800000001</c:v>
                </c:pt>
                <c:pt idx="87">
                  <c:v>3.4637597800000002</c:v>
                </c:pt>
                <c:pt idx="88">
                  <c:v>3.5041581800000001</c:v>
                </c:pt>
                <c:pt idx="89">
                  <c:v>3.5230077799999999</c:v>
                </c:pt>
                <c:pt idx="90">
                  <c:v>3.5260093800000001</c:v>
                </c:pt>
                <c:pt idx="91">
                  <c:v>3.5084253799999998</c:v>
                </c:pt>
                <c:pt idx="92">
                  <c:v>3.49210698</c:v>
                </c:pt>
                <c:pt idx="93">
                  <c:v>3.4970685800000001</c:v>
                </c:pt>
                <c:pt idx="94">
                  <c:v>3.5106317800000002</c:v>
                </c:pt>
                <c:pt idx="95">
                  <c:v>3.5232989799999999</c:v>
                </c:pt>
                <c:pt idx="96">
                  <c:v>3.5193453799999999</c:v>
                </c:pt>
                <c:pt idx="97">
                  <c:v>3.5094781799999999</c:v>
                </c:pt>
                <c:pt idx="98">
                  <c:v>3.5074397799999999</c:v>
                </c:pt>
                <c:pt idx="99">
                  <c:v>3.5064653799999999</c:v>
                </c:pt>
                <c:pt idx="100">
                  <c:v>3.4990509799999998</c:v>
                </c:pt>
                <c:pt idx="101">
                  <c:v>3.48089578</c:v>
                </c:pt>
                <c:pt idx="102">
                  <c:v>3.4680381800000002</c:v>
                </c:pt>
                <c:pt idx="103">
                  <c:v>3.47555338</c:v>
                </c:pt>
                <c:pt idx="104">
                  <c:v>3.4866077799999999</c:v>
                </c:pt>
                <c:pt idx="105">
                  <c:v>3.4948285800000001</c:v>
                </c:pt>
                <c:pt idx="106">
                  <c:v>3.4889821799999998</c:v>
                </c:pt>
                <c:pt idx="107">
                  <c:v>3.4799325799999998</c:v>
                </c:pt>
                <c:pt idx="108">
                  <c:v>3.4851293800000001</c:v>
                </c:pt>
                <c:pt idx="109">
                  <c:v>3.5063421799999999</c:v>
                </c:pt>
                <c:pt idx="110">
                  <c:v>3.5287757800000001</c:v>
                </c:pt>
                <c:pt idx="111">
                  <c:v>3.5379373799999998</c:v>
                </c:pt>
                <c:pt idx="112">
                  <c:v>3.5392365799999999</c:v>
                </c:pt>
                <c:pt idx="113">
                  <c:v>3.5184829799999999</c:v>
                </c:pt>
                <c:pt idx="114">
                  <c:v>3.48199338</c:v>
                </c:pt>
                <c:pt idx="115">
                  <c:v>3.4561885800000001</c:v>
                </c:pt>
                <c:pt idx="116">
                  <c:v>3.4757773799999998</c:v>
                </c:pt>
                <c:pt idx="117">
                  <c:v>3.51697098</c:v>
                </c:pt>
                <c:pt idx="118">
                  <c:v>3.5523181799999999</c:v>
                </c:pt>
                <c:pt idx="119">
                  <c:v>3.5670685799999999</c:v>
                </c:pt>
                <c:pt idx="120">
                  <c:v>3.5508621800000002</c:v>
                </c:pt>
                <c:pt idx="121">
                  <c:v>3.52361258</c:v>
                </c:pt>
                <c:pt idx="122">
                  <c:v>3.5193789799999999</c:v>
                </c:pt>
                <c:pt idx="123">
                  <c:v>3.53017578</c:v>
                </c:pt>
                <c:pt idx="124">
                  <c:v>3.5281261800000001</c:v>
                </c:pt>
                <c:pt idx="125">
                  <c:v>3.51582858</c:v>
                </c:pt>
                <c:pt idx="126">
                  <c:v>3.5233325799999999</c:v>
                </c:pt>
                <c:pt idx="127">
                  <c:v>3.5588813799999999</c:v>
                </c:pt>
                <c:pt idx="128">
                  <c:v>3.5953261799999998</c:v>
                </c:pt>
                <c:pt idx="129">
                  <c:v>3.5886957800000001</c:v>
                </c:pt>
                <c:pt idx="130">
                  <c:v>3.54566538</c:v>
                </c:pt>
                <c:pt idx="131">
                  <c:v>3.4915021799999999</c:v>
                </c:pt>
                <c:pt idx="132">
                  <c:v>3.4607357799999998</c:v>
                </c:pt>
                <c:pt idx="133">
                  <c:v>3.4765389799999999</c:v>
                </c:pt>
                <c:pt idx="134">
                  <c:v>3.5143949800000001</c:v>
                </c:pt>
                <c:pt idx="135">
                  <c:v>3.5376573800000002</c:v>
                </c:pt>
                <c:pt idx="136">
                  <c:v>3.5131853799999999</c:v>
                </c:pt>
                <c:pt idx="137">
                  <c:v>3.4594029800000001</c:v>
                </c:pt>
                <c:pt idx="138">
                  <c:v>3.4130797799999999</c:v>
                </c:pt>
                <c:pt idx="139">
                  <c:v>3.41498378</c:v>
                </c:pt>
                <c:pt idx="140">
                  <c:v>3.4474973800000002</c:v>
                </c:pt>
                <c:pt idx="141">
                  <c:v>3.4496589800000002</c:v>
                </c:pt>
                <c:pt idx="142">
                  <c:v>3.4322877799999998</c:v>
                </c:pt>
                <c:pt idx="143">
                  <c:v>3.4071437800000002</c:v>
                </c:pt>
                <c:pt idx="144">
                  <c:v>3.36110058</c:v>
                </c:pt>
                <c:pt idx="145">
                  <c:v>3.2919965800000002</c:v>
                </c:pt>
                <c:pt idx="146">
                  <c:v>3.2192749799999998</c:v>
                </c:pt>
                <c:pt idx="147">
                  <c:v>3.1591533799999998</c:v>
                </c:pt>
                <c:pt idx="148">
                  <c:v>3.1140173799999999</c:v>
                </c:pt>
                <c:pt idx="149">
                  <c:v>3.0618253800000002</c:v>
                </c:pt>
                <c:pt idx="150">
                  <c:v>3.00106538</c:v>
                </c:pt>
                <c:pt idx="151">
                  <c:v>2.94159338</c:v>
                </c:pt>
                <c:pt idx="152">
                  <c:v>2.8860861799999999</c:v>
                </c:pt>
                <c:pt idx="153">
                  <c:v>2.8294925800000001</c:v>
                </c:pt>
                <c:pt idx="154">
                  <c:v>2.77211498</c:v>
                </c:pt>
                <c:pt idx="155">
                  <c:v>2.71325898</c:v>
                </c:pt>
                <c:pt idx="156">
                  <c:v>2.6440989799999999</c:v>
                </c:pt>
                <c:pt idx="157">
                  <c:v>2.5749501800000001</c:v>
                </c:pt>
                <c:pt idx="158">
                  <c:v>2.4944893800000001</c:v>
                </c:pt>
                <c:pt idx="159">
                  <c:v>2.4173213800000002</c:v>
                </c:pt>
                <c:pt idx="160">
                  <c:v>2.3621613799999999</c:v>
                </c:pt>
                <c:pt idx="161">
                  <c:v>2.33263818</c:v>
                </c:pt>
                <c:pt idx="162">
                  <c:v>2.3109213799999999</c:v>
                </c:pt>
                <c:pt idx="163">
                  <c:v>2.2719005800000001</c:v>
                </c:pt>
                <c:pt idx="164">
                  <c:v>2.2111517799999998</c:v>
                </c:pt>
                <c:pt idx="165">
                  <c:v>2.14102858</c:v>
                </c:pt>
                <c:pt idx="166">
                  <c:v>2.0726189800000001</c:v>
                </c:pt>
                <c:pt idx="167">
                  <c:v>2.0181197800000001</c:v>
                </c:pt>
                <c:pt idx="168">
                  <c:v>1.9834333799999999</c:v>
                </c:pt>
                <c:pt idx="169">
                  <c:v>1.9539437799999999</c:v>
                </c:pt>
                <c:pt idx="170">
                  <c:v>1.9280605799999999</c:v>
                </c:pt>
                <c:pt idx="171">
                  <c:v>1.9011357799999999</c:v>
                </c:pt>
                <c:pt idx="172">
                  <c:v>1.8671101800000001</c:v>
                </c:pt>
                <c:pt idx="173">
                  <c:v>1.82095498</c:v>
                </c:pt>
                <c:pt idx="174">
                  <c:v>1.7656941799999999</c:v>
                </c:pt>
                <c:pt idx="175">
                  <c:v>1.7042285800000001</c:v>
                </c:pt>
                <c:pt idx="176">
                  <c:v>1.6363453800000001</c:v>
                </c:pt>
                <c:pt idx="177">
                  <c:v>1.5711613799999999</c:v>
                </c:pt>
                <c:pt idx="178">
                  <c:v>1.51694218</c:v>
                </c:pt>
                <c:pt idx="179">
                  <c:v>1.47082058</c:v>
                </c:pt>
                <c:pt idx="180">
                  <c:v>1.43578698</c:v>
                </c:pt>
                <c:pt idx="181">
                  <c:v>1.40348618</c:v>
                </c:pt>
                <c:pt idx="182">
                  <c:v>1.36556298</c:v>
                </c:pt>
                <c:pt idx="183">
                  <c:v>1.3200797799999999</c:v>
                </c:pt>
                <c:pt idx="184">
                  <c:v>1.26922058</c:v>
                </c:pt>
                <c:pt idx="185">
                  <c:v>1.20956938</c:v>
                </c:pt>
                <c:pt idx="186">
                  <c:v>1.1462445800000001</c:v>
                </c:pt>
                <c:pt idx="187">
                  <c:v>1.08619018</c:v>
                </c:pt>
                <c:pt idx="188">
                  <c:v>1.03101898</c:v>
                </c:pt>
                <c:pt idx="189">
                  <c:v>0.97741577999999996</c:v>
                </c:pt>
                <c:pt idx="190">
                  <c:v>0.91984778</c:v>
                </c:pt>
                <c:pt idx="191">
                  <c:v>0.86232458000000001</c:v>
                </c:pt>
                <c:pt idx="192">
                  <c:v>0.80907978000000003</c:v>
                </c:pt>
                <c:pt idx="193">
                  <c:v>0.76163658000000001</c:v>
                </c:pt>
                <c:pt idx="194">
                  <c:v>0.71741898000000004</c:v>
                </c:pt>
                <c:pt idx="195">
                  <c:v>0.67848777999999998</c:v>
                </c:pt>
                <c:pt idx="196">
                  <c:v>0.64175177999999999</c:v>
                </c:pt>
                <c:pt idx="197">
                  <c:v>0.60659498000000001</c:v>
                </c:pt>
                <c:pt idx="198">
                  <c:v>0.57889738000000002</c:v>
                </c:pt>
                <c:pt idx="199">
                  <c:v>0.55778538</c:v>
                </c:pt>
                <c:pt idx="200">
                  <c:v>0.54654058000000005</c:v>
                </c:pt>
                <c:pt idx="201">
                  <c:v>0.54444618</c:v>
                </c:pt>
                <c:pt idx="202">
                  <c:v>0.55355178000000005</c:v>
                </c:pt>
                <c:pt idx="203">
                  <c:v>0.56988137999999999</c:v>
                </c:pt>
                <c:pt idx="204">
                  <c:v>0.59233738000000002</c:v>
                </c:pt>
                <c:pt idx="205">
                  <c:v>0.60238378000000004</c:v>
                </c:pt>
                <c:pt idx="206">
                  <c:v>0.59121738000000001</c:v>
                </c:pt>
                <c:pt idx="207">
                  <c:v>0.56021578000000005</c:v>
                </c:pt>
                <c:pt idx="208">
                  <c:v>0.53955178000000004</c:v>
                </c:pt>
                <c:pt idx="209">
                  <c:v>0.53223818000000001</c:v>
                </c:pt>
                <c:pt idx="210">
                  <c:v>0.52069098000000003</c:v>
                </c:pt>
                <c:pt idx="211">
                  <c:v>0.51021897999999999</c:v>
                </c:pt>
                <c:pt idx="212">
                  <c:v>0.50275977999999999</c:v>
                </c:pt>
                <c:pt idx="213">
                  <c:v>0.49213098</c:v>
                </c:pt>
                <c:pt idx="214">
                  <c:v>0.47536457999999998</c:v>
                </c:pt>
                <c:pt idx="215">
                  <c:v>0.46399657999999999</c:v>
                </c:pt>
                <c:pt idx="216">
                  <c:v>0.45352458000000001</c:v>
                </c:pt>
                <c:pt idx="217">
                  <c:v>0.44263817999999999</c:v>
                </c:pt>
                <c:pt idx="218">
                  <c:v>0.43763178000000003</c:v>
                </c:pt>
                <c:pt idx="219">
                  <c:v>0.43926697999999997</c:v>
                </c:pt>
                <c:pt idx="220">
                  <c:v>0.43690378000000002</c:v>
                </c:pt>
                <c:pt idx="221">
                  <c:v>0.43168457999999998</c:v>
                </c:pt>
                <c:pt idx="222">
                  <c:v>0.42628618000000001</c:v>
                </c:pt>
                <c:pt idx="223">
                  <c:v>0.42027177999999998</c:v>
                </c:pt>
                <c:pt idx="224">
                  <c:v>0.41508618000000003</c:v>
                </c:pt>
                <c:pt idx="225">
                  <c:v>0.41052778000000001</c:v>
                </c:pt>
                <c:pt idx="226">
                  <c:v>0.40917258000000001</c:v>
                </c:pt>
                <c:pt idx="227">
                  <c:v>0.41287977999999997</c:v>
                </c:pt>
                <c:pt idx="228">
                  <c:v>0.42027177999999998</c:v>
                </c:pt>
                <c:pt idx="229">
                  <c:v>0.42862697999999999</c:v>
                </c:pt>
                <c:pt idx="230">
                  <c:v>0.44075658000000001</c:v>
                </c:pt>
                <c:pt idx="231">
                  <c:v>0.45022057999999998</c:v>
                </c:pt>
                <c:pt idx="232">
                  <c:v>0.45023178000000003</c:v>
                </c:pt>
                <c:pt idx="233">
                  <c:v>0.44449738</c:v>
                </c:pt>
                <c:pt idx="234">
                  <c:v>0.43573898</c:v>
                </c:pt>
                <c:pt idx="235">
                  <c:v>0.43146057999999998</c:v>
                </c:pt>
                <c:pt idx="236">
                  <c:v>0.43288297999999997</c:v>
                </c:pt>
                <c:pt idx="237">
                  <c:v>0.44014058</c:v>
                </c:pt>
                <c:pt idx="238">
                  <c:v>0.44785738000000003</c:v>
                </c:pt>
                <c:pt idx="239">
                  <c:v>0.45704138</c:v>
                </c:pt>
                <c:pt idx="240">
                  <c:v>0.46575497999999999</c:v>
                </c:pt>
                <c:pt idx="241">
                  <c:v>0.47462537999999999</c:v>
                </c:pt>
                <c:pt idx="242">
                  <c:v>0.48513097999999999</c:v>
                </c:pt>
                <c:pt idx="243">
                  <c:v>0.49518857999999999</c:v>
                </c:pt>
                <c:pt idx="244">
                  <c:v>0.50751977999999998</c:v>
                </c:pt>
                <c:pt idx="245">
                  <c:v>0.52607817999999995</c:v>
                </c:pt>
                <c:pt idx="246">
                  <c:v>0.54894858000000002</c:v>
                </c:pt>
                <c:pt idx="247">
                  <c:v>0.56950058000000003</c:v>
                </c:pt>
                <c:pt idx="248">
                  <c:v>0.59427498000000001</c:v>
                </c:pt>
                <c:pt idx="249">
                  <c:v>0.63136937999999998</c:v>
                </c:pt>
                <c:pt idx="250">
                  <c:v>0.67155498000000002</c:v>
                </c:pt>
                <c:pt idx="251">
                  <c:v>0.71137097999999999</c:v>
                </c:pt>
                <c:pt idx="252">
                  <c:v>0.75978858000000005</c:v>
                </c:pt>
                <c:pt idx="253">
                  <c:v>0.81321257999999996</c:v>
                </c:pt>
                <c:pt idx="254">
                  <c:v>0.87911338000000006</c:v>
                </c:pt>
                <c:pt idx="255">
                  <c:v>0.95143177999999995</c:v>
                </c:pt>
                <c:pt idx="256">
                  <c:v>1.02574378</c:v>
                </c:pt>
                <c:pt idx="257">
                  <c:v>1.0951837799999999</c:v>
                </c:pt>
                <c:pt idx="258">
                  <c:v>1.16491498</c:v>
                </c:pt>
                <c:pt idx="259">
                  <c:v>1.23217098</c:v>
                </c:pt>
                <c:pt idx="260">
                  <c:v>1.2930429800000001</c:v>
                </c:pt>
                <c:pt idx="261">
                  <c:v>1.3515069799999999</c:v>
                </c:pt>
                <c:pt idx="262">
                  <c:v>1.40754058</c:v>
                </c:pt>
                <c:pt idx="263">
                  <c:v>1.47946698</c:v>
                </c:pt>
                <c:pt idx="264">
                  <c:v>1.56903338</c:v>
                </c:pt>
                <c:pt idx="265">
                  <c:v>1.6693965799999999</c:v>
                </c:pt>
                <c:pt idx="266">
                  <c:v>1.77589738</c:v>
                </c:pt>
                <c:pt idx="267">
                  <c:v>1.8875277800000001</c:v>
                </c:pt>
                <c:pt idx="268">
                  <c:v>2.0018797799999999</c:v>
                </c:pt>
                <c:pt idx="269">
                  <c:v>2.1044829799999998</c:v>
                </c:pt>
                <c:pt idx="270">
                  <c:v>2.1961661800000001</c:v>
                </c:pt>
                <c:pt idx="271">
                  <c:v>2.27654858</c:v>
                </c:pt>
                <c:pt idx="272">
                  <c:v>2.3458765800000001</c:v>
                </c:pt>
                <c:pt idx="273">
                  <c:v>2.4138157800000002</c:v>
                </c:pt>
                <c:pt idx="274">
                  <c:v>2.4802653800000001</c:v>
                </c:pt>
                <c:pt idx="275">
                  <c:v>2.5456845800000001</c:v>
                </c:pt>
                <c:pt idx="276">
                  <c:v>2.6127165799999998</c:v>
                </c:pt>
                <c:pt idx="277">
                  <c:v>2.67844938</c:v>
                </c:pt>
                <c:pt idx="278">
                  <c:v>2.7400829799999999</c:v>
                </c:pt>
                <c:pt idx="279">
                  <c:v>2.78785098</c:v>
                </c:pt>
                <c:pt idx="280">
                  <c:v>2.8189309800000002</c:v>
                </c:pt>
                <c:pt idx="281">
                  <c:v>2.8442765799999998</c:v>
                </c:pt>
                <c:pt idx="282">
                  <c:v>2.8693533800000002</c:v>
                </c:pt>
                <c:pt idx="283">
                  <c:v>2.9000861800000002</c:v>
                </c:pt>
                <c:pt idx="284">
                  <c:v>2.93532138</c:v>
                </c:pt>
                <c:pt idx="285">
                  <c:v>2.9764701800000002</c:v>
                </c:pt>
                <c:pt idx="286">
                  <c:v>3.0246861799999998</c:v>
                </c:pt>
                <c:pt idx="287">
                  <c:v>3.0751757799999999</c:v>
                </c:pt>
                <c:pt idx="288">
                  <c:v>3.11934858</c:v>
                </c:pt>
                <c:pt idx="289">
                  <c:v>3.14152458</c:v>
                </c:pt>
                <c:pt idx="290">
                  <c:v>3.14597098</c:v>
                </c:pt>
                <c:pt idx="291">
                  <c:v>3.1495213799999999</c:v>
                </c:pt>
                <c:pt idx="292">
                  <c:v>3.1639133799999999</c:v>
                </c:pt>
                <c:pt idx="293">
                  <c:v>3.19251818</c:v>
                </c:pt>
                <c:pt idx="294">
                  <c:v>3.2213805799999999</c:v>
                </c:pt>
                <c:pt idx="295">
                  <c:v>3.24240298</c:v>
                </c:pt>
                <c:pt idx="296">
                  <c:v>3.25291978</c:v>
                </c:pt>
                <c:pt idx="297">
                  <c:v>3.2599869799999999</c:v>
                </c:pt>
                <c:pt idx="298">
                  <c:v>3.26780458</c:v>
                </c:pt>
                <c:pt idx="299">
                  <c:v>3.2817149799999998</c:v>
                </c:pt>
                <c:pt idx="300">
                  <c:v>3.2986717799999998</c:v>
                </c:pt>
                <c:pt idx="301">
                  <c:v>3.3215421799999998</c:v>
                </c:pt>
                <c:pt idx="302">
                  <c:v>3.3471677799999999</c:v>
                </c:pt>
                <c:pt idx="303">
                  <c:v>3.35702378</c:v>
                </c:pt>
                <c:pt idx="304">
                  <c:v>3.3550749799999999</c:v>
                </c:pt>
                <c:pt idx="305">
                  <c:v>3.3561053799999998</c:v>
                </c:pt>
                <c:pt idx="306">
                  <c:v>3.35958858</c:v>
                </c:pt>
                <c:pt idx="307">
                  <c:v>3.3652109800000001</c:v>
                </c:pt>
                <c:pt idx="308">
                  <c:v>3.3746189800000002</c:v>
                </c:pt>
                <c:pt idx="309">
                  <c:v>3.3870173800000001</c:v>
                </c:pt>
                <c:pt idx="310">
                  <c:v>3.3947789799999999</c:v>
                </c:pt>
                <c:pt idx="311">
                  <c:v>3.38906698</c:v>
                </c:pt>
                <c:pt idx="312">
                  <c:v>3.3827277800000002</c:v>
                </c:pt>
                <c:pt idx="313">
                  <c:v>3.3827277800000002</c:v>
                </c:pt>
                <c:pt idx="314">
                  <c:v>3.39056778</c:v>
                </c:pt>
                <c:pt idx="315">
                  <c:v>3.3997293800000001</c:v>
                </c:pt>
                <c:pt idx="316">
                  <c:v>3.4070317800000001</c:v>
                </c:pt>
                <c:pt idx="317">
                  <c:v>3.4069085800000001</c:v>
                </c:pt>
                <c:pt idx="318">
                  <c:v>3.3978589800000001</c:v>
                </c:pt>
                <c:pt idx="319">
                  <c:v>3.3969965800000002</c:v>
                </c:pt>
                <c:pt idx="320">
                  <c:v>3.4081629800000002</c:v>
                </c:pt>
                <c:pt idx="321">
                  <c:v>3.42363018</c:v>
                </c:pt>
                <c:pt idx="322">
                  <c:v>3.42945418</c:v>
                </c:pt>
                <c:pt idx="323">
                  <c:v>3.42081898</c:v>
                </c:pt>
                <c:pt idx="324">
                  <c:v>3.3976909800000001</c:v>
                </c:pt>
                <c:pt idx="325">
                  <c:v>3.3732525799999999</c:v>
                </c:pt>
                <c:pt idx="326">
                  <c:v>3.3741373800000001</c:v>
                </c:pt>
                <c:pt idx="327">
                  <c:v>3.3915757800000002</c:v>
                </c:pt>
                <c:pt idx="328">
                  <c:v>3.4240557800000002</c:v>
                </c:pt>
                <c:pt idx="329">
                  <c:v>3.4434877799999999</c:v>
                </c:pt>
                <c:pt idx="330">
                  <c:v>3.4241229799999999</c:v>
                </c:pt>
                <c:pt idx="331">
                  <c:v>3.3806109800000002</c:v>
                </c:pt>
                <c:pt idx="332">
                  <c:v>3.3537309799999999</c:v>
                </c:pt>
                <c:pt idx="333">
                  <c:v>3.3480861800000001</c:v>
                </c:pt>
                <c:pt idx="334">
                  <c:v>3.3677533799999999</c:v>
                </c:pt>
                <c:pt idx="335">
                  <c:v>3.4006477799999999</c:v>
                </c:pt>
                <c:pt idx="336">
                  <c:v>3.4271469799999998</c:v>
                </c:pt>
                <c:pt idx="337">
                  <c:v>3.4287485800000002</c:v>
                </c:pt>
                <c:pt idx="338">
                  <c:v>3.4028877799999999</c:v>
                </c:pt>
                <c:pt idx="339">
                  <c:v>3.38628938</c:v>
                </c:pt>
                <c:pt idx="340">
                  <c:v>3.3972429800000001</c:v>
                </c:pt>
                <c:pt idx="341">
                  <c:v>3.4150845799999998</c:v>
                </c:pt>
                <c:pt idx="342">
                  <c:v>3.4336429800000001</c:v>
                </c:pt>
                <c:pt idx="343">
                  <c:v>3.4515965799999999</c:v>
                </c:pt>
                <c:pt idx="344">
                  <c:v>3.4684861800000002</c:v>
                </c:pt>
                <c:pt idx="345">
                  <c:v>3.4805037799999998</c:v>
                </c:pt>
                <c:pt idx="346">
                  <c:v>3.47087178</c:v>
                </c:pt>
                <c:pt idx="347">
                  <c:v>3.44889738</c:v>
                </c:pt>
                <c:pt idx="348">
                  <c:v>3.4338333799999998</c:v>
                </c:pt>
                <c:pt idx="349">
                  <c:v>3.43708138</c:v>
                </c:pt>
                <c:pt idx="350">
                  <c:v>3.4524925799999999</c:v>
                </c:pt>
                <c:pt idx="351">
                  <c:v>3.47087178</c:v>
                </c:pt>
                <c:pt idx="352">
                  <c:v>3.47428778</c:v>
                </c:pt>
                <c:pt idx="353">
                  <c:v>3.46687338</c:v>
                </c:pt>
                <c:pt idx="354">
                  <c:v>3.4706701799999999</c:v>
                </c:pt>
                <c:pt idx="355">
                  <c:v>3.4721261800000001</c:v>
                </c:pt>
                <c:pt idx="356">
                  <c:v>3.4713085800000001</c:v>
                </c:pt>
                <c:pt idx="357">
                  <c:v>3.47102858</c:v>
                </c:pt>
                <c:pt idx="358">
                  <c:v>3.4667613799999999</c:v>
                </c:pt>
                <c:pt idx="359">
                  <c:v>3.4562669800000001</c:v>
                </c:pt>
                <c:pt idx="360">
                  <c:v>3.4464669799999998</c:v>
                </c:pt>
                <c:pt idx="361">
                  <c:v>3.44571658</c:v>
                </c:pt>
                <c:pt idx="362">
                  <c:v>3.4607693799999999</c:v>
                </c:pt>
                <c:pt idx="363">
                  <c:v>3.4734477799999999</c:v>
                </c:pt>
                <c:pt idx="364">
                  <c:v>3.4816237800000001</c:v>
                </c:pt>
                <c:pt idx="365">
                  <c:v>3.4817693799999998</c:v>
                </c:pt>
                <c:pt idx="366">
                  <c:v>3.4620797799999998</c:v>
                </c:pt>
                <c:pt idx="367">
                  <c:v>3.4427933799999999</c:v>
                </c:pt>
                <c:pt idx="368">
                  <c:v>3.44017258</c:v>
                </c:pt>
                <c:pt idx="369">
                  <c:v>3.4543517800000001</c:v>
                </c:pt>
                <c:pt idx="370">
                  <c:v>3.4724285799999999</c:v>
                </c:pt>
                <c:pt idx="371">
                  <c:v>3.48521898</c:v>
                </c:pt>
                <c:pt idx="372">
                  <c:v>3.4922525800000002</c:v>
                </c:pt>
                <c:pt idx="373">
                  <c:v>3.4921629799999998</c:v>
                </c:pt>
                <c:pt idx="374">
                  <c:v>3.4871229800000001</c:v>
                </c:pt>
                <c:pt idx="375">
                  <c:v>3.4981437799999999</c:v>
                </c:pt>
                <c:pt idx="376">
                  <c:v>3.51896458</c:v>
                </c:pt>
                <c:pt idx="377">
                  <c:v>3.52935818</c:v>
                </c:pt>
                <c:pt idx="378">
                  <c:v>3.52279498</c:v>
                </c:pt>
                <c:pt idx="379">
                  <c:v>3.4997453799999998</c:v>
                </c:pt>
                <c:pt idx="380">
                  <c:v>3.4830013800000001</c:v>
                </c:pt>
                <c:pt idx="381">
                  <c:v>3.4720701799999998</c:v>
                </c:pt>
                <c:pt idx="382">
                  <c:v>3.4642749799999999</c:v>
                </c:pt>
                <c:pt idx="383">
                  <c:v>3.4625389800000002</c:v>
                </c:pt>
                <c:pt idx="384">
                  <c:v>3.47383978</c:v>
                </c:pt>
                <c:pt idx="385">
                  <c:v>3.49504138</c:v>
                </c:pt>
                <c:pt idx="386">
                  <c:v>3.52328778</c:v>
                </c:pt>
                <c:pt idx="387">
                  <c:v>3.5542109800000001</c:v>
                </c:pt>
                <c:pt idx="388">
                  <c:v>3.5535837799999999</c:v>
                </c:pt>
                <c:pt idx="389">
                  <c:v>3.53266218</c:v>
                </c:pt>
                <c:pt idx="390">
                  <c:v>3.50409098</c:v>
                </c:pt>
                <c:pt idx="391">
                  <c:v>3.47131978</c:v>
                </c:pt>
                <c:pt idx="392">
                  <c:v>3.4430845799999998</c:v>
                </c:pt>
                <c:pt idx="393">
                  <c:v>3.4387613799999999</c:v>
                </c:pt>
                <c:pt idx="394">
                  <c:v>3.4355021799999998</c:v>
                </c:pt>
                <c:pt idx="395">
                  <c:v>3.3921917800000001</c:v>
                </c:pt>
                <c:pt idx="396">
                  <c:v>3.3004413800000001</c:v>
                </c:pt>
                <c:pt idx="397">
                  <c:v>3.1906589799999998</c:v>
                </c:pt>
                <c:pt idx="398">
                  <c:v>3.0981917800000001</c:v>
                </c:pt>
                <c:pt idx="399">
                  <c:v>3.01839178</c:v>
                </c:pt>
                <c:pt idx="400">
                  <c:v>2.9355005799999998</c:v>
                </c:pt>
                <c:pt idx="401">
                  <c:v>2.8577277799999998</c:v>
                </c:pt>
                <c:pt idx="402">
                  <c:v>2.7878397800000001</c:v>
                </c:pt>
                <c:pt idx="403">
                  <c:v>2.7296669800000002</c:v>
                </c:pt>
                <c:pt idx="404">
                  <c:v>2.6811261800000001</c:v>
                </c:pt>
                <c:pt idx="405">
                  <c:v>2.6375469800000002</c:v>
                </c:pt>
                <c:pt idx="406">
                  <c:v>2.5922317800000001</c:v>
                </c:pt>
                <c:pt idx="407">
                  <c:v>2.54691658</c:v>
                </c:pt>
                <c:pt idx="408">
                  <c:v>2.4979389799999998</c:v>
                </c:pt>
                <c:pt idx="409">
                  <c:v>2.4419725799999998</c:v>
                </c:pt>
                <c:pt idx="410">
                  <c:v>2.38835818</c:v>
                </c:pt>
                <c:pt idx="411">
                  <c:v>2.3396381800000001</c:v>
                </c:pt>
                <c:pt idx="412">
                  <c:v>2.2956781799999999</c:v>
                </c:pt>
                <c:pt idx="413">
                  <c:v>2.2653261800000002</c:v>
                </c:pt>
                <c:pt idx="414">
                  <c:v>2.2453117800000002</c:v>
                </c:pt>
                <c:pt idx="415">
                  <c:v>2.22544298</c:v>
                </c:pt>
                <c:pt idx="416">
                  <c:v>2.1874637799999999</c:v>
                </c:pt>
                <c:pt idx="417">
                  <c:v>2.12835018</c:v>
                </c:pt>
                <c:pt idx="418">
                  <c:v>2.0638717799999999</c:v>
                </c:pt>
                <c:pt idx="419">
                  <c:v>1.9975341799999999</c:v>
                </c:pt>
                <c:pt idx="420">
                  <c:v>1.9414109799999999</c:v>
                </c:pt>
                <c:pt idx="421">
                  <c:v>1.8920749800000001</c:v>
                </c:pt>
                <c:pt idx="422">
                  <c:v>1.8528189799999999</c:v>
                </c:pt>
                <c:pt idx="423">
                  <c:v>1.81583658</c:v>
                </c:pt>
                <c:pt idx="424">
                  <c:v>1.7739261799999999</c:v>
                </c:pt>
                <c:pt idx="425">
                  <c:v>1.7150141800000001</c:v>
                </c:pt>
                <c:pt idx="426">
                  <c:v>1.6414525799999999</c:v>
                </c:pt>
                <c:pt idx="427">
                  <c:v>1.5630525799999999</c:v>
                </c:pt>
                <c:pt idx="428">
                  <c:v>1.48707178</c:v>
                </c:pt>
                <c:pt idx="429">
                  <c:v>1.4134653800000001</c:v>
                </c:pt>
                <c:pt idx="430">
                  <c:v>1.3516749800000001</c:v>
                </c:pt>
                <c:pt idx="431">
                  <c:v>1.30148778</c:v>
                </c:pt>
                <c:pt idx="432">
                  <c:v>1.25884938</c:v>
                </c:pt>
                <c:pt idx="433">
                  <c:v>1.21913418</c:v>
                </c:pt>
                <c:pt idx="434">
                  <c:v>1.18097578</c:v>
                </c:pt>
                <c:pt idx="435">
                  <c:v>1.1434445799999999</c:v>
                </c:pt>
                <c:pt idx="436">
                  <c:v>1.10663018</c:v>
                </c:pt>
                <c:pt idx="437">
                  <c:v>1.0683709800000001</c:v>
                </c:pt>
                <c:pt idx="438">
                  <c:v>1.03193738</c:v>
                </c:pt>
                <c:pt idx="439">
                  <c:v>0.99505577999999995</c:v>
                </c:pt>
                <c:pt idx="440">
                  <c:v>0.95995498000000001</c:v>
                </c:pt>
                <c:pt idx="441">
                  <c:v>0.91908617999999997</c:v>
                </c:pt>
                <c:pt idx="442">
                  <c:v>0.87625737999999997</c:v>
                </c:pt>
                <c:pt idx="443">
                  <c:v>0.84280297999999998</c:v>
                </c:pt>
                <c:pt idx="444">
                  <c:v>0.81096137999999995</c:v>
                </c:pt>
                <c:pt idx="445">
                  <c:v>0.78269257999999997</c:v>
                </c:pt>
                <c:pt idx="446">
                  <c:v>0.75406538000000001</c:v>
                </c:pt>
                <c:pt idx="447">
                  <c:v>0.71715017999999997</c:v>
                </c:pt>
                <c:pt idx="448">
                  <c:v>0.67584458000000003</c:v>
                </c:pt>
                <c:pt idx="449">
                  <c:v>0.62763977999999998</c:v>
                </c:pt>
                <c:pt idx="450">
                  <c:v>0.58319818000000001</c:v>
                </c:pt>
                <c:pt idx="451">
                  <c:v>0.54451338000000005</c:v>
                </c:pt>
                <c:pt idx="452">
                  <c:v>0.50825898000000003</c:v>
                </c:pt>
                <c:pt idx="453">
                  <c:v>0.47629418000000001</c:v>
                </c:pt>
                <c:pt idx="454">
                  <c:v>0.44846217999999999</c:v>
                </c:pt>
                <c:pt idx="455">
                  <c:v>0.42080938000000001</c:v>
                </c:pt>
                <c:pt idx="456">
                  <c:v>0.40078377999999998</c:v>
                </c:pt>
                <c:pt idx="457">
                  <c:v>0.38305418000000002</c:v>
                </c:pt>
                <c:pt idx="458">
                  <c:v>0.36732937999999998</c:v>
                </c:pt>
                <c:pt idx="459">
                  <c:v>0.35545737999999999</c:v>
                </c:pt>
                <c:pt idx="460">
                  <c:v>0.34752778000000001</c:v>
                </c:pt>
                <c:pt idx="461">
                  <c:v>0.34001258000000001</c:v>
                </c:pt>
                <c:pt idx="462">
                  <c:v>0.33199338</c:v>
                </c:pt>
                <c:pt idx="463">
                  <c:v>0.32256298</c:v>
                </c:pt>
                <c:pt idx="464">
                  <c:v>0.31165418</c:v>
                </c:pt>
                <c:pt idx="465">
                  <c:v>0.30515818</c:v>
                </c:pt>
                <c:pt idx="466">
                  <c:v>0.30082377999999999</c:v>
                </c:pt>
                <c:pt idx="467">
                  <c:v>0.29617578</c:v>
                </c:pt>
                <c:pt idx="468">
                  <c:v>0.28976938000000002</c:v>
                </c:pt>
                <c:pt idx="469">
                  <c:v>0.28304938000000002</c:v>
                </c:pt>
                <c:pt idx="470">
                  <c:v>0.27678858000000001</c:v>
                </c:pt>
                <c:pt idx="471">
                  <c:v>0.26360618000000002</c:v>
                </c:pt>
                <c:pt idx="472">
                  <c:v>0.25079338000000001</c:v>
                </c:pt>
                <c:pt idx="473">
                  <c:v>0.24197898000000001</c:v>
                </c:pt>
                <c:pt idx="474">
                  <c:v>0.23086857999999999</c:v>
                </c:pt>
                <c:pt idx="475">
                  <c:v>0.22298377999999999</c:v>
                </c:pt>
                <c:pt idx="476">
                  <c:v>0.21709258000000001</c:v>
                </c:pt>
                <c:pt idx="477">
                  <c:v>0.21303817999999999</c:v>
                </c:pt>
                <c:pt idx="478">
                  <c:v>0.21107818</c:v>
                </c:pt>
                <c:pt idx="479">
                  <c:v>0.21197418000000001</c:v>
                </c:pt>
                <c:pt idx="480">
                  <c:v>0.21729418</c:v>
                </c:pt>
                <c:pt idx="481">
                  <c:v>0.22103497999999999</c:v>
                </c:pt>
                <c:pt idx="482">
                  <c:v>0.21368777999999999</c:v>
                </c:pt>
                <c:pt idx="483">
                  <c:v>0.20341738000000001</c:v>
                </c:pt>
                <c:pt idx="484">
                  <c:v>0.19301257999999999</c:v>
                </c:pt>
                <c:pt idx="485">
                  <c:v>0.18437738000000001</c:v>
                </c:pt>
                <c:pt idx="486">
                  <c:v>0.17722057999999999</c:v>
                </c:pt>
                <c:pt idx="487">
                  <c:v>0.17547338000000001</c:v>
                </c:pt>
                <c:pt idx="488">
                  <c:v>0.16994058000000001</c:v>
                </c:pt>
                <c:pt idx="489">
                  <c:v>0.16925738000000001</c:v>
                </c:pt>
                <c:pt idx="490">
                  <c:v>0.16960458</c:v>
                </c:pt>
                <c:pt idx="491">
                  <c:v>0.16799178000000001</c:v>
                </c:pt>
                <c:pt idx="492">
                  <c:v>0.17111657999999999</c:v>
                </c:pt>
                <c:pt idx="493">
                  <c:v>0.17669418000000001</c:v>
                </c:pt>
                <c:pt idx="494">
                  <c:v>0.18292137999999999</c:v>
                </c:pt>
                <c:pt idx="495">
                  <c:v>0.18413098</c:v>
                </c:pt>
                <c:pt idx="496">
                  <c:v>0.18547498000000001</c:v>
                </c:pt>
                <c:pt idx="497">
                  <c:v>0.18758058</c:v>
                </c:pt>
                <c:pt idx="498">
                  <c:v>0.18978697999999999</c:v>
                </c:pt>
                <c:pt idx="499">
                  <c:v>0.19295657999999999</c:v>
                </c:pt>
                <c:pt idx="500">
                  <c:v>0.19923978000000001</c:v>
                </c:pt>
                <c:pt idx="501">
                  <c:v>0.20747177999999999</c:v>
                </c:pt>
                <c:pt idx="502">
                  <c:v>0.21934377999999999</c:v>
                </c:pt>
                <c:pt idx="503">
                  <c:v>0.24107178000000001</c:v>
                </c:pt>
                <c:pt idx="504">
                  <c:v>0.26708937999999999</c:v>
                </c:pt>
                <c:pt idx="505">
                  <c:v>0.28987017999999998</c:v>
                </c:pt>
                <c:pt idx="506">
                  <c:v>0.31576458000000002</c:v>
                </c:pt>
                <c:pt idx="507">
                  <c:v>0.34505258</c:v>
                </c:pt>
                <c:pt idx="508">
                  <c:v>0.38149738</c:v>
                </c:pt>
                <c:pt idx="509">
                  <c:v>0.42477418</c:v>
                </c:pt>
                <c:pt idx="510">
                  <c:v>0.46700937999999997</c:v>
                </c:pt>
                <c:pt idx="511">
                  <c:v>0.49554698000000003</c:v>
                </c:pt>
                <c:pt idx="512">
                  <c:v>0.55748297999999996</c:v>
                </c:pt>
                <c:pt idx="513">
                  <c:v>0.61834378000000001</c:v>
                </c:pt>
                <c:pt idx="514">
                  <c:v>0.66383818000000006</c:v>
                </c:pt>
                <c:pt idx="515">
                  <c:v>0.70531178000000005</c:v>
                </c:pt>
                <c:pt idx="516">
                  <c:v>0.74922697999999999</c:v>
                </c:pt>
                <c:pt idx="517">
                  <c:v>0.79860777999999999</c:v>
                </c:pt>
                <c:pt idx="518">
                  <c:v>0.86052138</c:v>
                </c:pt>
                <c:pt idx="519">
                  <c:v>0.94016458000000003</c:v>
                </c:pt>
                <c:pt idx="520">
                  <c:v>1.0401021800000001</c:v>
                </c:pt>
                <c:pt idx="521">
                  <c:v>1.1428957799999999</c:v>
                </c:pt>
                <c:pt idx="522">
                  <c:v>1.2354189799999999</c:v>
                </c:pt>
                <c:pt idx="523">
                  <c:v>1.32468298</c:v>
                </c:pt>
                <c:pt idx="524">
                  <c:v>1.41414858</c:v>
                </c:pt>
                <c:pt idx="525">
                  <c:v>1.50495818</c:v>
                </c:pt>
                <c:pt idx="526">
                  <c:v>1.6132733800000001</c:v>
                </c:pt>
                <c:pt idx="527">
                  <c:v>1.75374378</c:v>
                </c:pt>
                <c:pt idx="528">
                  <c:v>1.90104618</c:v>
                </c:pt>
                <c:pt idx="529">
                  <c:v>2.03023818</c:v>
                </c:pt>
                <c:pt idx="530">
                  <c:v>2.13038858</c:v>
                </c:pt>
                <c:pt idx="531">
                  <c:v>2.2053949799999999</c:v>
                </c:pt>
                <c:pt idx="532">
                  <c:v>2.2663341799999999</c:v>
                </c:pt>
                <c:pt idx="533">
                  <c:v>2.33602058</c:v>
                </c:pt>
                <c:pt idx="534">
                  <c:v>2.41317738</c:v>
                </c:pt>
                <c:pt idx="535">
                  <c:v>2.4876797800000001</c:v>
                </c:pt>
                <c:pt idx="536">
                  <c:v>2.5579933800000001</c:v>
                </c:pt>
                <c:pt idx="537">
                  <c:v>2.62464458</c:v>
                </c:pt>
                <c:pt idx="538">
                  <c:v>2.6840493799999998</c:v>
                </c:pt>
                <c:pt idx="539">
                  <c:v>2.7338221800000002</c:v>
                </c:pt>
                <c:pt idx="540">
                  <c:v>2.77403018</c:v>
                </c:pt>
                <c:pt idx="541">
                  <c:v>2.8074285799999998</c:v>
                </c:pt>
                <c:pt idx="542">
                  <c:v>2.8390909799999999</c:v>
                </c:pt>
                <c:pt idx="543">
                  <c:v>2.8714589799999999</c:v>
                </c:pt>
                <c:pt idx="544">
                  <c:v>2.9028973800000002</c:v>
                </c:pt>
                <c:pt idx="545">
                  <c:v>2.9384349799999998</c:v>
                </c:pt>
                <c:pt idx="546">
                  <c:v>2.97448778</c:v>
                </c:pt>
                <c:pt idx="547">
                  <c:v>3.0043581800000001</c:v>
                </c:pt>
                <c:pt idx="548">
                  <c:v>3.0301405799999999</c:v>
                </c:pt>
                <c:pt idx="549">
                  <c:v>3.0649501799999999</c:v>
                </c:pt>
                <c:pt idx="550">
                  <c:v>3.1090445799999999</c:v>
                </c:pt>
                <c:pt idx="551">
                  <c:v>3.1571261800000001</c:v>
                </c:pt>
                <c:pt idx="552">
                  <c:v>3.2091277800000002</c:v>
                </c:pt>
                <c:pt idx="553">
                  <c:v>3.2511053799999998</c:v>
                </c:pt>
                <c:pt idx="554">
                  <c:v>3.2745133800000001</c:v>
                </c:pt>
                <c:pt idx="555">
                  <c:v>3.2891405800000002</c:v>
                </c:pt>
                <c:pt idx="556">
                  <c:v>3.2950429799999998</c:v>
                </c:pt>
                <c:pt idx="557">
                  <c:v>3.3043501800000001</c:v>
                </c:pt>
                <c:pt idx="558">
                  <c:v>3.3253277799999998</c:v>
                </c:pt>
                <c:pt idx="559">
                  <c:v>3.35466058</c:v>
                </c:pt>
                <c:pt idx="560">
                  <c:v>3.3779453799999999</c:v>
                </c:pt>
                <c:pt idx="561">
                  <c:v>3.3867037799999999</c:v>
                </c:pt>
                <c:pt idx="562">
                  <c:v>3.3853261799999999</c:v>
                </c:pt>
                <c:pt idx="563">
                  <c:v>3.37708298</c:v>
                </c:pt>
                <c:pt idx="564">
                  <c:v>3.3698141800000001</c:v>
                </c:pt>
                <c:pt idx="565">
                  <c:v>3.3645053800000002</c:v>
                </c:pt>
                <c:pt idx="566">
                  <c:v>3.3634077800000002</c:v>
                </c:pt>
                <c:pt idx="567">
                  <c:v>3.3672717799999998</c:v>
                </c:pt>
                <c:pt idx="568">
                  <c:v>3.3761197799999998</c:v>
                </c:pt>
                <c:pt idx="569">
                  <c:v>3.38499018</c:v>
                </c:pt>
                <c:pt idx="570">
                  <c:v>3.3981165799999999</c:v>
                </c:pt>
                <c:pt idx="571">
                  <c:v>3.40634858</c:v>
                </c:pt>
                <c:pt idx="572">
                  <c:v>3.4004685800000001</c:v>
                </c:pt>
                <c:pt idx="573">
                  <c:v>3.3899741799999998</c:v>
                </c:pt>
                <c:pt idx="574">
                  <c:v>3.3799389799999999</c:v>
                </c:pt>
                <c:pt idx="575">
                  <c:v>3.39126218</c:v>
                </c:pt>
                <c:pt idx="576">
                  <c:v>3.41722378</c:v>
                </c:pt>
                <c:pt idx="577">
                  <c:v>3.4380669799999999</c:v>
                </c:pt>
                <c:pt idx="578">
                  <c:v>3.4540829799999999</c:v>
                </c:pt>
                <c:pt idx="579">
                  <c:v>3.4600077800000002</c:v>
                </c:pt>
                <c:pt idx="580">
                  <c:v>3.4534557800000001</c:v>
                </c:pt>
                <c:pt idx="581">
                  <c:v>3.4368909799999998</c:v>
                </c:pt>
                <c:pt idx="582">
                  <c:v>3.4317725800000001</c:v>
                </c:pt>
                <c:pt idx="583">
                  <c:v>3.45155178</c:v>
                </c:pt>
                <c:pt idx="584">
                  <c:v>3.4779949800000001</c:v>
                </c:pt>
                <c:pt idx="585">
                  <c:v>3.5021421799999999</c:v>
                </c:pt>
                <c:pt idx="586">
                  <c:v>3.5129165800000002</c:v>
                </c:pt>
                <c:pt idx="587">
                  <c:v>3.5132413800000002</c:v>
                </c:pt>
                <c:pt idx="588">
                  <c:v>3.50078698</c:v>
                </c:pt>
                <c:pt idx="589">
                  <c:v>3.48370698</c:v>
                </c:pt>
                <c:pt idx="590">
                  <c:v>3.4796973800000002</c:v>
                </c:pt>
                <c:pt idx="591">
                  <c:v>3.4896765799999998</c:v>
                </c:pt>
                <c:pt idx="592">
                  <c:v>3.4950525799999999</c:v>
                </c:pt>
                <c:pt idx="593">
                  <c:v>3.4916701799999998</c:v>
                </c:pt>
                <c:pt idx="594">
                  <c:v>3.4862493799999998</c:v>
                </c:pt>
                <c:pt idx="595">
                  <c:v>3.49300298</c:v>
                </c:pt>
                <c:pt idx="596">
                  <c:v>3.5109005799999999</c:v>
                </c:pt>
                <c:pt idx="597">
                  <c:v>3.5267373800000001</c:v>
                </c:pt>
                <c:pt idx="598">
                  <c:v>3.5405469799999998</c:v>
                </c:pt>
                <c:pt idx="599">
                  <c:v>3.5443773799999998</c:v>
                </c:pt>
                <c:pt idx="600">
                  <c:v>3.5280701799999998</c:v>
                </c:pt>
                <c:pt idx="601">
                  <c:v>3.4823293799999999</c:v>
                </c:pt>
                <c:pt idx="602">
                  <c:v>3.4422781800000002</c:v>
                </c:pt>
                <c:pt idx="603">
                  <c:v>3.4309885800000002</c:v>
                </c:pt>
                <c:pt idx="604">
                  <c:v>3.4506333800000002</c:v>
                </c:pt>
                <c:pt idx="605">
                  <c:v>3.48786218</c:v>
                </c:pt>
                <c:pt idx="606">
                  <c:v>3.52413898</c:v>
                </c:pt>
                <c:pt idx="607">
                  <c:v>3.5420029799999999</c:v>
                </c:pt>
                <c:pt idx="608">
                  <c:v>3.54084938</c:v>
                </c:pt>
                <c:pt idx="609">
                  <c:v>3.5358877799999999</c:v>
                </c:pt>
                <c:pt idx="610">
                  <c:v>3.5297613800000001</c:v>
                </c:pt>
                <c:pt idx="611">
                  <c:v>3.52911178</c:v>
                </c:pt>
                <c:pt idx="612">
                  <c:v>3.5282829800000002</c:v>
                </c:pt>
                <c:pt idx="613">
                  <c:v>3.5170381800000001</c:v>
                </c:pt>
                <c:pt idx="614">
                  <c:v>3.4955901800000002</c:v>
                </c:pt>
                <c:pt idx="615">
                  <c:v>3.4770429799999998</c:v>
                </c:pt>
                <c:pt idx="616">
                  <c:v>3.4776589800000002</c:v>
                </c:pt>
                <c:pt idx="617">
                  <c:v>3.48549898</c:v>
                </c:pt>
                <c:pt idx="618">
                  <c:v>3.4904381799999999</c:v>
                </c:pt>
                <c:pt idx="619">
                  <c:v>3.4852749799999998</c:v>
                </c:pt>
                <c:pt idx="620">
                  <c:v>3.47559818</c:v>
                </c:pt>
                <c:pt idx="621">
                  <c:v>3.4706925800000001</c:v>
                </c:pt>
                <c:pt idx="622">
                  <c:v>3.4718685800000002</c:v>
                </c:pt>
                <c:pt idx="623">
                  <c:v>3.4785101799999998</c:v>
                </c:pt>
                <c:pt idx="624">
                  <c:v>3.4811533799999999</c:v>
                </c:pt>
                <c:pt idx="625">
                  <c:v>3.4799661799999999</c:v>
                </c:pt>
                <c:pt idx="626">
                  <c:v>3.4713645799999999</c:v>
                </c:pt>
                <c:pt idx="627">
                  <c:v>3.4647677799999999</c:v>
                </c:pt>
                <c:pt idx="628">
                  <c:v>3.46821738</c:v>
                </c:pt>
                <c:pt idx="629">
                  <c:v>3.45986218</c:v>
                </c:pt>
                <c:pt idx="630">
                  <c:v>3.43414698</c:v>
                </c:pt>
                <c:pt idx="631">
                  <c:v>3.39770218</c:v>
                </c:pt>
                <c:pt idx="632">
                  <c:v>3.3742605800000001</c:v>
                </c:pt>
                <c:pt idx="633">
                  <c:v>3.3828957800000001</c:v>
                </c:pt>
                <c:pt idx="634">
                  <c:v>3.40255178</c:v>
                </c:pt>
                <c:pt idx="635">
                  <c:v>3.4015997800000002</c:v>
                </c:pt>
                <c:pt idx="636">
                  <c:v>3.3964925799999999</c:v>
                </c:pt>
                <c:pt idx="637">
                  <c:v>3.38996298</c:v>
                </c:pt>
                <c:pt idx="638">
                  <c:v>3.37141578</c:v>
                </c:pt>
                <c:pt idx="639">
                  <c:v>3.3502813800000002</c:v>
                </c:pt>
                <c:pt idx="640">
                  <c:v>3.31997418</c:v>
                </c:pt>
                <c:pt idx="641">
                  <c:v>3.28173738</c:v>
                </c:pt>
                <c:pt idx="642">
                  <c:v>3.2554621799999999</c:v>
                </c:pt>
                <c:pt idx="643">
                  <c:v>3.2315725799999999</c:v>
                </c:pt>
                <c:pt idx="644">
                  <c:v>3.1951837799999998</c:v>
                </c:pt>
                <c:pt idx="645">
                  <c:v>3.1522541799999999</c:v>
                </c:pt>
                <c:pt idx="646">
                  <c:v>3.1141965800000002</c:v>
                </c:pt>
                <c:pt idx="647">
                  <c:v>3.0709757799999999</c:v>
                </c:pt>
                <c:pt idx="648">
                  <c:v>3.0149981800000001</c:v>
                </c:pt>
                <c:pt idx="649">
                  <c:v>2.9703437799999999</c:v>
                </c:pt>
                <c:pt idx="650">
                  <c:v>2.9451213799999998</c:v>
                </c:pt>
                <c:pt idx="651">
                  <c:v>2.9148029800000002</c:v>
                </c:pt>
                <c:pt idx="652">
                  <c:v>2.87254538</c:v>
                </c:pt>
                <c:pt idx="653">
                  <c:v>2.8175981800000001</c:v>
                </c:pt>
                <c:pt idx="654">
                  <c:v>2.7544189800000001</c:v>
                </c:pt>
                <c:pt idx="655">
                  <c:v>2.69157578</c:v>
                </c:pt>
                <c:pt idx="656">
                  <c:v>2.6378157799999999</c:v>
                </c:pt>
                <c:pt idx="657">
                  <c:v>2.60169578</c:v>
                </c:pt>
                <c:pt idx="658">
                  <c:v>2.57499498</c:v>
                </c:pt>
                <c:pt idx="659">
                  <c:v>2.5417197800000002</c:v>
                </c:pt>
                <c:pt idx="660">
                  <c:v>2.5004141799999999</c:v>
                </c:pt>
                <c:pt idx="661">
                  <c:v>2.4553789799999999</c:v>
                </c:pt>
                <c:pt idx="662">
                  <c:v>2.4140173800000002</c:v>
                </c:pt>
                <c:pt idx="663">
                  <c:v>2.3806749800000002</c:v>
                </c:pt>
                <c:pt idx="664">
                  <c:v>2.3545901800000002</c:v>
                </c:pt>
                <c:pt idx="665">
                  <c:v>2.3238013799999999</c:v>
                </c:pt>
                <c:pt idx="666">
                  <c:v>2.28788298</c:v>
                </c:pt>
                <c:pt idx="667">
                  <c:v>2.2478317799999998</c:v>
                </c:pt>
                <c:pt idx="668">
                  <c:v>2.2047229800000001</c:v>
                </c:pt>
                <c:pt idx="669">
                  <c:v>2.16271178</c:v>
                </c:pt>
                <c:pt idx="670">
                  <c:v>2.12924618</c:v>
                </c:pt>
                <c:pt idx="671">
                  <c:v>2.0988493799999999</c:v>
                </c:pt>
                <c:pt idx="672">
                  <c:v>2.0668285800000001</c:v>
                </c:pt>
                <c:pt idx="673">
                  <c:v>2.0298573800000002</c:v>
                </c:pt>
                <c:pt idx="674">
                  <c:v>1.98978378</c:v>
                </c:pt>
                <c:pt idx="675">
                  <c:v>1.9451853800000001</c:v>
                </c:pt>
                <c:pt idx="676">
                  <c:v>1.89554698</c:v>
                </c:pt>
                <c:pt idx="677">
                  <c:v>1.8407901799999999</c:v>
                </c:pt>
                <c:pt idx="678">
                  <c:v>1.7819565799999999</c:v>
                </c:pt>
                <c:pt idx="679">
                  <c:v>1.7315789800000001</c:v>
                </c:pt>
                <c:pt idx="680">
                  <c:v>1.6881117800000001</c:v>
                </c:pt>
                <c:pt idx="681">
                  <c:v>1.65000938</c:v>
                </c:pt>
                <c:pt idx="682">
                  <c:v>1.60737098</c:v>
                </c:pt>
                <c:pt idx="683">
                  <c:v>1.55587338</c:v>
                </c:pt>
                <c:pt idx="684">
                  <c:v>1.49948138</c:v>
                </c:pt>
                <c:pt idx="685">
                  <c:v>1.43886698</c:v>
                </c:pt>
                <c:pt idx="686">
                  <c:v>1.38180298</c:v>
                </c:pt>
                <c:pt idx="687">
                  <c:v>1.3357597800000001</c:v>
                </c:pt>
                <c:pt idx="688">
                  <c:v>1.3047581800000001</c:v>
                </c:pt>
                <c:pt idx="689">
                  <c:v>1.28130538</c:v>
                </c:pt>
                <c:pt idx="690">
                  <c:v>1.2565533799999999</c:v>
                </c:pt>
                <c:pt idx="691">
                  <c:v>1.22227018</c:v>
                </c:pt>
                <c:pt idx="692">
                  <c:v>1.1763053800000001</c:v>
                </c:pt>
                <c:pt idx="693">
                  <c:v>1.12726058</c:v>
                </c:pt>
                <c:pt idx="694">
                  <c:v>1.0789213799999999</c:v>
                </c:pt>
                <c:pt idx="695">
                  <c:v>1.0360029799999999</c:v>
                </c:pt>
                <c:pt idx="696">
                  <c:v>1.0034333799999999</c:v>
                </c:pt>
                <c:pt idx="697">
                  <c:v>0.97216298000000001</c:v>
                </c:pt>
                <c:pt idx="698">
                  <c:v>0.94179977999999998</c:v>
                </c:pt>
                <c:pt idx="699">
                  <c:v>0.90701257999999996</c:v>
                </c:pt>
                <c:pt idx="700">
                  <c:v>0.86389258000000002</c:v>
                </c:pt>
                <c:pt idx="701">
                  <c:v>0.81530698000000001</c:v>
                </c:pt>
                <c:pt idx="702">
                  <c:v>0.76629577999999998</c:v>
                </c:pt>
                <c:pt idx="703">
                  <c:v>0.71913258000000002</c:v>
                </c:pt>
                <c:pt idx="704">
                  <c:v>0.67932778000000005</c:v>
                </c:pt>
                <c:pt idx="705">
                  <c:v>0.64241258000000001</c:v>
                </c:pt>
                <c:pt idx="706">
                  <c:v>0.60965258</c:v>
                </c:pt>
                <c:pt idx="707">
                  <c:v>0.58369097999999997</c:v>
                </c:pt>
                <c:pt idx="708">
                  <c:v>0.55385417999999997</c:v>
                </c:pt>
                <c:pt idx="709">
                  <c:v>0.52490218</c:v>
                </c:pt>
                <c:pt idx="710">
                  <c:v>0.49318378000000002</c:v>
                </c:pt>
                <c:pt idx="711">
                  <c:v>0.46265257999999998</c:v>
                </c:pt>
                <c:pt idx="712">
                  <c:v>0.43627658000000002</c:v>
                </c:pt>
                <c:pt idx="713">
                  <c:v>0.41243178000000003</c:v>
                </c:pt>
                <c:pt idx="714">
                  <c:v>0.39004297999999998</c:v>
                </c:pt>
                <c:pt idx="715">
                  <c:v>0.37127178</c:v>
                </c:pt>
                <c:pt idx="716">
                  <c:v>0.35581578000000003</c:v>
                </c:pt>
                <c:pt idx="717">
                  <c:v>0.34337257999999998</c:v>
                </c:pt>
                <c:pt idx="718">
                  <c:v>0.33064937999999999</c:v>
                </c:pt>
                <c:pt idx="719">
                  <c:v>0.31905738</c:v>
                </c:pt>
                <c:pt idx="720">
                  <c:v>0.30444137999999998</c:v>
                </c:pt>
                <c:pt idx="721">
                  <c:v>0.28804457999999999</c:v>
                </c:pt>
                <c:pt idx="722">
                  <c:v>0.27309257999999997</c:v>
                </c:pt>
                <c:pt idx="723">
                  <c:v>0.26068298000000001</c:v>
                </c:pt>
                <c:pt idx="724">
                  <c:v>0.24811658</c:v>
                </c:pt>
                <c:pt idx="725">
                  <c:v>0.23782378000000001</c:v>
                </c:pt>
                <c:pt idx="726">
                  <c:v>0.22635498000000001</c:v>
                </c:pt>
                <c:pt idx="727">
                  <c:v>0.21736137999999999</c:v>
                </c:pt>
                <c:pt idx="728">
                  <c:v>0.20798697999999999</c:v>
                </c:pt>
                <c:pt idx="729">
                  <c:v>0.20647498</c:v>
                </c:pt>
                <c:pt idx="730">
                  <c:v>0.20769578</c:v>
                </c:pt>
                <c:pt idx="731">
                  <c:v>0.19649578000000001</c:v>
                </c:pt>
                <c:pt idx="732">
                  <c:v>0.17923658000000001</c:v>
                </c:pt>
                <c:pt idx="733">
                  <c:v>0.16604298000000001</c:v>
                </c:pt>
                <c:pt idx="734">
                  <c:v>0.16137257999999999</c:v>
                </c:pt>
                <c:pt idx="735">
                  <c:v>0.15868457999999999</c:v>
                </c:pt>
                <c:pt idx="736">
                  <c:v>0.14857097999999999</c:v>
                </c:pt>
                <c:pt idx="737">
                  <c:v>0.14472937999999999</c:v>
                </c:pt>
                <c:pt idx="738">
                  <c:v>0.14346378000000001</c:v>
                </c:pt>
                <c:pt idx="739">
                  <c:v>0.14366538000000001</c:v>
                </c:pt>
                <c:pt idx="740">
                  <c:v>0.14306057999999999</c:v>
                </c:pt>
                <c:pt idx="741">
                  <c:v>0.12947497999999999</c:v>
                </c:pt>
                <c:pt idx="742">
                  <c:v>0.12076138</c:v>
                </c:pt>
                <c:pt idx="743">
                  <c:v>0.11624778</c:v>
                </c:pt>
                <c:pt idx="744">
                  <c:v>0.11098378</c:v>
                </c:pt>
                <c:pt idx="745">
                  <c:v>0.10726537999999999</c:v>
                </c:pt>
                <c:pt idx="746">
                  <c:v>0.10819498</c:v>
                </c:pt>
                <c:pt idx="747">
                  <c:v>0.10942697999999999</c:v>
                </c:pt>
                <c:pt idx="748">
                  <c:v>0.10816138</c:v>
                </c:pt>
                <c:pt idx="749">
                  <c:v>0.10681738</c:v>
                </c:pt>
                <c:pt idx="750">
                  <c:v>0.10922538</c:v>
                </c:pt>
                <c:pt idx="751">
                  <c:v>0.11166698</c:v>
                </c:pt>
                <c:pt idx="752">
                  <c:v>0.11433258</c:v>
                </c:pt>
                <c:pt idx="753">
                  <c:v>0.12019017999999999</c:v>
                </c:pt>
                <c:pt idx="754">
                  <c:v>0.12964297999999999</c:v>
                </c:pt>
                <c:pt idx="755">
                  <c:v>0.14024938000000001</c:v>
                </c:pt>
                <c:pt idx="756">
                  <c:v>0.15194218000000001</c:v>
                </c:pt>
                <c:pt idx="757">
                  <c:v>0.15869578000000001</c:v>
                </c:pt>
                <c:pt idx="758">
                  <c:v>0.16504617999999999</c:v>
                </c:pt>
                <c:pt idx="759">
                  <c:v>0.16752138</c:v>
                </c:pt>
                <c:pt idx="760">
                  <c:v>0.17079178</c:v>
                </c:pt>
                <c:pt idx="761">
                  <c:v>0.17715338</c:v>
                </c:pt>
                <c:pt idx="762">
                  <c:v>0.18461258</c:v>
                </c:pt>
                <c:pt idx="763">
                  <c:v>0.19432298000000001</c:v>
                </c:pt>
                <c:pt idx="764">
                  <c:v>0.20389898000000001</c:v>
                </c:pt>
                <c:pt idx="765">
                  <c:v>0.21424778</c:v>
                </c:pt>
                <c:pt idx="766">
                  <c:v>0.23027497999999999</c:v>
                </c:pt>
                <c:pt idx="767">
                  <c:v>0.24456617999999999</c:v>
                </c:pt>
                <c:pt idx="768">
                  <c:v>0.26505097999999999</c:v>
                </c:pt>
                <c:pt idx="769">
                  <c:v>0.28839177999999999</c:v>
                </c:pt>
                <c:pt idx="770">
                  <c:v>0.31834057999999998</c:v>
                </c:pt>
                <c:pt idx="771">
                  <c:v>0.35329578</c:v>
                </c:pt>
                <c:pt idx="772">
                  <c:v>0.39810698</c:v>
                </c:pt>
                <c:pt idx="773">
                  <c:v>0.44756617999999998</c:v>
                </c:pt>
                <c:pt idx="774">
                  <c:v>0.50430538000000003</c:v>
                </c:pt>
                <c:pt idx="775">
                  <c:v>0.56196298</c:v>
                </c:pt>
                <c:pt idx="776">
                  <c:v>0.59344618000000005</c:v>
                </c:pt>
                <c:pt idx="777">
                  <c:v>0.66514857999999999</c:v>
                </c:pt>
                <c:pt idx="778">
                  <c:v>0.75501737999999996</c:v>
                </c:pt>
                <c:pt idx="779">
                  <c:v>0.81913738000000003</c:v>
                </c:pt>
                <c:pt idx="780">
                  <c:v>0.87629098000000005</c:v>
                </c:pt>
                <c:pt idx="781">
                  <c:v>0.92610857999999996</c:v>
                </c:pt>
                <c:pt idx="782">
                  <c:v>0.97071817999999999</c:v>
                </c:pt>
                <c:pt idx="783">
                  <c:v>1.02382858</c:v>
                </c:pt>
                <c:pt idx="784">
                  <c:v>1.0845885799999999</c:v>
                </c:pt>
                <c:pt idx="785">
                  <c:v>1.15381578</c:v>
                </c:pt>
                <c:pt idx="786">
                  <c:v>1.23291018</c:v>
                </c:pt>
                <c:pt idx="787">
                  <c:v>1.31212778</c:v>
                </c:pt>
                <c:pt idx="788">
                  <c:v>1.3827773800000001</c:v>
                </c:pt>
                <c:pt idx="789">
                  <c:v>1.43903498</c:v>
                </c:pt>
                <c:pt idx="790">
                  <c:v>1.4871389800000001</c:v>
                </c:pt>
                <c:pt idx="791">
                  <c:v>1.5408765799999999</c:v>
                </c:pt>
                <c:pt idx="792">
                  <c:v>1.59483818</c:v>
                </c:pt>
                <c:pt idx="793">
                  <c:v>1.6563373800000001</c:v>
                </c:pt>
                <c:pt idx="794">
                  <c:v>1.7279053799999999</c:v>
                </c:pt>
                <c:pt idx="795">
                  <c:v>1.80929578</c:v>
                </c:pt>
                <c:pt idx="796">
                  <c:v>1.8961293800000001</c:v>
                </c:pt>
                <c:pt idx="797">
                  <c:v>1.98297418</c:v>
                </c:pt>
                <c:pt idx="798">
                  <c:v>2.0669853800000002</c:v>
                </c:pt>
                <c:pt idx="799">
                  <c:v>2.1476141800000002</c:v>
                </c:pt>
                <c:pt idx="800">
                  <c:v>2.2285453799999999</c:v>
                </c:pt>
                <c:pt idx="801">
                  <c:v>2.3084013799999998</c:v>
                </c:pt>
                <c:pt idx="802">
                  <c:v>2.38346378</c:v>
                </c:pt>
                <c:pt idx="803">
                  <c:v>2.4533405799999999</c:v>
                </c:pt>
                <c:pt idx="804">
                  <c:v>2.5079629799999998</c:v>
                </c:pt>
                <c:pt idx="805">
                  <c:v>2.5516317800000001</c:v>
                </c:pt>
                <c:pt idx="806">
                  <c:v>2.5876621800000001</c:v>
                </c:pt>
                <c:pt idx="807">
                  <c:v>2.6290797800000001</c:v>
                </c:pt>
                <c:pt idx="808">
                  <c:v>2.67922218</c:v>
                </c:pt>
                <c:pt idx="809">
                  <c:v>2.7357373800000002</c:v>
                </c:pt>
                <c:pt idx="810">
                  <c:v>2.79298058</c:v>
                </c:pt>
                <c:pt idx="811">
                  <c:v>2.8553197799999999</c:v>
                </c:pt>
                <c:pt idx="812">
                  <c:v>2.9108381799999998</c:v>
                </c:pt>
                <c:pt idx="813">
                  <c:v>2.9587293799999999</c:v>
                </c:pt>
                <c:pt idx="814">
                  <c:v>2.9934269800000002</c:v>
                </c:pt>
                <c:pt idx="815">
                  <c:v>3.0166109799999998</c:v>
                </c:pt>
                <c:pt idx="816">
                  <c:v>3.0356173800000001</c:v>
                </c:pt>
                <c:pt idx="817">
                  <c:v>3.0533917800000001</c:v>
                </c:pt>
                <c:pt idx="818">
                  <c:v>3.0810221800000002</c:v>
                </c:pt>
                <c:pt idx="819">
                  <c:v>3.1201213800000001</c:v>
                </c:pt>
                <c:pt idx="820">
                  <c:v>3.1654365800000002</c:v>
                </c:pt>
                <c:pt idx="821">
                  <c:v>3.2048381799999999</c:v>
                </c:pt>
                <c:pt idx="822">
                  <c:v>3.23461898</c:v>
                </c:pt>
                <c:pt idx="823">
                  <c:v>3.2495485799999999</c:v>
                </c:pt>
                <c:pt idx="824">
                  <c:v>3.26005418</c:v>
                </c:pt>
                <c:pt idx="825">
                  <c:v>3.2704141799999999</c:v>
                </c:pt>
                <c:pt idx="826">
                  <c:v>3.2841229799999998</c:v>
                </c:pt>
                <c:pt idx="827">
                  <c:v>3.3000157799999998</c:v>
                </c:pt>
                <c:pt idx="828">
                  <c:v>3.3155837799999999</c:v>
                </c:pt>
                <c:pt idx="829">
                  <c:v>3.3237933800000001</c:v>
                </c:pt>
                <c:pt idx="830">
                  <c:v>3.32673898</c:v>
                </c:pt>
                <c:pt idx="831">
                  <c:v>3.32678378</c:v>
                </c:pt>
                <c:pt idx="832">
                  <c:v>3.3267613800000002</c:v>
                </c:pt>
                <c:pt idx="833">
                  <c:v>3.3280717800000001</c:v>
                </c:pt>
                <c:pt idx="834">
                  <c:v>3.3275453800000001</c:v>
                </c:pt>
                <c:pt idx="835">
                  <c:v>3.3255069800000001</c:v>
                </c:pt>
                <c:pt idx="836">
                  <c:v>3.3404589800000002</c:v>
                </c:pt>
                <c:pt idx="837">
                  <c:v>3.3634973800000001</c:v>
                </c:pt>
                <c:pt idx="838">
                  <c:v>3.38616618</c:v>
                </c:pt>
                <c:pt idx="839">
                  <c:v>3.3997517799999999</c:v>
                </c:pt>
                <c:pt idx="840">
                  <c:v>3.4015885799999999</c:v>
                </c:pt>
                <c:pt idx="841">
                  <c:v>3.38636778</c:v>
                </c:pt>
                <c:pt idx="842">
                  <c:v>3.3741261800000002</c:v>
                </c:pt>
                <c:pt idx="843">
                  <c:v>3.3815069800000002</c:v>
                </c:pt>
                <c:pt idx="844">
                  <c:v>3.40593418</c:v>
                </c:pt>
                <c:pt idx="845">
                  <c:v>3.4374285800000002</c:v>
                </c:pt>
                <c:pt idx="846">
                  <c:v>3.4508237799999999</c:v>
                </c:pt>
                <c:pt idx="847">
                  <c:v>3.4374957799999999</c:v>
                </c:pt>
                <c:pt idx="848">
                  <c:v>3.4048253800000001</c:v>
                </c:pt>
                <c:pt idx="849">
                  <c:v>3.3672717799999998</c:v>
                </c:pt>
                <c:pt idx="850">
                  <c:v>3.3608093800000001</c:v>
                </c:pt>
                <c:pt idx="851">
                  <c:v>3.39489098</c:v>
                </c:pt>
                <c:pt idx="852">
                  <c:v>3.4439133800000001</c:v>
                </c:pt>
                <c:pt idx="853">
                  <c:v>3.48012298</c:v>
                </c:pt>
                <c:pt idx="854">
                  <c:v>3.4941117799999999</c:v>
                </c:pt>
                <c:pt idx="855">
                  <c:v>3.4756093799999999</c:v>
                </c:pt>
                <c:pt idx="856">
                  <c:v>3.4443165800000002</c:v>
                </c:pt>
                <c:pt idx="857">
                  <c:v>3.4191277800000002</c:v>
                </c:pt>
                <c:pt idx="858">
                  <c:v>3.4168765799999998</c:v>
                </c:pt>
                <c:pt idx="859">
                  <c:v>3.4400717799999998</c:v>
                </c:pt>
                <c:pt idx="860">
                  <c:v>3.4609933800000001</c:v>
                </c:pt>
                <c:pt idx="861">
                  <c:v>3.4675901800000002</c:v>
                </c:pt>
                <c:pt idx="862">
                  <c:v>3.4500621800000002</c:v>
                </c:pt>
                <c:pt idx="863">
                  <c:v>3.4101677800000001</c:v>
                </c:pt>
                <c:pt idx="864">
                  <c:v>3.3720877800000002</c:v>
                </c:pt>
                <c:pt idx="865">
                  <c:v>3.3769373800000002</c:v>
                </c:pt>
                <c:pt idx="866">
                  <c:v>3.4132813799999999</c:v>
                </c:pt>
                <c:pt idx="867">
                  <c:v>3.4519885800000001</c:v>
                </c:pt>
                <c:pt idx="868">
                  <c:v>3.47930538</c:v>
                </c:pt>
                <c:pt idx="869">
                  <c:v>3.4755645799999999</c:v>
                </c:pt>
                <c:pt idx="870">
                  <c:v>3.4403853799999999</c:v>
                </c:pt>
                <c:pt idx="871">
                  <c:v>3.40112938</c:v>
                </c:pt>
                <c:pt idx="872">
                  <c:v>3.3831421800000001</c:v>
                </c:pt>
                <c:pt idx="873">
                  <c:v>3.4046013799999999</c:v>
                </c:pt>
                <c:pt idx="874">
                  <c:v>3.4532429800000002</c:v>
                </c:pt>
                <c:pt idx="875">
                  <c:v>3.4873133799999998</c:v>
                </c:pt>
                <c:pt idx="876">
                  <c:v>3.48427818</c:v>
                </c:pt>
                <c:pt idx="877">
                  <c:v>3.4481805799999998</c:v>
                </c:pt>
                <c:pt idx="878">
                  <c:v>3.4040861800000002</c:v>
                </c:pt>
                <c:pt idx="879">
                  <c:v>3.3769709799999998</c:v>
                </c:pt>
                <c:pt idx="880">
                  <c:v>3.3729837800000002</c:v>
                </c:pt>
                <c:pt idx="881">
                  <c:v>3.3922477799999999</c:v>
                </c:pt>
                <c:pt idx="882">
                  <c:v>3.4128445799999998</c:v>
                </c:pt>
                <c:pt idx="883">
                  <c:v>3.4140989799999999</c:v>
                </c:pt>
                <c:pt idx="884">
                  <c:v>3.3851581799999999</c:v>
                </c:pt>
                <c:pt idx="885">
                  <c:v>3.3495085800000002</c:v>
                </c:pt>
                <c:pt idx="886">
                  <c:v>3.3354525800000001</c:v>
                </c:pt>
                <c:pt idx="887">
                  <c:v>3.3356317799999999</c:v>
                </c:pt>
                <c:pt idx="888">
                  <c:v>3.33583338</c:v>
                </c:pt>
                <c:pt idx="889">
                  <c:v>3.3304349800000002</c:v>
                </c:pt>
                <c:pt idx="890">
                  <c:v>3.3204109800000001</c:v>
                </c:pt>
                <c:pt idx="891">
                  <c:v>3.3078221800000001</c:v>
                </c:pt>
                <c:pt idx="892">
                  <c:v>3.3078109800000002</c:v>
                </c:pt>
                <c:pt idx="893">
                  <c:v>3.3104989800000002</c:v>
                </c:pt>
                <c:pt idx="894">
                  <c:v>3.3053357800000001</c:v>
                </c:pt>
                <c:pt idx="895">
                  <c:v>3.2926797799999998</c:v>
                </c:pt>
                <c:pt idx="896">
                  <c:v>3.2756333799999999</c:v>
                </c:pt>
                <c:pt idx="897">
                  <c:v>3.25239338</c:v>
                </c:pt>
                <c:pt idx="898">
                  <c:v>3.2205853800000002</c:v>
                </c:pt>
                <c:pt idx="899">
                  <c:v>3.1833789800000001</c:v>
                </c:pt>
                <c:pt idx="900">
                  <c:v>3.15281418</c:v>
                </c:pt>
                <c:pt idx="901">
                  <c:v>3.1304253800000001</c:v>
                </c:pt>
                <c:pt idx="902">
                  <c:v>3.11784778</c:v>
                </c:pt>
                <c:pt idx="903">
                  <c:v>3.0830493799999998</c:v>
                </c:pt>
                <c:pt idx="904">
                  <c:v>3.0320557799999999</c:v>
                </c:pt>
                <c:pt idx="905">
                  <c:v>2.9870765800000001</c:v>
                </c:pt>
                <c:pt idx="906">
                  <c:v>2.9561981799999999</c:v>
                </c:pt>
                <c:pt idx="907">
                  <c:v>2.9258461800000002</c:v>
                </c:pt>
                <c:pt idx="908">
                  <c:v>2.8972301800000002</c:v>
                </c:pt>
                <c:pt idx="909">
                  <c:v>2.8631485799999998</c:v>
                </c:pt>
                <c:pt idx="910">
                  <c:v>2.8180573799999999</c:v>
                </c:pt>
                <c:pt idx="911">
                  <c:v>2.7716557800000001</c:v>
                </c:pt>
                <c:pt idx="912">
                  <c:v>2.7322877800000001</c:v>
                </c:pt>
                <c:pt idx="913">
                  <c:v>2.7048029800000002</c:v>
                </c:pt>
                <c:pt idx="914">
                  <c:v>2.6890557799999999</c:v>
                </c:pt>
                <c:pt idx="915">
                  <c:v>2.6666333799999999</c:v>
                </c:pt>
                <c:pt idx="916">
                  <c:v>2.6325293799999998</c:v>
                </c:pt>
                <c:pt idx="917">
                  <c:v>2.5859485800000002</c:v>
                </c:pt>
                <c:pt idx="918">
                  <c:v>2.5308221799999999</c:v>
                </c:pt>
                <c:pt idx="919">
                  <c:v>2.4869293799999999</c:v>
                </c:pt>
                <c:pt idx="920">
                  <c:v>2.4551437800000002</c:v>
                </c:pt>
                <c:pt idx="921">
                  <c:v>2.4332701800000001</c:v>
                </c:pt>
                <c:pt idx="922">
                  <c:v>2.4061885799999998</c:v>
                </c:pt>
                <c:pt idx="923">
                  <c:v>2.3640317799999999</c:v>
                </c:pt>
                <c:pt idx="924">
                  <c:v>2.3064861799999998</c:v>
                </c:pt>
                <c:pt idx="925">
                  <c:v>2.2513821799999998</c:v>
                </c:pt>
                <c:pt idx="926">
                  <c:v>2.21508298</c:v>
                </c:pt>
                <c:pt idx="927">
                  <c:v>2.1921453799999999</c:v>
                </c:pt>
                <c:pt idx="928">
                  <c:v>2.16784138</c:v>
                </c:pt>
                <c:pt idx="929">
                  <c:v>2.1416445799999999</c:v>
                </c:pt>
                <c:pt idx="930">
                  <c:v>2.1026013799999999</c:v>
                </c:pt>
                <c:pt idx="931">
                  <c:v>2.0517757799999998</c:v>
                </c:pt>
                <c:pt idx="932">
                  <c:v>2.0017229799999998</c:v>
                </c:pt>
                <c:pt idx="933">
                  <c:v>1.9632957799999999</c:v>
                </c:pt>
                <c:pt idx="934">
                  <c:v>1.94423338</c:v>
                </c:pt>
                <c:pt idx="935">
                  <c:v>1.9250701800000001</c:v>
                </c:pt>
                <c:pt idx="936">
                  <c:v>1.8989853800000001</c:v>
                </c:pt>
                <c:pt idx="937">
                  <c:v>1.85639178</c:v>
                </c:pt>
                <c:pt idx="938">
                  <c:v>1.8050509800000001</c:v>
                </c:pt>
                <c:pt idx="939">
                  <c:v>1.74775178</c:v>
                </c:pt>
                <c:pt idx="940">
                  <c:v>1.69017258</c:v>
                </c:pt>
                <c:pt idx="941">
                  <c:v>1.64069098</c:v>
                </c:pt>
                <c:pt idx="942">
                  <c:v>1.5944797799999999</c:v>
                </c:pt>
                <c:pt idx="943">
                  <c:v>1.5449197800000001</c:v>
                </c:pt>
                <c:pt idx="944">
                  <c:v>1.49152938</c:v>
                </c:pt>
                <c:pt idx="945">
                  <c:v>1.4360445799999999</c:v>
                </c:pt>
                <c:pt idx="946">
                  <c:v>1.3790029800000001</c:v>
                </c:pt>
                <c:pt idx="947">
                  <c:v>1.31680938</c:v>
                </c:pt>
                <c:pt idx="948">
                  <c:v>1.25921898</c:v>
                </c:pt>
                <c:pt idx="949">
                  <c:v>1.20421578</c:v>
                </c:pt>
                <c:pt idx="950">
                  <c:v>1.14397098</c:v>
                </c:pt>
                <c:pt idx="951">
                  <c:v>1.09220458</c:v>
                </c:pt>
                <c:pt idx="952">
                  <c:v>1.04722538</c:v>
                </c:pt>
                <c:pt idx="953">
                  <c:v>1.0111165799999999</c:v>
                </c:pt>
                <c:pt idx="954">
                  <c:v>0.97452618000000002</c:v>
                </c:pt>
                <c:pt idx="955">
                  <c:v>0.93889898000000005</c:v>
                </c:pt>
                <c:pt idx="956">
                  <c:v>0.90046057999999995</c:v>
                </c:pt>
                <c:pt idx="957">
                  <c:v>0.86180937999999996</c:v>
                </c:pt>
                <c:pt idx="958">
                  <c:v>0.82161258000000004</c:v>
                </c:pt>
                <c:pt idx="959">
                  <c:v>0.78413737999999999</c:v>
                </c:pt>
                <c:pt idx="960">
                  <c:v>0.75122058000000003</c:v>
                </c:pt>
                <c:pt idx="961">
                  <c:v>0.72199977999999998</c:v>
                </c:pt>
                <c:pt idx="962">
                  <c:v>0.69094217999999996</c:v>
                </c:pt>
                <c:pt idx="963">
                  <c:v>0.65583018000000004</c:v>
                </c:pt>
                <c:pt idx="964">
                  <c:v>0.61515178000000004</c:v>
                </c:pt>
                <c:pt idx="965">
                  <c:v>0.57083337999999995</c:v>
                </c:pt>
                <c:pt idx="966">
                  <c:v>0.52958377999999995</c:v>
                </c:pt>
                <c:pt idx="967">
                  <c:v>0.49023818000000002</c:v>
                </c:pt>
                <c:pt idx="968">
                  <c:v>0.45797098000000003</c:v>
                </c:pt>
                <c:pt idx="969">
                  <c:v>0.43151657999999998</c:v>
                </c:pt>
                <c:pt idx="970">
                  <c:v>0.40946378</c:v>
                </c:pt>
                <c:pt idx="971">
                  <c:v>0.38844138</c:v>
                </c:pt>
                <c:pt idx="972">
                  <c:v>0.36577258000000001</c:v>
                </c:pt>
                <c:pt idx="973">
                  <c:v>0.34251018</c:v>
                </c:pt>
                <c:pt idx="974">
                  <c:v>0.32044618000000002</c:v>
                </c:pt>
                <c:pt idx="975">
                  <c:v>0.30167497999999998</c:v>
                </c:pt>
                <c:pt idx="976">
                  <c:v>0.28303817999999997</c:v>
                </c:pt>
                <c:pt idx="977">
                  <c:v>0.26402058</c:v>
                </c:pt>
                <c:pt idx="978">
                  <c:v>0.24378217999999999</c:v>
                </c:pt>
                <c:pt idx="979">
                  <c:v>0.22208778000000001</c:v>
                </c:pt>
                <c:pt idx="980">
                  <c:v>0.20438058000000001</c:v>
                </c:pt>
                <c:pt idx="981">
                  <c:v>0.20059498000000001</c:v>
                </c:pt>
                <c:pt idx="982">
                  <c:v>0.19626057999999999</c:v>
                </c:pt>
                <c:pt idx="983">
                  <c:v>0.18138698</c:v>
                </c:pt>
                <c:pt idx="984">
                  <c:v>0.16903338000000001</c:v>
                </c:pt>
                <c:pt idx="985">
                  <c:v>0.15921098</c:v>
                </c:pt>
                <c:pt idx="986">
                  <c:v>0.15895338000000001</c:v>
                </c:pt>
                <c:pt idx="987">
                  <c:v>0.14859338</c:v>
                </c:pt>
                <c:pt idx="988">
                  <c:v>0.13595978</c:v>
                </c:pt>
                <c:pt idx="989">
                  <c:v>0.13016938</c:v>
                </c:pt>
                <c:pt idx="990">
                  <c:v>0.12097418</c:v>
                </c:pt>
                <c:pt idx="991">
                  <c:v>0.11571018</c:v>
                </c:pt>
                <c:pt idx="992">
                  <c:v>0.11198058</c:v>
                </c:pt>
                <c:pt idx="993">
                  <c:v>0.11232778</c:v>
                </c:pt>
                <c:pt idx="994">
                  <c:v>0.11342538000000001</c:v>
                </c:pt>
                <c:pt idx="995">
                  <c:v>0.11264138</c:v>
                </c:pt>
                <c:pt idx="996">
                  <c:v>0.11049098</c:v>
                </c:pt>
                <c:pt idx="997">
                  <c:v>0.11203658</c:v>
                </c:pt>
                <c:pt idx="998">
                  <c:v>0.11457898</c:v>
                </c:pt>
                <c:pt idx="999">
                  <c:v>0.12026858</c:v>
                </c:pt>
                <c:pt idx="1000">
                  <c:v>0.12775017999999999</c:v>
                </c:pt>
                <c:pt idx="1001">
                  <c:v>0.14014857999999999</c:v>
                </c:pt>
                <c:pt idx="1002">
                  <c:v>0.14950057999999999</c:v>
                </c:pt>
                <c:pt idx="1003">
                  <c:v>0.14775337999999999</c:v>
                </c:pt>
                <c:pt idx="1004">
                  <c:v>0.14026058</c:v>
                </c:pt>
                <c:pt idx="1005">
                  <c:v>0.12725738</c:v>
                </c:pt>
                <c:pt idx="1006">
                  <c:v>0.11764777999999999</c:v>
                </c:pt>
                <c:pt idx="1007">
                  <c:v>0.11130858</c:v>
                </c:pt>
                <c:pt idx="1008">
                  <c:v>0.10489097999999999</c:v>
                </c:pt>
                <c:pt idx="1009">
                  <c:v>0.10121738</c:v>
                </c:pt>
                <c:pt idx="1010">
                  <c:v>9.8282980000000006E-2</c:v>
                </c:pt>
                <c:pt idx="1011">
                  <c:v>0.10056778</c:v>
                </c:pt>
                <c:pt idx="1012">
                  <c:v>0.10108298</c:v>
                </c:pt>
                <c:pt idx="1013">
                  <c:v>9.6726179999999995E-2</c:v>
                </c:pt>
                <c:pt idx="1014">
                  <c:v>9.6278180000000005E-2</c:v>
                </c:pt>
                <c:pt idx="1015">
                  <c:v>9.8641380000000001E-2</c:v>
                </c:pt>
                <c:pt idx="1016">
                  <c:v>9.9526180000000006E-2</c:v>
                </c:pt>
                <c:pt idx="1017">
                  <c:v>0.10398378</c:v>
                </c:pt>
                <c:pt idx="1018">
                  <c:v>0.11022218</c:v>
                </c:pt>
                <c:pt idx="1019">
                  <c:v>0.11752458</c:v>
                </c:pt>
                <c:pt idx="1020">
                  <c:v>0.13367498</c:v>
                </c:pt>
                <c:pt idx="1021">
                  <c:v>0.15622058</c:v>
                </c:pt>
                <c:pt idx="1022">
                  <c:v>0.17739978000000001</c:v>
                </c:pt>
                <c:pt idx="1023">
                  <c:v>0.19780618</c:v>
                </c:pt>
                <c:pt idx="1024">
                  <c:v>0.22409258000000001</c:v>
                </c:pt>
                <c:pt idx="1025">
                  <c:v>0.25109577999999999</c:v>
                </c:pt>
                <c:pt idx="1026">
                  <c:v>0.27575818000000002</c:v>
                </c:pt>
                <c:pt idx="1027">
                  <c:v>0.29949098000000002</c:v>
                </c:pt>
                <c:pt idx="1028">
                  <c:v>0.32884617999999999</c:v>
                </c:pt>
                <c:pt idx="1029">
                  <c:v>0.35749577999999999</c:v>
                </c:pt>
                <c:pt idx="1030">
                  <c:v>0.39478057999999999</c:v>
                </c:pt>
                <c:pt idx="1031">
                  <c:v>0.43132618</c:v>
                </c:pt>
                <c:pt idx="1032">
                  <c:v>0.46301098000000002</c:v>
                </c:pt>
                <c:pt idx="1033">
                  <c:v>0.48707978000000002</c:v>
                </c:pt>
                <c:pt idx="1034">
                  <c:v>0.52071338</c:v>
                </c:pt>
                <c:pt idx="1035">
                  <c:v>0.56394538000000005</c:v>
                </c:pt>
                <c:pt idx="1036">
                  <c:v>0.60936137999999995</c:v>
                </c:pt>
                <c:pt idx="1037">
                  <c:v>0.63701417999999999</c:v>
                </c:pt>
                <c:pt idx="1038">
                  <c:v>0.71275977999999995</c:v>
                </c:pt>
                <c:pt idx="1039">
                  <c:v>0.82725738000000004</c:v>
                </c:pt>
                <c:pt idx="1040">
                  <c:v>0.91947818000000003</c:v>
                </c:pt>
                <c:pt idx="1041">
                  <c:v>1.0051133800000001</c:v>
                </c:pt>
                <c:pt idx="1042">
                  <c:v>1.08370378</c:v>
                </c:pt>
                <c:pt idx="1043">
                  <c:v>1.15697418</c:v>
                </c:pt>
                <c:pt idx="1044">
                  <c:v>1.23382858</c:v>
                </c:pt>
                <c:pt idx="1045">
                  <c:v>1.31337098</c:v>
                </c:pt>
                <c:pt idx="1046">
                  <c:v>1.39187178</c:v>
                </c:pt>
                <c:pt idx="1047">
                  <c:v>1.4740909799999999</c:v>
                </c:pt>
                <c:pt idx="1048">
                  <c:v>1.57509258</c:v>
                </c:pt>
                <c:pt idx="1049">
                  <c:v>1.6935885799999999</c:v>
                </c:pt>
                <c:pt idx="1050">
                  <c:v>1.80966538</c:v>
                </c:pt>
                <c:pt idx="1051">
                  <c:v>1.8950093800000001</c:v>
                </c:pt>
                <c:pt idx="1052">
                  <c:v>1.9525437800000001</c:v>
                </c:pt>
                <c:pt idx="1053">
                  <c:v>1.9920573800000001</c:v>
                </c:pt>
                <c:pt idx="1054">
                  <c:v>2.0264189799999999</c:v>
                </c:pt>
                <c:pt idx="1055">
                  <c:v>2.07650538</c:v>
                </c:pt>
                <c:pt idx="1056">
                  <c:v>2.14021098</c:v>
                </c:pt>
                <c:pt idx="1057">
                  <c:v>2.2155421799999999</c:v>
                </c:pt>
                <c:pt idx="1058">
                  <c:v>2.30039338</c:v>
                </c:pt>
                <c:pt idx="1059">
                  <c:v>2.3831165799999998</c:v>
                </c:pt>
                <c:pt idx="1060">
                  <c:v>2.4626701799999999</c:v>
                </c:pt>
                <c:pt idx="1061">
                  <c:v>2.5326253799999998</c:v>
                </c:pt>
                <c:pt idx="1062">
                  <c:v>2.5912909800000001</c:v>
                </c:pt>
                <c:pt idx="1063">
                  <c:v>2.6339293800000001</c:v>
                </c:pt>
                <c:pt idx="1064">
                  <c:v>2.6714605800000002</c:v>
                </c:pt>
                <c:pt idx="1065">
                  <c:v>2.7171789799999999</c:v>
                </c:pt>
                <c:pt idx="1066">
                  <c:v>2.7688781800000002</c:v>
                </c:pt>
                <c:pt idx="1067">
                  <c:v>2.8209357800000001</c:v>
                </c:pt>
                <c:pt idx="1068">
                  <c:v>2.8689277799999999</c:v>
                </c:pt>
                <c:pt idx="1069">
                  <c:v>2.9171325800000001</c:v>
                </c:pt>
                <c:pt idx="1070">
                  <c:v>2.9778029799999999</c:v>
                </c:pt>
                <c:pt idx="1071">
                  <c:v>3.0479933799999999</c:v>
                </c:pt>
                <c:pt idx="1072">
                  <c:v>3.11250538</c:v>
                </c:pt>
                <c:pt idx="1073">
                  <c:v>3.1655597800000002</c:v>
                </c:pt>
                <c:pt idx="1074">
                  <c:v>3.2131597799999998</c:v>
                </c:pt>
                <c:pt idx="1075">
                  <c:v>3.2441725799999999</c:v>
                </c:pt>
                <c:pt idx="1076">
                  <c:v>3.2604013799999998</c:v>
                </c:pt>
                <c:pt idx="1077">
                  <c:v>3.2677821800000002</c:v>
                </c:pt>
                <c:pt idx="1078">
                  <c:v>3.2704141799999999</c:v>
                </c:pt>
                <c:pt idx="1079">
                  <c:v>3.2754765799999999</c:v>
                </c:pt>
                <c:pt idx="1080">
                  <c:v>3.2961517800000002</c:v>
                </c:pt>
                <c:pt idx="1081">
                  <c:v>3.3219789799999999</c:v>
                </c:pt>
                <c:pt idx="1082">
                  <c:v>3.3532605800000002</c:v>
                </c:pt>
                <c:pt idx="1083">
                  <c:v>3.3804877800000002</c:v>
                </c:pt>
                <c:pt idx="1084">
                  <c:v>3.3950029800000001</c:v>
                </c:pt>
                <c:pt idx="1085">
                  <c:v>3.4085101799999999</c:v>
                </c:pt>
                <c:pt idx="1086">
                  <c:v>3.4322429799999998</c:v>
                </c:pt>
                <c:pt idx="1087">
                  <c:v>3.4612733800000002</c:v>
                </c:pt>
                <c:pt idx="1088">
                  <c:v>3.4860365799999999</c:v>
                </c:pt>
                <c:pt idx="1089">
                  <c:v>3.49981258</c:v>
                </c:pt>
                <c:pt idx="1090">
                  <c:v>3.5027133799999999</c:v>
                </c:pt>
                <c:pt idx="1091">
                  <c:v>3.5023549799999998</c:v>
                </c:pt>
                <c:pt idx="1092">
                  <c:v>3.5055245799999999</c:v>
                </c:pt>
                <c:pt idx="1093">
                  <c:v>3.5064989799999999</c:v>
                </c:pt>
                <c:pt idx="1094">
                  <c:v>3.50245578</c:v>
                </c:pt>
                <c:pt idx="1095">
                  <c:v>3.5035309799999999</c:v>
                </c:pt>
                <c:pt idx="1096">
                  <c:v>3.5108445800000001</c:v>
                </c:pt>
                <c:pt idx="1097">
                  <c:v>3.5114941800000001</c:v>
                </c:pt>
                <c:pt idx="1098">
                  <c:v>3.5075069800000001</c:v>
                </c:pt>
                <c:pt idx="1099">
                  <c:v>3.51513418</c:v>
                </c:pt>
                <c:pt idx="1100">
                  <c:v>3.54737898</c:v>
                </c:pt>
                <c:pt idx="1101">
                  <c:v>3.58984938</c:v>
                </c:pt>
                <c:pt idx="1102">
                  <c:v>3.6257789800000002</c:v>
                </c:pt>
                <c:pt idx="1103">
                  <c:v>3.6428813799999999</c:v>
                </c:pt>
                <c:pt idx="1104">
                  <c:v>3.6361613799999999</c:v>
                </c:pt>
                <c:pt idx="1105">
                  <c:v>3.6016429799999998</c:v>
                </c:pt>
                <c:pt idx="1106">
                  <c:v>3.5618605799999998</c:v>
                </c:pt>
                <c:pt idx="1107">
                  <c:v>3.5498093800000001</c:v>
                </c:pt>
                <c:pt idx="1108">
                  <c:v>3.5817181800000002</c:v>
                </c:pt>
                <c:pt idx="1109">
                  <c:v>3.6243789799999999</c:v>
                </c:pt>
                <c:pt idx="1110">
                  <c:v>3.6524685799999999</c:v>
                </c:pt>
                <c:pt idx="1111">
                  <c:v>3.6536557799999998</c:v>
                </c:pt>
                <c:pt idx="1112">
                  <c:v>3.62694378</c:v>
                </c:pt>
                <c:pt idx="1113">
                  <c:v>3.5969725800000001</c:v>
                </c:pt>
                <c:pt idx="1114">
                  <c:v>3.5951133799999999</c:v>
                </c:pt>
                <c:pt idx="1115">
                  <c:v>3.6360157800000001</c:v>
                </c:pt>
                <c:pt idx="1116">
                  <c:v>3.6947821799999998</c:v>
                </c:pt>
                <c:pt idx="1117">
                  <c:v>3.7218189800000001</c:v>
                </c:pt>
                <c:pt idx="1118">
                  <c:v>3.7134413799999999</c:v>
                </c:pt>
                <c:pt idx="1119">
                  <c:v>3.6707021800000001</c:v>
                </c:pt>
                <c:pt idx="1120">
                  <c:v>3.6146349799999999</c:v>
                </c:pt>
                <c:pt idx="1121">
                  <c:v>3.5889757800000002</c:v>
                </c:pt>
                <c:pt idx="1122">
                  <c:v>3.61707658</c:v>
                </c:pt>
                <c:pt idx="1123">
                  <c:v>3.6711949800000001</c:v>
                </c:pt>
                <c:pt idx="1124">
                  <c:v>3.7043133799999999</c:v>
                </c:pt>
                <c:pt idx="1125">
                  <c:v>3.6959245799999998</c:v>
                </c:pt>
                <c:pt idx="1126">
                  <c:v>3.6540253800000002</c:v>
                </c:pt>
                <c:pt idx="1127">
                  <c:v>3.6206493800000001</c:v>
                </c:pt>
                <c:pt idx="1128">
                  <c:v>3.6066045799999999</c:v>
                </c:pt>
                <c:pt idx="1129">
                  <c:v>3.6369453799999998</c:v>
                </c:pt>
                <c:pt idx="1130">
                  <c:v>3.69182538</c:v>
                </c:pt>
                <c:pt idx="1131">
                  <c:v>3.7172045800000002</c:v>
                </c:pt>
                <c:pt idx="1132">
                  <c:v>3.71310538</c:v>
                </c:pt>
                <c:pt idx="1133">
                  <c:v>3.6931133799999998</c:v>
                </c:pt>
                <c:pt idx="1134">
                  <c:v>3.66235818</c:v>
                </c:pt>
                <c:pt idx="1135">
                  <c:v>3.64279178</c:v>
                </c:pt>
                <c:pt idx="1136">
                  <c:v>3.6462301799999999</c:v>
                </c:pt>
                <c:pt idx="1137">
                  <c:v>3.6637581799999999</c:v>
                </c:pt>
                <c:pt idx="1138">
                  <c:v>3.6667933800000001</c:v>
                </c:pt>
                <c:pt idx="1139">
                  <c:v>3.64629738</c:v>
                </c:pt>
                <c:pt idx="1140">
                  <c:v>3.60358058</c:v>
                </c:pt>
                <c:pt idx="1141">
                  <c:v>3.5738221800000001</c:v>
                </c:pt>
                <c:pt idx="1142">
                  <c:v>3.5885501799999999</c:v>
                </c:pt>
                <c:pt idx="1143">
                  <c:v>3.6311101799999999</c:v>
                </c:pt>
                <c:pt idx="1144">
                  <c:v>3.6607229800000001</c:v>
                </c:pt>
                <c:pt idx="1145">
                  <c:v>3.6437997800000002</c:v>
                </c:pt>
                <c:pt idx="1146">
                  <c:v>3.59710698</c:v>
                </c:pt>
                <c:pt idx="1147">
                  <c:v>3.5536397800000001</c:v>
                </c:pt>
                <c:pt idx="1148">
                  <c:v>3.53706378</c:v>
                </c:pt>
                <c:pt idx="1149">
                  <c:v>3.54036778</c:v>
                </c:pt>
                <c:pt idx="1150">
                  <c:v>3.5458893800000002</c:v>
                </c:pt>
                <c:pt idx="1151">
                  <c:v>3.5440525799999998</c:v>
                </c:pt>
                <c:pt idx="1152">
                  <c:v>3.5271741799999998</c:v>
                </c:pt>
                <c:pt idx="1153">
                  <c:v>3.5100717800000001</c:v>
                </c:pt>
                <c:pt idx="1154">
                  <c:v>3.4920509800000001</c:v>
                </c:pt>
                <c:pt idx="1155">
                  <c:v>3.48484938</c:v>
                </c:pt>
                <c:pt idx="1156">
                  <c:v>3.4891053799999998</c:v>
                </c:pt>
                <c:pt idx="1157">
                  <c:v>3.4921965799999999</c:v>
                </c:pt>
                <c:pt idx="1158">
                  <c:v>3.4768749799999998</c:v>
                </c:pt>
                <c:pt idx="1159">
                  <c:v>3.4433085800000001</c:v>
                </c:pt>
                <c:pt idx="1160">
                  <c:v>3.4051389799999998</c:v>
                </c:pt>
                <c:pt idx="1161">
                  <c:v>3.38241418</c:v>
                </c:pt>
                <c:pt idx="1162">
                  <c:v>3.3761085799999999</c:v>
                </c:pt>
                <c:pt idx="1163">
                  <c:v>3.37495498</c:v>
                </c:pt>
                <c:pt idx="1164">
                  <c:v>3.3711021799999998</c:v>
                </c:pt>
                <c:pt idx="1165">
                  <c:v>3.3477613800000001</c:v>
                </c:pt>
                <c:pt idx="1166">
                  <c:v>3.3044173799999998</c:v>
                </c:pt>
                <c:pt idx="1167">
                  <c:v>3.2680397800000001</c:v>
                </c:pt>
                <c:pt idx="1168">
                  <c:v>3.2313485800000001</c:v>
                </c:pt>
                <c:pt idx="1169">
                  <c:v>3.18138538</c:v>
                </c:pt>
                <c:pt idx="1170">
                  <c:v>3.14201738</c:v>
                </c:pt>
                <c:pt idx="1171">
                  <c:v>3.1211629799999998</c:v>
                </c:pt>
                <c:pt idx="1172">
                  <c:v>3.1023021800000001</c:v>
                </c:pt>
                <c:pt idx="1173">
                  <c:v>3.0739549799999999</c:v>
                </c:pt>
                <c:pt idx="1174">
                  <c:v>3.0392125800000001</c:v>
                </c:pt>
                <c:pt idx="1175">
                  <c:v>3.0109101800000002</c:v>
                </c:pt>
                <c:pt idx="1176">
                  <c:v>2.9945357800000001</c:v>
                </c:pt>
                <c:pt idx="1177">
                  <c:v>2.9840077800000002</c:v>
                </c:pt>
                <c:pt idx="1178">
                  <c:v>2.9663901799999999</c:v>
                </c:pt>
                <c:pt idx="1179">
                  <c:v>2.9374717800000001</c:v>
                </c:pt>
                <c:pt idx="1180">
                  <c:v>2.8995261800000001</c:v>
                </c:pt>
                <c:pt idx="1181">
                  <c:v>2.8581869800000002</c:v>
                </c:pt>
                <c:pt idx="1182">
                  <c:v>2.8157501800000002</c:v>
                </c:pt>
                <c:pt idx="1183">
                  <c:v>2.7767741799999999</c:v>
                </c:pt>
                <c:pt idx="1184">
                  <c:v>2.7441037800000001</c:v>
                </c:pt>
                <c:pt idx="1185">
                  <c:v>2.7116573800000001</c:v>
                </c:pt>
                <c:pt idx="1186">
                  <c:v>2.6789309800000001</c:v>
                </c:pt>
                <c:pt idx="1187">
                  <c:v>2.6475037800000001</c:v>
                </c:pt>
                <c:pt idx="1188">
                  <c:v>2.6031069800000002</c:v>
                </c:pt>
                <c:pt idx="1189">
                  <c:v>2.5539053799999998</c:v>
                </c:pt>
                <c:pt idx="1190">
                  <c:v>2.5123981799999999</c:v>
                </c:pt>
                <c:pt idx="1191">
                  <c:v>2.4802541800000002</c:v>
                </c:pt>
                <c:pt idx="1192">
                  <c:v>2.4566669800000001</c:v>
                </c:pt>
                <c:pt idx="1193">
                  <c:v>2.4443693799999999</c:v>
                </c:pt>
                <c:pt idx="1194">
                  <c:v>2.4325645800000002</c:v>
                </c:pt>
                <c:pt idx="1195">
                  <c:v>2.4096605800000002</c:v>
                </c:pt>
                <c:pt idx="1196">
                  <c:v>2.36565578</c:v>
                </c:pt>
                <c:pt idx="1197">
                  <c:v>2.3151325800000002</c:v>
                </c:pt>
                <c:pt idx="1198">
                  <c:v>2.26848458</c:v>
                </c:pt>
                <c:pt idx="1199">
                  <c:v>2.2275709799999999</c:v>
                </c:pt>
                <c:pt idx="1200">
                  <c:v>2.1918877800000001</c:v>
                </c:pt>
                <c:pt idx="1201">
                  <c:v>2.1530573799999999</c:v>
                </c:pt>
                <c:pt idx="1202">
                  <c:v>2.1098365800000001</c:v>
                </c:pt>
                <c:pt idx="1203">
                  <c:v>2.0642077799999998</c:v>
                </c:pt>
                <c:pt idx="1204">
                  <c:v>2.0309101799999998</c:v>
                </c:pt>
                <c:pt idx="1205">
                  <c:v>2.0069757799999999</c:v>
                </c:pt>
                <c:pt idx="1206">
                  <c:v>1.99244938</c:v>
                </c:pt>
                <c:pt idx="1207">
                  <c:v>1.9704077799999999</c:v>
                </c:pt>
                <c:pt idx="1208">
                  <c:v>1.9366397799999999</c:v>
                </c:pt>
                <c:pt idx="1209">
                  <c:v>1.8833053799999999</c:v>
                </c:pt>
                <c:pt idx="1210">
                  <c:v>1.80939658</c:v>
                </c:pt>
                <c:pt idx="1211">
                  <c:v>1.73169098</c:v>
                </c:pt>
                <c:pt idx="1212">
                  <c:v>1.67018058</c:v>
                </c:pt>
                <c:pt idx="1213">
                  <c:v>1.6284941799999999</c:v>
                </c:pt>
                <c:pt idx="1214">
                  <c:v>1.5956669800000001</c:v>
                </c:pt>
                <c:pt idx="1215">
                  <c:v>1.5635901800000001</c:v>
                </c:pt>
                <c:pt idx="1216">
                  <c:v>1.51378378</c:v>
                </c:pt>
                <c:pt idx="1217">
                  <c:v>1.45129898</c:v>
                </c:pt>
                <c:pt idx="1218">
                  <c:v>1.3860589800000001</c:v>
                </c:pt>
                <c:pt idx="1219">
                  <c:v>1.33222058</c:v>
                </c:pt>
                <c:pt idx="1220">
                  <c:v>1.2980717799999999</c:v>
                </c:pt>
                <c:pt idx="1221">
                  <c:v>1.27642218</c:v>
                </c:pt>
                <c:pt idx="1222">
                  <c:v>1.25850218</c:v>
                </c:pt>
                <c:pt idx="1223">
                  <c:v>1.2363373799999999</c:v>
                </c:pt>
                <c:pt idx="1224">
                  <c:v>1.1991645799999999</c:v>
                </c:pt>
                <c:pt idx="1225">
                  <c:v>1.14649098</c:v>
                </c:pt>
                <c:pt idx="1226">
                  <c:v>1.08914698</c:v>
                </c:pt>
                <c:pt idx="1227">
                  <c:v>1.03061578</c:v>
                </c:pt>
                <c:pt idx="1228">
                  <c:v>0.97840137999999999</c:v>
                </c:pt>
                <c:pt idx="1229">
                  <c:v>0.93328778000000001</c:v>
                </c:pt>
                <c:pt idx="1230">
                  <c:v>0.89609258000000003</c:v>
                </c:pt>
                <c:pt idx="1231">
                  <c:v>0.85843818000000005</c:v>
                </c:pt>
                <c:pt idx="1232">
                  <c:v>0.81595658000000004</c:v>
                </c:pt>
                <c:pt idx="1233">
                  <c:v>0.77657737999999998</c:v>
                </c:pt>
                <c:pt idx="1234">
                  <c:v>0.73146378000000001</c:v>
                </c:pt>
                <c:pt idx="1235">
                  <c:v>0.68717897999999999</c:v>
                </c:pt>
                <c:pt idx="1236">
                  <c:v>0.65044298</c:v>
                </c:pt>
                <c:pt idx="1237">
                  <c:v>0.61724617999999998</c:v>
                </c:pt>
                <c:pt idx="1238">
                  <c:v>0.58404937999999995</c:v>
                </c:pt>
                <c:pt idx="1239">
                  <c:v>0.55453737999999997</c:v>
                </c:pt>
                <c:pt idx="1240">
                  <c:v>0.52461097999999995</c:v>
                </c:pt>
                <c:pt idx="1241">
                  <c:v>0.49200778000000001</c:v>
                </c:pt>
                <c:pt idx="1242">
                  <c:v>0.46391818000000001</c:v>
                </c:pt>
                <c:pt idx="1243">
                  <c:v>0.43536937999999997</c:v>
                </c:pt>
                <c:pt idx="1244">
                  <c:v>0.41009097999999999</c:v>
                </c:pt>
                <c:pt idx="1245">
                  <c:v>0.39078217999999998</c:v>
                </c:pt>
                <c:pt idx="1246">
                  <c:v>0.36881898000000002</c:v>
                </c:pt>
                <c:pt idx="1247">
                  <c:v>0.34615017999999997</c:v>
                </c:pt>
                <c:pt idx="1248">
                  <c:v>0.32963017999999999</c:v>
                </c:pt>
                <c:pt idx="1249">
                  <c:v>0.31108298000000001</c:v>
                </c:pt>
                <c:pt idx="1250">
                  <c:v>0.29381257999999999</c:v>
                </c:pt>
                <c:pt idx="1251">
                  <c:v>0.27750538000000002</c:v>
                </c:pt>
                <c:pt idx="1252">
                  <c:v>0.26047018</c:v>
                </c:pt>
                <c:pt idx="1253">
                  <c:v>0.24613418000000001</c:v>
                </c:pt>
                <c:pt idx="1254">
                  <c:v>0.23297418</c:v>
                </c:pt>
                <c:pt idx="1255">
                  <c:v>0.22141578000000001</c:v>
                </c:pt>
                <c:pt idx="1256">
                  <c:v>0.21638698000000001</c:v>
                </c:pt>
                <c:pt idx="1257">
                  <c:v>0.21687977999999999</c:v>
                </c:pt>
                <c:pt idx="1258">
                  <c:v>0.21505418000000001</c:v>
                </c:pt>
                <c:pt idx="1259">
                  <c:v>0.20907338</c:v>
                </c:pt>
                <c:pt idx="1260">
                  <c:v>0.19328138</c:v>
                </c:pt>
                <c:pt idx="1261">
                  <c:v>0.17237098000000001</c:v>
                </c:pt>
                <c:pt idx="1262">
                  <c:v>0.15950217999999999</c:v>
                </c:pt>
                <c:pt idx="1263">
                  <c:v>0.14689098</c:v>
                </c:pt>
                <c:pt idx="1264">
                  <c:v>0.13678857999999999</c:v>
                </c:pt>
                <c:pt idx="1265">
                  <c:v>0.13052778000000001</c:v>
                </c:pt>
                <c:pt idx="1266">
                  <c:v>0.12088458000000001</c:v>
                </c:pt>
                <c:pt idx="1267">
                  <c:v>0.10804938</c:v>
                </c:pt>
                <c:pt idx="1268">
                  <c:v>9.9279779999999998E-2</c:v>
                </c:pt>
                <c:pt idx="1269">
                  <c:v>9.2044580000000001E-2</c:v>
                </c:pt>
                <c:pt idx="1270">
                  <c:v>8.6276580000000005E-2</c:v>
                </c:pt>
                <c:pt idx="1271">
                  <c:v>7.8100580000000003E-2</c:v>
                </c:pt>
                <c:pt idx="1272">
                  <c:v>7.0999779999999998E-2</c:v>
                </c:pt>
                <c:pt idx="1273">
                  <c:v>6.7897379999999993E-2</c:v>
                </c:pt>
                <c:pt idx="1274">
                  <c:v>6.6721379999999997E-2</c:v>
                </c:pt>
                <c:pt idx="1275">
                  <c:v>6.8558179999999996E-2</c:v>
                </c:pt>
                <c:pt idx="1276">
                  <c:v>6.8199780000000002E-2</c:v>
                </c:pt>
                <c:pt idx="1277">
                  <c:v>6.8390179999999995E-2</c:v>
                </c:pt>
                <c:pt idx="1278">
                  <c:v>6.7090979999999995E-2</c:v>
                </c:pt>
                <c:pt idx="1279">
                  <c:v>6.4313380000000003E-2</c:v>
                </c:pt>
                <c:pt idx="1280">
                  <c:v>6.4010979999999995E-2</c:v>
                </c:pt>
                <c:pt idx="1281">
                  <c:v>6.9241380000000005E-2</c:v>
                </c:pt>
                <c:pt idx="1282">
                  <c:v>6.9902179999999994E-2</c:v>
                </c:pt>
                <c:pt idx="1283">
                  <c:v>7.2858980000000004E-2</c:v>
                </c:pt>
                <c:pt idx="1284">
                  <c:v>7.7014180000000002E-2</c:v>
                </c:pt>
                <c:pt idx="1285">
                  <c:v>8.0206180000000002E-2</c:v>
                </c:pt>
                <c:pt idx="1286">
                  <c:v>8.0206180000000002E-2</c:v>
                </c:pt>
                <c:pt idx="1287">
                  <c:v>8.0430180000000004E-2</c:v>
                </c:pt>
                <c:pt idx="1288">
                  <c:v>8.0497379999999993E-2</c:v>
                </c:pt>
                <c:pt idx="1289">
                  <c:v>7.9623780000000005E-2</c:v>
                </c:pt>
                <c:pt idx="1290">
                  <c:v>8.1348580000000004E-2</c:v>
                </c:pt>
                <c:pt idx="1291">
                  <c:v>8.2983779999999993E-2</c:v>
                </c:pt>
              </c:numCache>
            </c:numRef>
          </c:xVal>
          <c:yVal>
            <c:numRef>
              <c:f>[1]Sheet1!$T$2:$T$1293</c:f>
              <c:numCache>
                <c:formatCode>General</c:formatCode>
                <c:ptCount val="1292"/>
                <c:pt idx="1">
                  <c:v>91.43822999999999</c:v>
                </c:pt>
                <c:pt idx="2">
                  <c:v>91.469450000000009</c:v>
                </c:pt>
                <c:pt idx="3">
                  <c:v>91.497870000000006</c:v>
                </c:pt>
                <c:pt idx="4">
                  <c:v>91.520089999999996</c:v>
                </c:pt>
                <c:pt idx="5">
                  <c:v>91.540769999999995</c:v>
                </c:pt>
                <c:pt idx="6">
                  <c:v>91.526700000000005</c:v>
                </c:pt>
                <c:pt idx="7">
                  <c:v>91.518810000000002</c:v>
                </c:pt>
                <c:pt idx="8">
                  <c:v>91.510499999999993</c:v>
                </c:pt>
                <c:pt idx="9">
                  <c:v>91.504279999999994</c:v>
                </c:pt>
                <c:pt idx="10">
                  <c:v>91.517219999999995</c:v>
                </c:pt>
                <c:pt idx="11">
                  <c:v>91.675470000000004</c:v>
                </c:pt>
                <c:pt idx="12">
                  <c:v>91.679359999999988</c:v>
                </c:pt>
                <c:pt idx="13">
                  <c:v>91.767959999999988</c:v>
                </c:pt>
                <c:pt idx="14">
                  <c:v>91.854320000000001</c:v>
                </c:pt>
                <c:pt idx="15">
                  <c:v>92.07208</c:v>
                </c:pt>
                <c:pt idx="16">
                  <c:v>92.391070000000013</c:v>
                </c:pt>
                <c:pt idx="17">
                  <c:v>92.610620000000011</c:v>
                </c:pt>
                <c:pt idx="18">
                  <c:v>92.647429999999986</c:v>
                </c:pt>
                <c:pt idx="19">
                  <c:v>92.514929999999993</c:v>
                </c:pt>
                <c:pt idx="20">
                  <c:v>92.792010000000005</c:v>
                </c:pt>
                <c:pt idx="21">
                  <c:v>92.727140000000006</c:v>
                </c:pt>
                <c:pt idx="22">
                  <c:v>92.717810000000014</c:v>
                </c:pt>
                <c:pt idx="23">
                  <c:v>92.986829999999998</c:v>
                </c:pt>
                <c:pt idx="24">
                  <c:v>92.916910000000001</c:v>
                </c:pt>
                <c:pt idx="25">
                  <c:v>93.085669999999993</c:v>
                </c:pt>
                <c:pt idx="26">
                  <c:v>93.179130000000015</c:v>
                </c:pt>
                <c:pt idx="27">
                  <c:v>93.007080000000002</c:v>
                </c:pt>
                <c:pt idx="28">
                  <c:v>93.142300000000006</c:v>
                </c:pt>
                <c:pt idx="29">
                  <c:v>93.204209999999989</c:v>
                </c:pt>
                <c:pt idx="30">
                  <c:v>93.112300000000005</c:v>
                </c:pt>
                <c:pt idx="31">
                  <c:v>93.116029999999995</c:v>
                </c:pt>
                <c:pt idx="32">
                  <c:v>93.218519999999998</c:v>
                </c:pt>
                <c:pt idx="33">
                  <c:v>93.16019</c:v>
                </c:pt>
                <c:pt idx="34">
                  <c:v>93.095890000000011</c:v>
                </c:pt>
                <c:pt idx="35">
                  <c:v>93.117379999999997</c:v>
                </c:pt>
                <c:pt idx="36">
                  <c:v>93.164709999999999</c:v>
                </c:pt>
                <c:pt idx="37">
                  <c:v>93.020980000000009</c:v>
                </c:pt>
                <c:pt idx="38">
                  <c:v>93.115819999999999</c:v>
                </c:pt>
                <c:pt idx="39">
                  <c:v>93.270520000000005</c:v>
                </c:pt>
                <c:pt idx="40">
                  <c:v>93.343260000000015</c:v>
                </c:pt>
                <c:pt idx="41">
                  <c:v>93.230530000000002</c:v>
                </c:pt>
                <c:pt idx="42">
                  <c:v>93.280999999999992</c:v>
                </c:pt>
                <c:pt idx="43">
                  <c:v>93.320149999999998</c:v>
                </c:pt>
                <c:pt idx="44">
                  <c:v>93.376289999999997</c:v>
                </c:pt>
                <c:pt idx="45">
                  <c:v>93.4</c:v>
                </c:pt>
                <c:pt idx="46">
                  <c:v>93.333460000000002</c:v>
                </c:pt>
                <c:pt idx="47">
                  <c:v>93.281059999999997</c:v>
                </c:pt>
                <c:pt idx="48">
                  <c:v>93.240839999999992</c:v>
                </c:pt>
                <c:pt idx="49">
                  <c:v>93.32629</c:v>
                </c:pt>
                <c:pt idx="50">
                  <c:v>93.455840000000009</c:v>
                </c:pt>
                <c:pt idx="51">
                  <c:v>93.43329</c:v>
                </c:pt>
                <c:pt idx="52">
                  <c:v>93.413389999999993</c:v>
                </c:pt>
                <c:pt idx="53">
                  <c:v>93.404840000000007</c:v>
                </c:pt>
                <c:pt idx="54">
                  <c:v>93.370159999999998</c:v>
                </c:pt>
                <c:pt idx="55">
                  <c:v>93.431539999999998</c:v>
                </c:pt>
                <c:pt idx="56">
                  <c:v>93.405489999999986</c:v>
                </c:pt>
                <c:pt idx="57">
                  <c:v>93.39833999999999</c:v>
                </c:pt>
                <c:pt idx="58">
                  <c:v>93.396039999999999</c:v>
                </c:pt>
                <c:pt idx="59">
                  <c:v>93.380810000000011</c:v>
                </c:pt>
                <c:pt idx="60">
                  <c:v>93.38485</c:v>
                </c:pt>
                <c:pt idx="61">
                  <c:v>93.387019999999993</c:v>
                </c:pt>
                <c:pt idx="62">
                  <c:v>93.37621</c:v>
                </c:pt>
                <c:pt idx="63">
                  <c:v>93.367789999999999</c:v>
                </c:pt>
                <c:pt idx="64">
                  <c:v>93.32762000000001</c:v>
                </c:pt>
                <c:pt idx="65">
                  <c:v>93.40016</c:v>
                </c:pt>
                <c:pt idx="66">
                  <c:v>93.325890000000001</c:v>
                </c:pt>
                <c:pt idx="67">
                  <c:v>93.497249999999994</c:v>
                </c:pt>
                <c:pt idx="68">
                  <c:v>93.510649999999998</c:v>
                </c:pt>
                <c:pt idx="69">
                  <c:v>93.38843</c:v>
                </c:pt>
                <c:pt idx="70">
                  <c:v>93.104460000000003</c:v>
                </c:pt>
                <c:pt idx="71">
                  <c:v>93.106380000000001</c:v>
                </c:pt>
                <c:pt idx="72">
                  <c:v>93.094509999999985</c:v>
                </c:pt>
                <c:pt idx="73">
                  <c:v>93.272049999999993</c:v>
                </c:pt>
                <c:pt idx="74">
                  <c:v>92.92934000000001</c:v>
                </c:pt>
                <c:pt idx="75">
                  <c:v>93.018590000000003</c:v>
                </c:pt>
                <c:pt idx="76">
                  <c:v>92.986439999999988</c:v>
                </c:pt>
                <c:pt idx="77">
                  <c:v>92.976030000000009</c:v>
                </c:pt>
                <c:pt idx="78">
                  <c:v>92.846030000000013</c:v>
                </c:pt>
                <c:pt idx="79">
                  <c:v>92.61618</c:v>
                </c:pt>
                <c:pt idx="80">
                  <c:v>92.518280000000004</c:v>
                </c:pt>
                <c:pt idx="81">
                  <c:v>92.439820000000012</c:v>
                </c:pt>
                <c:pt idx="82">
                  <c:v>92.402739999999994</c:v>
                </c:pt>
                <c:pt idx="83">
                  <c:v>92.519899999999993</c:v>
                </c:pt>
                <c:pt idx="84">
                  <c:v>92.230289999999997</c:v>
                </c:pt>
                <c:pt idx="85">
                  <c:v>92.170810000000003</c:v>
                </c:pt>
                <c:pt idx="86">
                  <c:v>92.23857000000001</c:v>
                </c:pt>
                <c:pt idx="87">
                  <c:v>92.048240000000007</c:v>
                </c:pt>
                <c:pt idx="88">
                  <c:v>91.910240000000002</c:v>
                </c:pt>
                <c:pt idx="89">
                  <c:v>91.803269999999998</c:v>
                </c:pt>
                <c:pt idx="90">
                  <c:v>91.803510000000003</c:v>
                </c:pt>
                <c:pt idx="91">
                  <c:v>91.780320000000003</c:v>
                </c:pt>
                <c:pt idx="92">
                  <c:v>91.91574</c:v>
                </c:pt>
                <c:pt idx="93">
                  <c:v>91.719200000000001</c:v>
                </c:pt>
                <c:pt idx="94">
                  <c:v>91.825130000000001</c:v>
                </c:pt>
                <c:pt idx="95">
                  <c:v>91.66377</c:v>
                </c:pt>
                <c:pt idx="96">
                  <c:v>91.63843</c:v>
                </c:pt>
                <c:pt idx="97">
                  <c:v>91.622009999999989</c:v>
                </c:pt>
                <c:pt idx="98">
                  <c:v>91.569000000000003</c:v>
                </c:pt>
                <c:pt idx="99">
                  <c:v>91.598539999999986</c:v>
                </c:pt>
                <c:pt idx="100">
                  <c:v>91.585049999999995</c:v>
                </c:pt>
                <c:pt idx="101">
                  <c:v>91.729299999999995</c:v>
                </c:pt>
                <c:pt idx="102">
                  <c:v>91.669690000000003</c:v>
                </c:pt>
                <c:pt idx="103">
                  <c:v>91.627579999999995</c:v>
                </c:pt>
                <c:pt idx="104">
                  <c:v>91.564490000000006</c:v>
                </c:pt>
                <c:pt idx="105">
                  <c:v>91.525419999999997</c:v>
                </c:pt>
                <c:pt idx="106">
                  <c:v>91.491430000000008</c:v>
                </c:pt>
                <c:pt idx="107">
                  <c:v>91.467779999999991</c:v>
                </c:pt>
                <c:pt idx="108">
                  <c:v>91.47838999999999</c:v>
                </c:pt>
                <c:pt idx="109">
                  <c:v>91.486000000000004</c:v>
                </c:pt>
                <c:pt idx="110">
                  <c:v>91.428049999999985</c:v>
                </c:pt>
                <c:pt idx="111">
                  <c:v>91.642170000000007</c:v>
                </c:pt>
                <c:pt idx="112">
                  <c:v>91.702580000000012</c:v>
                </c:pt>
                <c:pt idx="113">
                  <c:v>91.789569999999998</c:v>
                </c:pt>
                <c:pt idx="114">
                  <c:v>91.907470000000004</c:v>
                </c:pt>
                <c:pt idx="115">
                  <c:v>92.074580000000012</c:v>
                </c:pt>
                <c:pt idx="116">
                  <c:v>92.233499999999992</c:v>
                </c:pt>
                <c:pt idx="117">
                  <c:v>92.32978</c:v>
                </c:pt>
                <c:pt idx="118">
                  <c:v>92.298150000000007</c:v>
                </c:pt>
                <c:pt idx="119">
                  <c:v>92.464209999999994</c:v>
                </c:pt>
                <c:pt idx="120">
                  <c:v>92.610109999999992</c:v>
                </c:pt>
                <c:pt idx="121">
                  <c:v>92.696970000000007</c:v>
                </c:pt>
                <c:pt idx="122">
                  <c:v>92.515990000000002</c:v>
                </c:pt>
                <c:pt idx="123">
                  <c:v>92.585750000000004</c:v>
                </c:pt>
                <c:pt idx="124">
                  <c:v>92.897919999999999</c:v>
                </c:pt>
                <c:pt idx="125">
                  <c:v>92.692390000000003</c:v>
                </c:pt>
                <c:pt idx="126">
                  <c:v>92.811190000000011</c:v>
                </c:pt>
                <c:pt idx="127">
                  <c:v>93.076480000000004</c:v>
                </c:pt>
                <c:pt idx="128">
                  <c:v>93.08202</c:v>
                </c:pt>
                <c:pt idx="129">
                  <c:v>92.954769999999996</c:v>
                </c:pt>
                <c:pt idx="130">
                  <c:v>92.941249999999997</c:v>
                </c:pt>
                <c:pt idx="131">
                  <c:v>92.905379999999994</c:v>
                </c:pt>
                <c:pt idx="132">
                  <c:v>92.9255</c:v>
                </c:pt>
                <c:pt idx="133">
                  <c:v>92.943920000000006</c:v>
                </c:pt>
                <c:pt idx="134">
                  <c:v>92.996359999999996</c:v>
                </c:pt>
                <c:pt idx="135">
                  <c:v>92.954170000000005</c:v>
                </c:pt>
                <c:pt idx="136">
                  <c:v>92.912320000000008</c:v>
                </c:pt>
                <c:pt idx="137">
                  <c:v>92.972649999999987</c:v>
                </c:pt>
                <c:pt idx="138">
                  <c:v>93.025420000000011</c:v>
                </c:pt>
                <c:pt idx="139">
                  <c:v>93.06814</c:v>
                </c:pt>
                <c:pt idx="140">
                  <c:v>92.968159999999997</c:v>
                </c:pt>
                <c:pt idx="141">
                  <c:v>92.892980000000009</c:v>
                </c:pt>
                <c:pt idx="142">
                  <c:v>93.012130000000013</c:v>
                </c:pt>
                <c:pt idx="143">
                  <c:v>92.872350000000012</c:v>
                </c:pt>
                <c:pt idx="144">
                  <c:v>92.829540000000009</c:v>
                </c:pt>
                <c:pt idx="145">
                  <c:v>92.786030000000011</c:v>
                </c:pt>
                <c:pt idx="146">
                  <c:v>92.743400000000008</c:v>
                </c:pt>
                <c:pt idx="147">
                  <c:v>92.948869999999999</c:v>
                </c:pt>
                <c:pt idx="148">
                  <c:v>92.954089999999994</c:v>
                </c:pt>
                <c:pt idx="149">
                  <c:v>92.955369999999988</c:v>
                </c:pt>
                <c:pt idx="150">
                  <c:v>93.190880000000007</c:v>
                </c:pt>
                <c:pt idx="151">
                  <c:v>92.962980000000002</c:v>
                </c:pt>
                <c:pt idx="152">
                  <c:v>93.044089999999997</c:v>
                </c:pt>
                <c:pt idx="153">
                  <c:v>93.02901</c:v>
                </c:pt>
                <c:pt idx="154">
                  <c:v>93.078879999999998</c:v>
                </c:pt>
                <c:pt idx="155">
                  <c:v>93.120809999999992</c:v>
                </c:pt>
                <c:pt idx="156">
                  <c:v>93.152940000000001</c:v>
                </c:pt>
                <c:pt idx="157">
                  <c:v>93.178079999999994</c:v>
                </c:pt>
                <c:pt idx="158">
                  <c:v>93.186859999999996</c:v>
                </c:pt>
                <c:pt idx="159">
                  <c:v>93.140680000000003</c:v>
                </c:pt>
                <c:pt idx="160">
                  <c:v>93.251390000000001</c:v>
                </c:pt>
                <c:pt idx="161">
                  <c:v>93.120449999999991</c:v>
                </c:pt>
                <c:pt idx="162">
                  <c:v>92.931139999999999</c:v>
                </c:pt>
                <c:pt idx="163">
                  <c:v>93.048739999999995</c:v>
                </c:pt>
                <c:pt idx="164">
                  <c:v>92.952480000000008</c:v>
                </c:pt>
                <c:pt idx="165">
                  <c:v>92.931129999999996</c:v>
                </c:pt>
                <c:pt idx="166">
                  <c:v>93.032970000000006</c:v>
                </c:pt>
                <c:pt idx="167">
                  <c:v>92.947299999999998</c:v>
                </c:pt>
                <c:pt idx="168">
                  <c:v>92.888319999999993</c:v>
                </c:pt>
                <c:pt idx="169">
                  <c:v>92.924840000000003</c:v>
                </c:pt>
                <c:pt idx="170">
                  <c:v>92.76348999999999</c:v>
                </c:pt>
                <c:pt idx="171">
                  <c:v>92.728009999999998</c:v>
                </c:pt>
                <c:pt idx="172">
                  <c:v>92.690280000000001</c:v>
                </c:pt>
                <c:pt idx="173">
                  <c:v>92.504199999999997</c:v>
                </c:pt>
                <c:pt idx="174">
                  <c:v>92.426439999999999</c:v>
                </c:pt>
                <c:pt idx="175">
                  <c:v>92.517189999999999</c:v>
                </c:pt>
                <c:pt idx="176">
                  <c:v>92.231740000000002</c:v>
                </c:pt>
                <c:pt idx="177">
                  <c:v>92.329190000000011</c:v>
                </c:pt>
                <c:pt idx="178">
                  <c:v>92.05519000000001</c:v>
                </c:pt>
                <c:pt idx="179">
                  <c:v>92.164300000000011</c:v>
                </c:pt>
                <c:pt idx="180">
                  <c:v>92.022539999999992</c:v>
                </c:pt>
                <c:pt idx="181">
                  <c:v>91.911259999999999</c:v>
                </c:pt>
                <c:pt idx="182">
                  <c:v>91.804780000000008</c:v>
                </c:pt>
                <c:pt idx="183">
                  <c:v>91.785340000000005</c:v>
                </c:pt>
                <c:pt idx="184">
                  <c:v>91.624979999999994</c:v>
                </c:pt>
                <c:pt idx="185">
                  <c:v>91.614640000000009</c:v>
                </c:pt>
                <c:pt idx="186">
                  <c:v>91.68159</c:v>
                </c:pt>
                <c:pt idx="187">
                  <c:v>91.445250000000001</c:v>
                </c:pt>
                <c:pt idx="188">
                  <c:v>91.499809999999997</c:v>
                </c:pt>
                <c:pt idx="189">
                  <c:v>91.466709999999992</c:v>
                </c:pt>
                <c:pt idx="190">
                  <c:v>91.472560000000001</c:v>
                </c:pt>
                <c:pt idx="191">
                  <c:v>91.52861</c:v>
                </c:pt>
                <c:pt idx="192">
                  <c:v>91.296769999999995</c:v>
                </c:pt>
                <c:pt idx="193">
                  <c:v>91.232100000000003</c:v>
                </c:pt>
                <c:pt idx="194">
                  <c:v>91.24893999999999</c:v>
                </c:pt>
                <c:pt idx="195">
                  <c:v>91.330010000000001</c:v>
                </c:pt>
                <c:pt idx="196">
                  <c:v>91.176069999999996</c:v>
                </c:pt>
                <c:pt idx="197">
                  <c:v>91.131220000000013</c:v>
                </c:pt>
                <c:pt idx="198">
                  <c:v>91.166870000000003</c:v>
                </c:pt>
                <c:pt idx="199">
                  <c:v>91.063040000000001</c:v>
                </c:pt>
                <c:pt idx="200">
                  <c:v>91.031040000000004</c:v>
                </c:pt>
                <c:pt idx="201">
                  <c:v>91.002989999999997</c:v>
                </c:pt>
                <c:pt idx="202">
                  <c:v>91.155799999999999</c:v>
                </c:pt>
                <c:pt idx="203">
                  <c:v>91</c:v>
                </c:pt>
                <c:pt idx="204">
                  <c:v>91.13776</c:v>
                </c:pt>
                <c:pt idx="205">
                  <c:v>91.164090000000016</c:v>
                </c:pt>
                <c:pt idx="206">
                  <c:v>91.112400000000008</c:v>
                </c:pt>
                <c:pt idx="207">
                  <c:v>91.295050000000003</c:v>
                </c:pt>
                <c:pt idx="208">
                  <c:v>91.433880000000002</c:v>
                </c:pt>
                <c:pt idx="209">
                  <c:v>91.614299999999986</c:v>
                </c:pt>
                <c:pt idx="210">
                  <c:v>91.791160000000005</c:v>
                </c:pt>
                <c:pt idx="211">
                  <c:v>91.951129999999992</c:v>
                </c:pt>
                <c:pt idx="212">
                  <c:v>91.97278</c:v>
                </c:pt>
                <c:pt idx="213">
                  <c:v>92.239100000000008</c:v>
                </c:pt>
                <c:pt idx="214">
                  <c:v>92.197639999999993</c:v>
                </c:pt>
                <c:pt idx="215">
                  <c:v>92.397930000000002</c:v>
                </c:pt>
                <c:pt idx="216">
                  <c:v>92.418509999999998</c:v>
                </c:pt>
                <c:pt idx="217">
                  <c:v>92.44511</c:v>
                </c:pt>
                <c:pt idx="218">
                  <c:v>92.594949999999997</c:v>
                </c:pt>
                <c:pt idx="219">
                  <c:v>92.768110000000007</c:v>
                </c:pt>
                <c:pt idx="220">
                  <c:v>92.750990000000002</c:v>
                </c:pt>
                <c:pt idx="221">
                  <c:v>92.749279999999999</c:v>
                </c:pt>
                <c:pt idx="222">
                  <c:v>92.827249999999992</c:v>
                </c:pt>
                <c:pt idx="223">
                  <c:v>92.995499999999993</c:v>
                </c:pt>
                <c:pt idx="224">
                  <c:v>93.17949999999999</c:v>
                </c:pt>
                <c:pt idx="225">
                  <c:v>93.180779999999999</c:v>
                </c:pt>
                <c:pt idx="226">
                  <c:v>93.123310000000004</c:v>
                </c:pt>
                <c:pt idx="227">
                  <c:v>92.977989999999991</c:v>
                </c:pt>
                <c:pt idx="228">
                  <c:v>92.975150000000014</c:v>
                </c:pt>
                <c:pt idx="229">
                  <c:v>93.152100000000004</c:v>
                </c:pt>
                <c:pt idx="230">
                  <c:v>93.162049999999994</c:v>
                </c:pt>
                <c:pt idx="231">
                  <c:v>93.089169999999996</c:v>
                </c:pt>
                <c:pt idx="232">
                  <c:v>93.151229999999998</c:v>
                </c:pt>
                <c:pt idx="233">
                  <c:v>93.099640000000008</c:v>
                </c:pt>
                <c:pt idx="234">
                  <c:v>93.137540000000001</c:v>
                </c:pt>
                <c:pt idx="235">
                  <c:v>93.105559999999997</c:v>
                </c:pt>
                <c:pt idx="236">
                  <c:v>93.225750000000005</c:v>
                </c:pt>
                <c:pt idx="237">
                  <c:v>93.223109999999991</c:v>
                </c:pt>
                <c:pt idx="238">
                  <c:v>93.253520000000009</c:v>
                </c:pt>
                <c:pt idx="239">
                  <c:v>93.276070000000004</c:v>
                </c:pt>
                <c:pt idx="240">
                  <c:v>93.355180000000004</c:v>
                </c:pt>
                <c:pt idx="241">
                  <c:v>93.375140000000002</c:v>
                </c:pt>
                <c:pt idx="242">
                  <c:v>93.416689999999988</c:v>
                </c:pt>
                <c:pt idx="243">
                  <c:v>93.452230000000014</c:v>
                </c:pt>
                <c:pt idx="244">
                  <c:v>93.445230000000009</c:v>
                </c:pt>
                <c:pt idx="245">
                  <c:v>93.441759999999988</c:v>
                </c:pt>
                <c:pt idx="246">
                  <c:v>93.389849999999996</c:v>
                </c:pt>
                <c:pt idx="247">
                  <c:v>93.396810000000002</c:v>
                </c:pt>
                <c:pt idx="248">
                  <c:v>93.408239999999992</c:v>
                </c:pt>
                <c:pt idx="249">
                  <c:v>93.360679999999988</c:v>
                </c:pt>
                <c:pt idx="250">
                  <c:v>93.368549999999999</c:v>
                </c:pt>
                <c:pt idx="251">
                  <c:v>93.442000000000007</c:v>
                </c:pt>
                <c:pt idx="252">
                  <c:v>93.267699999999991</c:v>
                </c:pt>
                <c:pt idx="253">
                  <c:v>93.462700000000012</c:v>
                </c:pt>
                <c:pt idx="254">
                  <c:v>93.452870000000004</c:v>
                </c:pt>
                <c:pt idx="255">
                  <c:v>93.450760000000002</c:v>
                </c:pt>
                <c:pt idx="256">
                  <c:v>93.447370000000006</c:v>
                </c:pt>
                <c:pt idx="257">
                  <c:v>93.420529999999999</c:v>
                </c:pt>
                <c:pt idx="258">
                  <c:v>93.425209999999993</c:v>
                </c:pt>
                <c:pt idx="259">
                  <c:v>93.426770000000005</c:v>
                </c:pt>
                <c:pt idx="260">
                  <c:v>93.430250000000001</c:v>
                </c:pt>
                <c:pt idx="261">
                  <c:v>93.432910000000007</c:v>
                </c:pt>
                <c:pt idx="262">
                  <c:v>93.410439999999994</c:v>
                </c:pt>
                <c:pt idx="263">
                  <c:v>93.491700000000009</c:v>
                </c:pt>
                <c:pt idx="264">
                  <c:v>93.417299999999997</c:v>
                </c:pt>
                <c:pt idx="265">
                  <c:v>93.480629999999991</c:v>
                </c:pt>
                <c:pt idx="266">
                  <c:v>93.299120000000002</c:v>
                </c:pt>
                <c:pt idx="267">
                  <c:v>93.357119999999995</c:v>
                </c:pt>
                <c:pt idx="268">
                  <c:v>93.161450000000002</c:v>
                </c:pt>
                <c:pt idx="269">
                  <c:v>93.136560000000003</c:v>
                </c:pt>
                <c:pt idx="270">
                  <c:v>93.099860000000007</c:v>
                </c:pt>
                <c:pt idx="271">
                  <c:v>92.960470000000001</c:v>
                </c:pt>
                <c:pt idx="272">
                  <c:v>92.670630000000003</c:v>
                </c:pt>
                <c:pt idx="273">
                  <c:v>92.856450000000009</c:v>
                </c:pt>
                <c:pt idx="274">
                  <c:v>92.796540000000007</c:v>
                </c:pt>
                <c:pt idx="275">
                  <c:v>92.451580000000007</c:v>
                </c:pt>
                <c:pt idx="276">
                  <c:v>92.297429999999991</c:v>
                </c:pt>
                <c:pt idx="277">
                  <c:v>92.329380000000015</c:v>
                </c:pt>
                <c:pt idx="278">
                  <c:v>92.206159999999997</c:v>
                </c:pt>
                <c:pt idx="279">
                  <c:v>92.199839999999995</c:v>
                </c:pt>
                <c:pt idx="280">
                  <c:v>92.013079999999988</c:v>
                </c:pt>
                <c:pt idx="281">
                  <c:v>91.968760000000003</c:v>
                </c:pt>
                <c:pt idx="282">
                  <c:v>91.795120000000011</c:v>
                </c:pt>
                <c:pt idx="283">
                  <c:v>91.780439999999999</c:v>
                </c:pt>
                <c:pt idx="284">
                  <c:v>91.697059999999993</c:v>
                </c:pt>
                <c:pt idx="285">
                  <c:v>91.506710000000012</c:v>
                </c:pt>
                <c:pt idx="286">
                  <c:v>91.508730000000014</c:v>
                </c:pt>
                <c:pt idx="287">
                  <c:v>91.531579999999991</c:v>
                </c:pt>
                <c:pt idx="288">
                  <c:v>91.66395</c:v>
                </c:pt>
                <c:pt idx="289">
                  <c:v>91.562210000000007</c:v>
                </c:pt>
                <c:pt idx="290">
                  <c:v>91.482370000000003</c:v>
                </c:pt>
                <c:pt idx="291">
                  <c:v>91.421530000000004</c:v>
                </c:pt>
                <c:pt idx="292">
                  <c:v>91.367419999999996</c:v>
                </c:pt>
                <c:pt idx="293">
                  <c:v>91.313209999999998</c:v>
                </c:pt>
                <c:pt idx="294">
                  <c:v>91.234070000000003</c:v>
                </c:pt>
                <c:pt idx="295">
                  <c:v>91.441870000000009</c:v>
                </c:pt>
                <c:pt idx="296">
                  <c:v>91.340810000000005</c:v>
                </c:pt>
                <c:pt idx="297">
                  <c:v>91.262180000000001</c:v>
                </c:pt>
                <c:pt idx="298">
                  <c:v>91.289850000000001</c:v>
                </c:pt>
                <c:pt idx="299">
                  <c:v>91.311280000000011</c:v>
                </c:pt>
                <c:pt idx="300">
                  <c:v>91.311120000000003</c:v>
                </c:pt>
                <c:pt idx="301">
                  <c:v>91.420720000000003</c:v>
                </c:pt>
                <c:pt idx="302">
                  <c:v>91.389669999999995</c:v>
                </c:pt>
                <c:pt idx="303">
                  <c:v>91.523559999999989</c:v>
                </c:pt>
                <c:pt idx="304">
                  <c:v>91.718600000000009</c:v>
                </c:pt>
                <c:pt idx="305">
                  <c:v>92.105940000000004</c:v>
                </c:pt>
                <c:pt idx="306">
                  <c:v>92.332009999999997</c:v>
                </c:pt>
                <c:pt idx="307">
                  <c:v>92.374470000000002</c:v>
                </c:pt>
                <c:pt idx="308">
                  <c:v>92.647680000000008</c:v>
                </c:pt>
                <c:pt idx="309">
                  <c:v>92.671179999999993</c:v>
                </c:pt>
                <c:pt idx="310">
                  <c:v>92.833939999999998</c:v>
                </c:pt>
                <c:pt idx="311">
                  <c:v>92.900899999999993</c:v>
                </c:pt>
                <c:pt idx="312">
                  <c:v>92.980940000000004</c:v>
                </c:pt>
                <c:pt idx="313">
                  <c:v>92.89564</c:v>
                </c:pt>
                <c:pt idx="314">
                  <c:v>92.915750000000003</c:v>
                </c:pt>
                <c:pt idx="315">
                  <c:v>92.965769999999992</c:v>
                </c:pt>
                <c:pt idx="316">
                  <c:v>93.146350000000012</c:v>
                </c:pt>
                <c:pt idx="317">
                  <c:v>93.058630000000008</c:v>
                </c:pt>
                <c:pt idx="318">
                  <c:v>93.144319999999993</c:v>
                </c:pt>
                <c:pt idx="319">
                  <c:v>93.340630000000004</c:v>
                </c:pt>
                <c:pt idx="320">
                  <c:v>93.229950000000002</c:v>
                </c:pt>
                <c:pt idx="321">
                  <c:v>93.29670999999999</c:v>
                </c:pt>
                <c:pt idx="322">
                  <c:v>93.349189999999993</c:v>
                </c:pt>
                <c:pt idx="323">
                  <c:v>93.263739999999999</c:v>
                </c:pt>
                <c:pt idx="324">
                  <c:v>93.288129999999995</c:v>
                </c:pt>
                <c:pt idx="325">
                  <c:v>93.273899999999998</c:v>
                </c:pt>
                <c:pt idx="326">
                  <c:v>93.145989999999998</c:v>
                </c:pt>
                <c:pt idx="327">
                  <c:v>93.193330000000003</c:v>
                </c:pt>
                <c:pt idx="328">
                  <c:v>93.154640000000001</c:v>
                </c:pt>
                <c:pt idx="329">
                  <c:v>93.120249999999999</c:v>
                </c:pt>
                <c:pt idx="330">
                  <c:v>93.138819999999996</c:v>
                </c:pt>
                <c:pt idx="331">
                  <c:v>93.25336999999999</c:v>
                </c:pt>
                <c:pt idx="332">
                  <c:v>93.216999999999999</c:v>
                </c:pt>
                <c:pt idx="333">
                  <c:v>93.222629999999995</c:v>
                </c:pt>
                <c:pt idx="334">
                  <c:v>93.199389999999994</c:v>
                </c:pt>
                <c:pt idx="335">
                  <c:v>93.182490000000001</c:v>
                </c:pt>
                <c:pt idx="336">
                  <c:v>93.163260000000008</c:v>
                </c:pt>
                <c:pt idx="337">
                  <c:v>93.150320000000008</c:v>
                </c:pt>
                <c:pt idx="338">
                  <c:v>93.136319999999998</c:v>
                </c:pt>
                <c:pt idx="339">
                  <c:v>93.128960000000006</c:v>
                </c:pt>
                <c:pt idx="340">
                  <c:v>93.126710000000003</c:v>
                </c:pt>
                <c:pt idx="341">
                  <c:v>93.139690000000002</c:v>
                </c:pt>
                <c:pt idx="342">
                  <c:v>93.143419999999992</c:v>
                </c:pt>
                <c:pt idx="343">
                  <c:v>93.146799999999985</c:v>
                </c:pt>
                <c:pt idx="344">
                  <c:v>93.149820000000005</c:v>
                </c:pt>
                <c:pt idx="345">
                  <c:v>93.156639999999996</c:v>
                </c:pt>
                <c:pt idx="346">
                  <c:v>93.15034</c:v>
                </c:pt>
                <c:pt idx="347">
                  <c:v>93.142580000000009</c:v>
                </c:pt>
                <c:pt idx="348">
                  <c:v>93.12079</c:v>
                </c:pt>
                <c:pt idx="349">
                  <c:v>93.10508999999999</c:v>
                </c:pt>
                <c:pt idx="350">
                  <c:v>93.115369999999999</c:v>
                </c:pt>
                <c:pt idx="351">
                  <c:v>93.134990000000002</c:v>
                </c:pt>
                <c:pt idx="352">
                  <c:v>93.170009999999991</c:v>
                </c:pt>
                <c:pt idx="353">
                  <c:v>92.937259999999995</c:v>
                </c:pt>
                <c:pt idx="354">
                  <c:v>93.308420000000012</c:v>
                </c:pt>
                <c:pt idx="355">
                  <c:v>93.043639999999996</c:v>
                </c:pt>
                <c:pt idx="356">
                  <c:v>93.102119999999999</c:v>
                </c:pt>
                <c:pt idx="357">
                  <c:v>92.924659999999989</c:v>
                </c:pt>
                <c:pt idx="358">
                  <c:v>92.904429999999991</c:v>
                </c:pt>
                <c:pt idx="359">
                  <c:v>92.895929999999993</c:v>
                </c:pt>
                <c:pt idx="360">
                  <c:v>92.70232</c:v>
                </c:pt>
                <c:pt idx="361">
                  <c:v>92.682389999999998</c:v>
                </c:pt>
                <c:pt idx="362">
                  <c:v>92.448210000000003</c:v>
                </c:pt>
                <c:pt idx="363">
                  <c:v>92.268550000000005</c:v>
                </c:pt>
                <c:pt idx="364">
                  <c:v>92.496170000000006</c:v>
                </c:pt>
                <c:pt idx="365">
                  <c:v>92.416850000000011</c:v>
                </c:pt>
                <c:pt idx="366">
                  <c:v>92.267880000000005</c:v>
                </c:pt>
                <c:pt idx="367">
                  <c:v>92.142240000000001</c:v>
                </c:pt>
                <c:pt idx="368">
                  <c:v>91.935199999999995</c:v>
                </c:pt>
                <c:pt idx="369">
                  <c:v>91.898259999999993</c:v>
                </c:pt>
                <c:pt idx="370">
                  <c:v>91.824739999999991</c:v>
                </c:pt>
                <c:pt idx="371">
                  <c:v>91.689019999999999</c:v>
                </c:pt>
                <c:pt idx="372">
                  <c:v>91.629760000000005</c:v>
                </c:pt>
                <c:pt idx="373">
                  <c:v>91.58211</c:v>
                </c:pt>
                <c:pt idx="374">
                  <c:v>91.606830000000002</c:v>
                </c:pt>
                <c:pt idx="375">
                  <c:v>91.739540000000005</c:v>
                </c:pt>
                <c:pt idx="376">
                  <c:v>91.570699999999988</c:v>
                </c:pt>
                <c:pt idx="377">
                  <c:v>91.423210000000012</c:v>
                </c:pt>
                <c:pt idx="378">
                  <c:v>91.587350000000001</c:v>
                </c:pt>
                <c:pt idx="379">
                  <c:v>91.499310000000008</c:v>
                </c:pt>
                <c:pt idx="380">
                  <c:v>91.418040000000005</c:v>
                </c:pt>
                <c:pt idx="381">
                  <c:v>91.359840000000005</c:v>
                </c:pt>
                <c:pt idx="382">
                  <c:v>91.379429999999999</c:v>
                </c:pt>
                <c:pt idx="383">
                  <c:v>91.393920000000008</c:v>
                </c:pt>
                <c:pt idx="384">
                  <c:v>91.405529999999999</c:v>
                </c:pt>
                <c:pt idx="385">
                  <c:v>91.415780000000012</c:v>
                </c:pt>
                <c:pt idx="386">
                  <c:v>91.374210000000005</c:v>
                </c:pt>
                <c:pt idx="387">
                  <c:v>91.348299999999995</c:v>
                </c:pt>
                <c:pt idx="388">
                  <c:v>91.373169999999988</c:v>
                </c:pt>
                <c:pt idx="389">
                  <c:v>91.383310000000009</c:v>
                </c:pt>
                <c:pt idx="390">
                  <c:v>91.565030000000007</c:v>
                </c:pt>
                <c:pt idx="391">
                  <c:v>91.69144</c:v>
                </c:pt>
                <c:pt idx="392">
                  <c:v>91.925659999999993</c:v>
                </c:pt>
                <c:pt idx="393">
                  <c:v>92.139380000000003</c:v>
                </c:pt>
                <c:pt idx="394">
                  <c:v>92.048520000000011</c:v>
                </c:pt>
                <c:pt idx="395">
                  <c:v>92.255629999999996</c:v>
                </c:pt>
                <c:pt idx="396">
                  <c:v>92.538520000000005</c:v>
                </c:pt>
                <c:pt idx="397">
                  <c:v>92.627970000000005</c:v>
                </c:pt>
                <c:pt idx="398">
                  <c:v>92.627769999999998</c:v>
                </c:pt>
                <c:pt idx="399">
                  <c:v>92.716630000000009</c:v>
                </c:pt>
                <c:pt idx="400">
                  <c:v>92.764779999999988</c:v>
                </c:pt>
                <c:pt idx="401">
                  <c:v>92.899910000000006</c:v>
                </c:pt>
                <c:pt idx="402">
                  <c:v>92.668949999999995</c:v>
                </c:pt>
                <c:pt idx="403">
                  <c:v>92.866659999999996</c:v>
                </c:pt>
                <c:pt idx="404">
                  <c:v>92.635109999999997</c:v>
                </c:pt>
                <c:pt idx="405">
                  <c:v>92.909349999999989</c:v>
                </c:pt>
                <c:pt idx="406">
                  <c:v>93.115650000000002</c:v>
                </c:pt>
                <c:pt idx="407">
                  <c:v>93.019149999999996</c:v>
                </c:pt>
                <c:pt idx="408">
                  <c:v>92.79113000000001</c:v>
                </c:pt>
                <c:pt idx="409">
                  <c:v>92.971699999999998</c:v>
                </c:pt>
                <c:pt idx="410">
                  <c:v>92.92322999999999</c:v>
                </c:pt>
                <c:pt idx="411">
                  <c:v>92.914999999999992</c:v>
                </c:pt>
                <c:pt idx="412">
                  <c:v>93.020530000000008</c:v>
                </c:pt>
                <c:pt idx="413">
                  <c:v>93.107520000000008</c:v>
                </c:pt>
                <c:pt idx="414">
                  <c:v>93.114519999999999</c:v>
                </c:pt>
                <c:pt idx="415">
                  <c:v>93.09984</c:v>
                </c:pt>
                <c:pt idx="416">
                  <c:v>93.124040000000008</c:v>
                </c:pt>
                <c:pt idx="417">
                  <c:v>93.144720000000007</c:v>
                </c:pt>
                <c:pt idx="418">
                  <c:v>93.153840000000002</c:v>
                </c:pt>
                <c:pt idx="419">
                  <c:v>93.167839999999998</c:v>
                </c:pt>
                <c:pt idx="420">
                  <c:v>93.211749999999995</c:v>
                </c:pt>
                <c:pt idx="421">
                  <c:v>93.252530000000007</c:v>
                </c:pt>
                <c:pt idx="422">
                  <c:v>93.189210000000003</c:v>
                </c:pt>
                <c:pt idx="423">
                  <c:v>93.243639999999999</c:v>
                </c:pt>
                <c:pt idx="424">
                  <c:v>93.185470000000009</c:v>
                </c:pt>
                <c:pt idx="425">
                  <c:v>93.1738</c:v>
                </c:pt>
                <c:pt idx="426">
                  <c:v>93.179029999999997</c:v>
                </c:pt>
                <c:pt idx="427">
                  <c:v>93.182559999999995</c:v>
                </c:pt>
                <c:pt idx="428">
                  <c:v>93.310820000000007</c:v>
                </c:pt>
                <c:pt idx="429">
                  <c:v>93.176400000000001</c:v>
                </c:pt>
                <c:pt idx="430">
                  <c:v>93.141459999999995</c:v>
                </c:pt>
                <c:pt idx="431">
                  <c:v>93.11551</c:v>
                </c:pt>
                <c:pt idx="432">
                  <c:v>93.090609999999998</c:v>
                </c:pt>
                <c:pt idx="433">
                  <c:v>93.075329999999994</c:v>
                </c:pt>
                <c:pt idx="434">
                  <c:v>93.159050000000008</c:v>
                </c:pt>
                <c:pt idx="435">
                  <c:v>93.217770000000002</c:v>
                </c:pt>
                <c:pt idx="436">
                  <c:v>93.233669999999989</c:v>
                </c:pt>
                <c:pt idx="437">
                  <c:v>93.205080000000009</c:v>
                </c:pt>
                <c:pt idx="438">
                  <c:v>93.194359999999989</c:v>
                </c:pt>
                <c:pt idx="439">
                  <c:v>93.183130000000006</c:v>
                </c:pt>
                <c:pt idx="440">
                  <c:v>93.224280000000007</c:v>
                </c:pt>
                <c:pt idx="441">
                  <c:v>93.138009999999994</c:v>
                </c:pt>
                <c:pt idx="442">
                  <c:v>93.154869999999988</c:v>
                </c:pt>
                <c:pt idx="443">
                  <c:v>93.084670000000003</c:v>
                </c:pt>
                <c:pt idx="444">
                  <c:v>93.274509999999992</c:v>
                </c:pt>
                <c:pt idx="445">
                  <c:v>92.945620000000005</c:v>
                </c:pt>
                <c:pt idx="446">
                  <c:v>92.968910000000008</c:v>
                </c:pt>
                <c:pt idx="447">
                  <c:v>93.121179999999995</c:v>
                </c:pt>
                <c:pt idx="448">
                  <c:v>92.884049999999988</c:v>
                </c:pt>
                <c:pt idx="449">
                  <c:v>93.008150000000001</c:v>
                </c:pt>
                <c:pt idx="450">
                  <c:v>93.102549999999994</c:v>
                </c:pt>
                <c:pt idx="451">
                  <c:v>92.928809999999999</c:v>
                </c:pt>
                <c:pt idx="452">
                  <c:v>92.67774</c:v>
                </c:pt>
                <c:pt idx="453">
                  <c:v>92.889880000000005</c:v>
                </c:pt>
                <c:pt idx="454">
                  <c:v>92.508669999999995</c:v>
                </c:pt>
                <c:pt idx="455">
                  <c:v>92.66431</c:v>
                </c:pt>
                <c:pt idx="456">
                  <c:v>92.531289999999998</c:v>
                </c:pt>
                <c:pt idx="457">
                  <c:v>92.492549999999994</c:v>
                </c:pt>
                <c:pt idx="458">
                  <c:v>92.297689999999989</c:v>
                </c:pt>
                <c:pt idx="459">
                  <c:v>92.230410000000006</c:v>
                </c:pt>
                <c:pt idx="460">
                  <c:v>92.397459999999995</c:v>
                </c:pt>
                <c:pt idx="461">
                  <c:v>92.275649999999999</c:v>
                </c:pt>
                <c:pt idx="462">
                  <c:v>91.88109</c:v>
                </c:pt>
                <c:pt idx="463">
                  <c:v>91.947710000000001</c:v>
                </c:pt>
                <c:pt idx="464">
                  <c:v>91.529699999999991</c:v>
                </c:pt>
                <c:pt idx="465">
                  <c:v>91.392609999999991</c:v>
                </c:pt>
                <c:pt idx="466">
                  <c:v>91.380560000000003</c:v>
                </c:pt>
                <c:pt idx="467">
                  <c:v>91.083470000000005</c:v>
                </c:pt>
                <c:pt idx="468">
                  <c:v>91.21665999999999</c:v>
                </c:pt>
                <c:pt idx="469">
                  <c:v>90.84648</c:v>
                </c:pt>
                <c:pt idx="470">
                  <c:v>90.979500000000002</c:v>
                </c:pt>
                <c:pt idx="471">
                  <c:v>90.858180000000004</c:v>
                </c:pt>
                <c:pt idx="472">
                  <c:v>90.365949999999998</c:v>
                </c:pt>
                <c:pt idx="473">
                  <c:v>90.457430000000002</c:v>
                </c:pt>
                <c:pt idx="474">
                  <c:v>90.236710000000002</c:v>
                </c:pt>
                <c:pt idx="475">
                  <c:v>90.146870000000007</c:v>
                </c:pt>
                <c:pt idx="476">
                  <c:v>90.161079999999998</c:v>
                </c:pt>
                <c:pt idx="477">
                  <c:v>90.125810000000001</c:v>
                </c:pt>
                <c:pt idx="478">
                  <c:v>89.961020000000005</c:v>
                </c:pt>
                <c:pt idx="479">
                  <c:v>89.810999999999993</c:v>
                </c:pt>
                <c:pt idx="480">
                  <c:v>89.844830000000002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33F-47BB-A4CE-89E18ACD8C69}"/>
            </c:ext>
          </c:extLst>
        </c:ser>
        <c:ser>
          <c:idx val="0"/>
          <c:order val="2"/>
          <c:tx>
            <c:strRef>
              <c:f>[통합.xlsx]Sheet1!$U$1</c:f>
              <c:strCache>
                <c:ptCount val="1"/>
                <c:pt idx="0">
                  <c:v>C: 110mm</c:v>
                </c:pt>
              </c:strCache>
            </c:strRef>
          </c:tx>
          <c:spPr>
            <a:ln w="508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[1]Sheet1!$L$2:$L$1293</c:f>
              <c:numCache>
                <c:formatCode>General</c:formatCode>
                <c:ptCount val="1292"/>
                <c:pt idx="1">
                  <c:v>0.34999498000000001</c:v>
                </c:pt>
                <c:pt idx="2">
                  <c:v>0.34638858</c:v>
                </c:pt>
                <c:pt idx="3">
                  <c:v>0.34889737999999998</c:v>
                </c:pt>
                <c:pt idx="4">
                  <c:v>0.35384778</c:v>
                </c:pt>
                <c:pt idx="5">
                  <c:v>0.36057897999999999</c:v>
                </c:pt>
                <c:pt idx="6">
                  <c:v>0.36820617999999999</c:v>
                </c:pt>
                <c:pt idx="7">
                  <c:v>0.37950697999999999</c:v>
                </c:pt>
                <c:pt idx="8">
                  <c:v>0.39379818</c:v>
                </c:pt>
                <c:pt idx="9">
                  <c:v>0.40728298000000002</c:v>
                </c:pt>
                <c:pt idx="10">
                  <c:v>0.41707178</c:v>
                </c:pt>
                <c:pt idx="11">
                  <c:v>0.42896617999999997</c:v>
                </c:pt>
                <c:pt idx="12">
                  <c:v>0.44288778000000001</c:v>
                </c:pt>
                <c:pt idx="13">
                  <c:v>0.45798538</c:v>
                </c:pt>
                <c:pt idx="14">
                  <c:v>0.47294858000000001</c:v>
                </c:pt>
                <c:pt idx="15">
                  <c:v>0.49008457999999999</c:v>
                </c:pt>
                <c:pt idx="16">
                  <c:v>0.51021097999999998</c:v>
                </c:pt>
                <c:pt idx="17">
                  <c:v>0.53643017999999998</c:v>
                </c:pt>
                <c:pt idx="18">
                  <c:v>0.56680458</c:v>
                </c:pt>
                <c:pt idx="19">
                  <c:v>0.61223178</c:v>
                </c:pt>
                <c:pt idx="20">
                  <c:v>0.65725577999999996</c:v>
                </c:pt>
                <c:pt idx="21">
                  <c:v>0.70783498</c:v>
                </c:pt>
                <c:pt idx="22">
                  <c:v>0.77964937999999995</c:v>
                </c:pt>
                <c:pt idx="23">
                  <c:v>0.85877738000000003</c:v>
                </c:pt>
                <c:pt idx="24">
                  <c:v>0.92888937999999999</c:v>
                </c:pt>
                <c:pt idx="25">
                  <c:v>0.98738698000000003</c:v>
                </c:pt>
                <c:pt idx="26">
                  <c:v>1.03625258</c:v>
                </c:pt>
                <c:pt idx="27">
                  <c:v>1.0792381799999999</c:v>
                </c:pt>
                <c:pt idx="28">
                  <c:v>1.1260093799999999</c:v>
                </c:pt>
                <c:pt idx="29">
                  <c:v>1.17999338</c:v>
                </c:pt>
                <c:pt idx="30">
                  <c:v>1.23852458</c:v>
                </c:pt>
                <c:pt idx="31">
                  <c:v>1.29829898</c:v>
                </c:pt>
                <c:pt idx="32">
                  <c:v>1.36496138</c:v>
                </c:pt>
                <c:pt idx="33">
                  <c:v>1.4459821799999999</c:v>
                </c:pt>
                <c:pt idx="34">
                  <c:v>1.5326365799999999</c:v>
                </c:pt>
                <c:pt idx="35">
                  <c:v>1.61561738</c:v>
                </c:pt>
                <c:pt idx="36">
                  <c:v>1.69304298</c:v>
                </c:pt>
                <c:pt idx="37">
                  <c:v>1.7668845799999999</c:v>
                </c:pt>
                <c:pt idx="38">
                  <c:v>1.83937098</c:v>
                </c:pt>
                <c:pt idx="39">
                  <c:v>1.9183085799999999</c:v>
                </c:pt>
                <c:pt idx="40">
                  <c:v>2.00350698</c:v>
                </c:pt>
                <c:pt idx="41">
                  <c:v>2.0871037800000001</c:v>
                </c:pt>
                <c:pt idx="42">
                  <c:v>2.16133738</c:v>
                </c:pt>
                <c:pt idx="43">
                  <c:v>2.2273501800000002</c:v>
                </c:pt>
                <c:pt idx="44">
                  <c:v>2.2817485799999999</c:v>
                </c:pt>
                <c:pt idx="45">
                  <c:v>2.3257757799999998</c:v>
                </c:pt>
                <c:pt idx="46">
                  <c:v>2.3618285800000001</c:v>
                </c:pt>
                <c:pt idx="47">
                  <c:v>2.39655978</c:v>
                </c:pt>
                <c:pt idx="48">
                  <c:v>2.4420317800000002</c:v>
                </c:pt>
                <c:pt idx="49">
                  <c:v>2.4833597799999998</c:v>
                </c:pt>
                <c:pt idx="50">
                  <c:v>2.5188189799999998</c:v>
                </c:pt>
                <c:pt idx="51">
                  <c:v>2.55031338</c:v>
                </c:pt>
                <c:pt idx="52">
                  <c:v>2.5874301800000001</c:v>
                </c:pt>
                <c:pt idx="53">
                  <c:v>2.6263389799999999</c:v>
                </c:pt>
                <c:pt idx="54">
                  <c:v>2.67515978</c:v>
                </c:pt>
                <c:pt idx="55">
                  <c:v>2.7252013800000001</c:v>
                </c:pt>
                <c:pt idx="56">
                  <c:v>2.7708749799999999</c:v>
                </c:pt>
                <c:pt idx="57">
                  <c:v>2.8052365799999999</c:v>
                </c:pt>
                <c:pt idx="58">
                  <c:v>2.83180298</c:v>
                </c:pt>
                <c:pt idx="59">
                  <c:v>2.8572829799999999</c:v>
                </c:pt>
                <c:pt idx="60">
                  <c:v>2.8872205800000001</c:v>
                </c:pt>
                <c:pt idx="61">
                  <c:v>2.9171469800000001</c:v>
                </c:pt>
                <c:pt idx="62">
                  <c:v>2.95143018</c:v>
                </c:pt>
                <c:pt idx="63">
                  <c:v>2.9893085799999999</c:v>
                </c:pt>
                <c:pt idx="64">
                  <c:v>3.0168269799999998</c:v>
                </c:pt>
                <c:pt idx="65">
                  <c:v>3.0304013799999998</c:v>
                </c:pt>
                <c:pt idx="66">
                  <c:v>3.0359117800000002</c:v>
                </c:pt>
                <c:pt idx="67">
                  <c:v>3.0424301800000002</c:v>
                </c:pt>
                <c:pt idx="68">
                  <c:v>3.0559597799999998</c:v>
                </c:pt>
                <c:pt idx="69">
                  <c:v>3.0830413800000001</c:v>
                </c:pt>
                <c:pt idx="70">
                  <c:v>3.1077933799999999</c:v>
                </c:pt>
                <c:pt idx="71">
                  <c:v>3.1127437800000002</c:v>
                </c:pt>
                <c:pt idx="72">
                  <c:v>3.0975005800000002</c:v>
                </c:pt>
                <c:pt idx="73">
                  <c:v>3.0762205800000002</c:v>
                </c:pt>
                <c:pt idx="74">
                  <c:v>3.0718525799999998</c:v>
                </c:pt>
                <c:pt idx="75">
                  <c:v>3.08602058</c:v>
                </c:pt>
                <c:pt idx="76">
                  <c:v>3.1005469799999998</c:v>
                </c:pt>
                <c:pt idx="77">
                  <c:v>3.09853098</c:v>
                </c:pt>
                <c:pt idx="78">
                  <c:v>3.0713597799999999</c:v>
                </c:pt>
                <c:pt idx="79">
                  <c:v>3.0263805800000001</c:v>
                </c:pt>
                <c:pt idx="80">
                  <c:v>2.9805501799999998</c:v>
                </c:pt>
                <c:pt idx="81">
                  <c:v>2.9471405800000001</c:v>
                </c:pt>
                <c:pt idx="82">
                  <c:v>2.9216717800000001</c:v>
                </c:pt>
                <c:pt idx="83">
                  <c:v>2.89901418</c:v>
                </c:pt>
                <c:pt idx="84">
                  <c:v>2.8707789799999999</c:v>
                </c:pt>
                <c:pt idx="85">
                  <c:v>2.84826698</c:v>
                </c:pt>
                <c:pt idx="86">
                  <c:v>2.8311645799999998</c:v>
                </c:pt>
                <c:pt idx="87">
                  <c:v>2.8176797800000002</c:v>
                </c:pt>
                <c:pt idx="88">
                  <c:v>2.81847498</c:v>
                </c:pt>
                <c:pt idx="89">
                  <c:v>2.8332365799999999</c:v>
                </c:pt>
                <c:pt idx="90">
                  <c:v>2.8566781799999998</c:v>
                </c:pt>
                <c:pt idx="91">
                  <c:v>2.8783837800000001</c:v>
                </c:pt>
                <c:pt idx="92">
                  <c:v>2.8844541800000001</c:v>
                </c:pt>
                <c:pt idx="93">
                  <c:v>2.8709469799999998</c:v>
                </c:pt>
                <c:pt idx="94">
                  <c:v>2.8541245800000001</c:v>
                </c:pt>
                <c:pt idx="95">
                  <c:v>2.8433837799999999</c:v>
                </c:pt>
                <c:pt idx="96">
                  <c:v>2.8441005800000001</c:v>
                </c:pt>
                <c:pt idx="97">
                  <c:v>2.8551773800000002</c:v>
                </c:pt>
                <c:pt idx="98">
                  <c:v>2.8691885799999999</c:v>
                </c:pt>
                <c:pt idx="99">
                  <c:v>2.8762445799999998</c:v>
                </c:pt>
                <c:pt idx="100">
                  <c:v>2.8690205799999999</c:v>
                </c:pt>
                <c:pt idx="101">
                  <c:v>2.8632749799999999</c:v>
                </c:pt>
                <c:pt idx="102">
                  <c:v>2.8640365800000001</c:v>
                </c:pt>
                <c:pt idx="103">
                  <c:v>2.8666349800000002</c:v>
                </c:pt>
                <c:pt idx="104">
                  <c:v>2.8571821800000001</c:v>
                </c:pt>
                <c:pt idx="105">
                  <c:v>2.8441789800000001</c:v>
                </c:pt>
                <c:pt idx="106">
                  <c:v>2.8417597799999998</c:v>
                </c:pt>
                <c:pt idx="107">
                  <c:v>2.8446269800000001</c:v>
                </c:pt>
                <c:pt idx="108">
                  <c:v>2.8429469799999998</c:v>
                </c:pt>
                <c:pt idx="109">
                  <c:v>2.8313773800000002</c:v>
                </c:pt>
                <c:pt idx="110">
                  <c:v>2.8021341799999999</c:v>
                </c:pt>
                <c:pt idx="111">
                  <c:v>2.7593501800000002</c:v>
                </c:pt>
                <c:pt idx="112">
                  <c:v>2.71603978</c:v>
                </c:pt>
                <c:pt idx="113">
                  <c:v>2.6772093799999999</c:v>
                </c:pt>
                <c:pt idx="114">
                  <c:v>2.6393645800000001</c:v>
                </c:pt>
                <c:pt idx="115">
                  <c:v>2.5953709800000002</c:v>
                </c:pt>
                <c:pt idx="116">
                  <c:v>2.5410285799999999</c:v>
                </c:pt>
                <c:pt idx="117">
                  <c:v>2.4883325799999998</c:v>
                </c:pt>
                <c:pt idx="118">
                  <c:v>2.4517981799999999</c:v>
                </c:pt>
                <c:pt idx="119">
                  <c:v>2.3957309800000002</c:v>
                </c:pt>
                <c:pt idx="120">
                  <c:v>2.3379837800000001</c:v>
                </c:pt>
                <c:pt idx="121">
                  <c:v>2.30155018</c:v>
                </c:pt>
                <c:pt idx="122">
                  <c:v>2.2771117799999998</c:v>
                </c:pt>
                <c:pt idx="123">
                  <c:v>2.25047818</c:v>
                </c:pt>
                <c:pt idx="124">
                  <c:v>2.2058237799999998</c:v>
                </c:pt>
                <c:pt idx="125">
                  <c:v>2.14462698</c:v>
                </c:pt>
                <c:pt idx="126">
                  <c:v>2.0687133800000002</c:v>
                </c:pt>
                <c:pt idx="127">
                  <c:v>2.0012781799999999</c:v>
                </c:pt>
                <c:pt idx="128">
                  <c:v>1.95576138</c:v>
                </c:pt>
                <c:pt idx="129">
                  <c:v>1.9286013799999999</c:v>
                </c:pt>
                <c:pt idx="130">
                  <c:v>1.9103789799999999</c:v>
                </c:pt>
                <c:pt idx="131">
                  <c:v>1.8908349799999999</c:v>
                </c:pt>
                <c:pt idx="132">
                  <c:v>1.86132298</c:v>
                </c:pt>
                <c:pt idx="133">
                  <c:v>1.82455338</c:v>
                </c:pt>
                <c:pt idx="134">
                  <c:v>1.78114218</c:v>
                </c:pt>
                <c:pt idx="135">
                  <c:v>1.73593898</c:v>
                </c:pt>
                <c:pt idx="136">
                  <c:v>1.69563018</c:v>
                </c:pt>
                <c:pt idx="137">
                  <c:v>1.6610109799999999</c:v>
                </c:pt>
                <c:pt idx="138">
                  <c:v>1.6348813799999999</c:v>
                </c:pt>
                <c:pt idx="139">
                  <c:v>1.61208938</c:v>
                </c:pt>
                <c:pt idx="140">
                  <c:v>1.5906973799999999</c:v>
                </c:pt>
                <c:pt idx="141">
                  <c:v>1.5573213800000001</c:v>
                </c:pt>
                <c:pt idx="142">
                  <c:v>1.5018253800000001</c:v>
                </c:pt>
                <c:pt idx="143">
                  <c:v>1.43306858</c:v>
                </c:pt>
                <c:pt idx="144">
                  <c:v>1.3610973799999999</c:v>
                </c:pt>
                <c:pt idx="145">
                  <c:v>1.29837738</c:v>
                </c:pt>
                <c:pt idx="146">
                  <c:v>1.2540813799999999</c:v>
                </c:pt>
                <c:pt idx="147">
                  <c:v>1.2157325800000001</c:v>
                </c:pt>
                <c:pt idx="148">
                  <c:v>1.17224298</c:v>
                </c:pt>
                <c:pt idx="149">
                  <c:v>1.10676778</c:v>
                </c:pt>
                <c:pt idx="150">
                  <c:v>1.0183661799999999</c:v>
                </c:pt>
                <c:pt idx="151">
                  <c:v>0.92121737999999997</c:v>
                </c:pt>
                <c:pt idx="152">
                  <c:v>0.83260297999999999</c:v>
                </c:pt>
                <c:pt idx="153">
                  <c:v>0.75848137999999998</c:v>
                </c:pt>
                <c:pt idx="154">
                  <c:v>0.70679338000000003</c:v>
                </c:pt>
                <c:pt idx="155">
                  <c:v>0.67228617999999996</c:v>
                </c:pt>
                <c:pt idx="156">
                  <c:v>0.64603337999999999</c:v>
                </c:pt>
                <c:pt idx="157">
                  <c:v>0.62185257999999999</c:v>
                </c:pt>
                <c:pt idx="158">
                  <c:v>0.59795178000000004</c:v>
                </c:pt>
                <c:pt idx="159">
                  <c:v>0.57670538000000005</c:v>
                </c:pt>
                <c:pt idx="160">
                  <c:v>0.55787818</c:v>
                </c:pt>
                <c:pt idx="161">
                  <c:v>0.54101098000000003</c:v>
                </c:pt>
                <c:pt idx="162">
                  <c:v>0.53140138000000003</c:v>
                </c:pt>
                <c:pt idx="163">
                  <c:v>0.53055017999999998</c:v>
                </c:pt>
                <c:pt idx="164">
                  <c:v>0.53789737999999998</c:v>
                </c:pt>
                <c:pt idx="165">
                  <c:v>0.54885097999999999</c:v>
                </c:pt>
                <c:pt idx="166">
                  <c:v>0.56094697999999998</c:v>
                </c:pt>
                <c:pt idx="167">
                  <c:v>0.56326538000000004</c:v>
                </c:pt>
                <c:pt idx="168">
                  <c:v>0.55548138000000002</c:v>
                </c:pt>
                <c:pt idx="169">
                  <c:v>0.54029417999999996</c:v>
                </c:pt>
                <c:pt idx="170">
                  <c:v>0.52576778000000002</c:v>
                </c:pt>
                <c:pt idx="171">
                  <c:v>0.52425577999999995</c:v>
                </c:pt>
                <c:pt idx="172">
                  <c:v>0.51397417999999995</c:v>
                </c:pt>
                <c:pt idx="173">
                  <c:v>0.49677097999999997</c:v>
                </c:pt>
                <c:pt idx="174">
                  <c:v>0.47950058000000001</c:v>
                </c:pt>
                <c:pt idx="175">
                  <c:v>0.46355178000000002</c:v>
                </c:pt>
                <c:pt idx="176">
                  <c:v>0.44230538000000003</c:v>
                </c:pt>
                <c:pt idx="177">
                  <c:v>0.42171977999999999</c:v>
                </c:pt>
                <c:pt idx="178">
                  <c:v>0.40294858</c:v>
                </c:pt>
                <c:pt idx="179">
                  <c:v>0.38761578000000002</c:v>
                </c:pt>
                <c:pt idx="180">
                  <c:v>0.36894537999999999</c:v>
                </c:pt>
                <c:pt idx="181">
                  <c:v>0.34986057999999998</c:v>
                </c:pt>
                <c:pt idx="182">
                  <c:v>0.33420297999999998</c:v>
                </c:pt>
                <c:pt idx="183">
                  <c:v>0.31995657999999999</c:v>
                </c:pt>
                <c:pt idx="184">
                  <c:v>0.30908138000000002</c:v>
                </c:pt>
                <c:pt idx="185">
                  <c:v>0.29885578000000002</c:v>
                </c:pt>
                <c:pt idx="186">
                  <c:v>0.29111658000000001</c:v>
                </c:pt>
                <c:pt idx="187">
                  <c:v>0.28716298000000001</c:v>
                </c:pt>
                <c:pt idx="188">
                  <c:v>0.28767818000000001</c:v>
                </c:pt>
                <c:pt idx="189">
                  <c:v>0.29029897999999998</c:v>
                </c:pt>
                <c:pt idx="190">
                  <c:v>0.29286378000000002</c:v>
                </c:pt>
                <c:pt idx="191">
                  <c:v>0.29686217999999998</c:v>
                </c:pt>
                <c:pt idx="192">
                  <c:v>0.30684138</c:v>
                </c:pt>
                <c:pt idx="193">
                  <c:v>0.31325898000000002</c:v>
                </c:pt>
                <c:pt idx="194">
                  <c:v>0.31003338000000003</c:v>
                </c:pt>
                <c:pt idx="195">
                  <c:v>0.30504937999999998</c:v>
                </c:pt>
                <c:pt idx="196">
                  <c:v>0.29885578000000002</c:v>
                </c:pt>
                <c:pt idx="197">
                  <c:v>0.28845098000000002</c:v>
                </c:pt>
                <c:pt idx="198">
                  <c:v>0.28563978000000001</c:v>
                </c:pt>
                <c:pt idx="199">
                  <c:v>0.28367977999999999</c:v>
                </c:pt>
                <c:pt idx="200">
                  <c:v>0.27418218</c:v>
                </c:pt>
                <c:pt idx="201">
                  <c:v>0.26443818000000002</c:v>
                </c:pt>
                <c:pt idx="202">
                  <c:v>0.25573578000000002</c:v>
                </c:pt>
                <c:pt idx="203">
                  <c:v>0.24637258000000001</c:v>
                </c:pt>
                <c:pt idx="204">
                  <c:v>0.23973098000000001</c:v>
                </c:pt>
                <c:pt idx="205">
                  <c:v>0.23681898000000001</c:v>
                </c:pt>
                <c:pt idx="206">
                  <c:v>0.23537417999999999</c:v>
                </c:pt>
                <c:pt idx="207">
                  <c:v>0.23320138000000001</c:v>
                </c:pt>
                <c:pt idx="208">
                  <c:v>0.23198057999999999</c:v>
                </c:pt>
                <c:pt idx="209">
                  <c:v>0.23144297999999999</c:v>
                </c:pt>
                <c:pt idx="210">
                  <c:v>0.23426538</c:v>
                </c:pt>
                <c:pt idx="211">
                  <c:v>0.24066058000000001</c:v>
                </c:pt>
                <c:pt idx="212">
                  <c:v>0.25256617999999997</c:v>
                </c:pt>
                <c:pt idx="213">
                  <c:v>0.26878378000000003</c:v>
                </c:pt>
                <c:pt idx="214">
                  <c:v>0.28999658</c:v>
                </c:pt>
                <c:pt idx="215">
                  <c:v>0.31713417999999999</c:v>
                </c:pt>
                <c:pt idx="216">
                  <c:v>0.34750858000000001</c:v>
                </c:pt>
                <c:pt idx="217">
                  <c:v>0.38163498000000001</c:v>
                </c:pt>
                <c:pt idx="218">
                  <c:v>0.42273897999999999</c:v>
                </c:pt>
                <c:pt idx="219">
                  <c:v>0.46246537999999998</c:v>
                </c:pt>
                <c:pt idx="220">
                  <c:v>0.48921098000000002</c:v>
                </c:pt>
                <c:pt idx="221">
                  <c:v>0.52128777999999998</c:v>
                </c:pt>
                <c:pt idx="222">
                  <c:v>0.56680458</c:v>
                </c:pt>
                <c:pt idx="223">
                  <c:v>0.61691337999999996</c:v>
                </c:pt>
                <c:pt idx="224">
                  <c:v>0.67118858000000003</c:v>
                </c:pt>
                <c:pt idx="225">
                  <c:v>0.73381898000000001</c:v>
                </c:pt>
                <c:pt idx="226">
                  <c:v>0.79938377999999999</c:v>
                </c:pt>
                <c:pt idx="227">
                  <c:v>0.87119818000000004</c:v>
                </c:pt>
                <c:pt idx="228">
                  <c:v>0.95473898000000001</c:v>
                </c:pt>
                <c:pt idx="229">
                  <c:v>1.0419085800000001</c:v>
                </c:pt>
                <c:pt idx="230">
                  <c:v>1.1304781800000001</c:v>
                </c:pt>
                <c:pt idx="231">
                  <c:v>1.21425418</c:v>
                </c:pt>
                <c:pt idx="232">
                  <c:v>1.29583498</c:v>
                </c:pt>
                <c:pt idx="233">
                  <c:v>1.3826461800000001</c:v>
                </c:pt>
                <c:pt idx="234">
                  <c:v>1.46529098</c:v>
                </c:pt>
                <c:pt idx="235">
                  <c:v>1.5460877799999999</c:v>
                </c:pt>
                <c:pt idx="236">
                  <c:v>1.6220461799999999</c:v>
                </c:pt>
                <c:pt idx="237">
                  <c:v>1.69794858</c:v>
                </c:pt>
                <c:pt idx="238">
                  <c:v>1.7761021800000001</c:v>
                </c:pt>
                <c:pt idx="239">
                  <c:v>1.85809738</c:v>
                </c:pt>
                <c:pt idx="240">
                  <c:v>1.93798698</c:v>
                </c:pt>
                <c:pt idx="241">
                  <c:v>2.0138781799999999</c:v>
                </c:pt>
                <c:pt idx="242">
                  <c:v>2.0888285799999999</c:v>
                </c:pt>
                <c:pt idx="243">
                  <c:v>2.14987978</c:v>
                </c:pt>
                <c:pt idx="244">
                  <c:v>2.1976029800000001</c:v>
                </c:pt>
                <c:pt idx="245">
                  <c:v>2.2368701799999999</c:v>
                </c:pt>
                <c:pt idx="246">
                  <c:v>2.2703805799999999</c:v>
                </c:pt>
                <c:pt idx="247">
                  <c:v>2.3059405800000001</c:v>
                </c:pt>
                <c:pt idx="248">
                  <c:v>2.34642858</c:v>
                </c:pt>
                <c:pt idx="249">
                  <c:v>2.39203498</c:v>
                </c:pt>
                <c:pt idx="250">
                  <c:v>2.4375853799999998</c:v>
                </c:pt>
                <c:pt idx="251">
                  <c:v>2.4791597799999998</c:v>
                </c:pt>
                <c:pt idx="252">
                  <c:v>2.5175869799999999</c:v>
                </c:pt>
                <c:pt idx="253">
                  <c:v>2.5534157799999999</c:v>
                </c:pt>
                <c:pt idx="254">
                  <c:v>2.5910813799999999</c:v>
                </c:pt>
                <c:pt idx="255">
                  <c:v>2.63052778</c:v>
                </c:pt>
                <c:pt idx="256">
                  <c:v>2.6706573800000002</c:v>
                </c:pt>
                <c:pt idx="257">
                  <c:v>2.7085469799999999</c:v>
                </c:pt>
                <c:pt idx="258">
                  <c:v>2.7430541800000001</c:v>
                </c:pt>
                <c:pt idx="259">
                  <c:v>2.7731709800000002</c:v>
                </c:pt>
                <c:pt idx="260">
                  <c:v>2.7925581799999999</c:v>
                </c:pt>
                <c:pt idx="261">
                  <c:v>2.8008461800000002</c:v>
                </c:pt>
                <c:pt idx="262">
                  <c:v>2.8007677800000002</c:v>
                </c:pt>
                <c:pt idx="263">
                  <c:v>2.8131101799999998</c:v>
                </c:pt>
                <c:pt idx="264">
                  <c:v>2.8388701799999998</c:v>
                </c:pt>
                <c:pt idx="265">
                  <c:v>2.86664618</c:v>
                </c:pt>
                <c:pt idx="266">
                  <c:v>2.8873437800000001</c:v>
                </c:pt>
                <c:pt idx="267">
                  <c:v>2.9048493799999999</c:v>
                </c:pt>
                <c:pt idx="268">
                  <c:v>2.91091978</c:v>
                </c:pt>
                <c:pt idx="269">
                  <c:v>2.9123757800000001</c:v>
                </c:pt>
                <c:pt idx="270">
                  <c:v>2.9161949800000002</c:v>
                </c:pt>
                <c:pt idx="271">
                  <c:v>2.9286717800000002</c:v>
                </c:pt>
                <c:pt idx="272">
                  <c:v>2.9456173799999998</c:v>
                </c:pt>
                <c:pt idx="273">
                  <c:v>2.96398538</c:v>
                </c:pt>
                <c:pt idx="274">
                  <c:v>2.9813229799999998</c:v>
                </c:pt>
                <c:pt idx="275">
                  <c:v>2.9872925800000001</c:v>
                </c:pt>
                <c:pt idx="276">
                  <c:v>2.98464938</c:v>
                </c:pt>
                <c:pt idx="277">
                  <c:v>2.9769325800000002</c:v>
                </c:pt>
                <c:pt idx="278">
                  <c:v>2.9642989800000001</c:v>
                </c:pt>
                <c:pt idx="279">
                  <c:v>2.9503101799999998</c:v>
                </c:pt>
                <c:pt idx="280">
                  <c:v>2.9441277800000001</c:v>
                </c:pt>
                <c:pt idx="281">
                  <c:v>2.9452141799999998</c:v>
                </c:pt>
                <c:pt idx="282">
                  <c:v>2.9422461800000002</c:v>
                </c:pt>
                <c:pt idx="283">
                  <c:v>2.94531498</c:v>
                </c:pt>
                <c:pt idx="284">
                  <c:v>2.9511949799999999</c:v>
                </c:pt>
                <c:pt idx="285">
                  <c:v>2.95224778</c:v>
                </c:pt>
                <c:pt idx="286">
                  <c:v>2.9489773800000001</c:v>
                </c:pt>
                <c:pt idx="287">
                  <c:v>2.9375869799999998</c:v>
                </c:pt>
                <c:pt idx="288">
                  <c:v>2.9160829800000001</c:v>
                </c:pt>
                <c:pt idx="289">
                  <c:v>2.89950698</c:v>
                </c:pt>
                <c:pt idx="290">
                  <c:v>2.8921037799999998</c:v>
                </c:pt>
                <c:pt idx="291">
                  <c:v>2.89513898</c:v>
                </c:pt>
                <c:pt idx="292">
                  <c:v>2.9034045800000001</c:v>
                </c:pt>
                <c:pt idx="293">
                  <c:v>2.9011085799999998</c:v>
                </c:pt>
                <c:pt idx="294">
                  <c:v>2.8829645799999999</c:v>
                </c:pt>
                <c:pt idx="295">
                  <c:v>2.85853738</c:v>
                </c:pt>
                <c:pt idx="296">
                  <c:v>2.8419613799999999</c:v>
                </c:pt>
                <c:pt idx="297">
                  <c:v>2.83636138</c:v>
                </c:pt>
                <c:pt idx="298">
                  <c:v>2.8386125799999999</c:v>
                </c:pt>
                <c:pt idx="299">
                  <c:v>2.8378509799999998</c:v>
                </c:pt>
                <c:pt idx="300">
                  <c:v>2.8276253800000002</c:v>
                </c:pt>
                <c:pt idx="301">
                  <c:v>2.80917898</c:v>
                </c:pt>
                <c:pt idx="302">
                  <c:v>2.7839789800000001</c:v>
                </c:pt>
                <c:pt idx="303">
                  <c:v>2.7697885800000002</c:v>
                </c:pt>
                <c:pt idx="304">
                  <c:v>2.77009098</c:v>
                </c:pt>
                <c:pt idx="305">
                  <c:v>2.7695533800000001</c:v>
                </c:pt>
                <c:pt idx="306">
                  <c:v>2.7575469799999999</c:v>
                </c:pt>
                <c:pt idx="307">
                  <c:v>2.7336573799999999</c:v>
                </c:pt>
                <c:pt idx="308">
                  <c:v>2.71400138</c:v>
                </c:pt>
                <c:pt idx="309">
                  <c:v>2.6961373800000001</c:v>
                </c:pt>
                <c:pt idx="310">
                  <c:v>2.6781389799999999</c:v>
                </c:pt>
                <c:pt idx="311">
                  <c:v>2.6629405799999999</c:v>
                </c:pt>
                <c:pt idx="312">
                  <c:v>2.6431277799999999</c:v>
                </c:pt>
                <c:pt idx="313">
                  <c:v>2.6161133799999998</c:v>
                </c:pt>
                <c:pt idx="314">
                  <c:v>2.58006058</c:v>
                </c:pt>
                <c:pt idx="315">
                  <c:v>2.5415213799999998</c:v>
                </c:pt>
                <c:pt idx="316">
                  <c:v>2.5084029800000001</c:v>
                </c:pt>
                <c:pt idx="317">
                  <c:v>2.4805373799999999</c:v>
                </c:pt>
                <c:pt idx="318">
                  <c:v>2.4496029799999999</c:v>
                </c:pt>
                <c:pt idx="319">
                  <c:v>2.4056429800000001</c:v>
                </c:pt>
                <c:pt idx="320">
                  <c:v>2.36085418</c:v>
                </c:pt>
                <c:pt idx="321">
                  <c:v>2.3289677800000002</c:v>
                </c:pt>
                <c:pt idx="322">
                  <c:v>2.28215178</c:v>
                </c:pt>
                <c:pt idx="323">
                  <c:v>2.2375757799999998</c:v>
                </c:pt>
                <c:pt idx="324">
                  <c:v>2.1956093800000001</c:v>
                </c:pt>
                <c:pt idx="325">
                  <c:v>2.1659965799999998</c:v>
                </c:pt>
                <c:pt idx="326">
                  <c:v>2.1386013799999999</c:v>
                </c:pt>
                <c:pt idx="327">
                  <c:v>2.1038029800000002</c:v>
                </c:pt>
                <c:pt idx="328">
                  <c:v>2.06110858</c:v>
                </c:pt>
                <c:pt idx="329">
                  <c:v>2.0219533799999998</c:v>
                </c:pt>
                <c:pt idx="330">
                  <c:v>1.9859117799999999</c:v>
                </c:pt>
                <c:pt idx="331">
                  <c:v>1.95810218</c:v>
                </c:pt>
                <c:pt idx="332">
                  <c:v>1.93303658</c:v>
                </c:pt>
                <c:pt idx="333">
                  <c:v>1.91070378</c:v>
                </c:pt>
                <c:pt idx="334">
                  <c:v>1.8832637800000001</c:v>
                </c:pt>
                <c:pt idx="335">
                  <c:v>1.8495853799999999</c:v>
                </c:pt>
                <c:pt idx="336">
                  <c:v>1.8116397799999999</c:v>
                </c:pt>
                <c:pt idx="337">
                  <c:v>1.7758333799999999</c:v>
                </c:pt>
                <c:pt idx="338">
                  <c:v>1.7453469800000001</c:v>
                </c:pt>
                <c:pt idx="339">
                  <c:v>1.71152298</c:v>
                </c:pt>
                <c:pt idx="340">
                  <c:v>1.6810477800000001</c:v>
                </c:pt>
                <c:pt idx="341">
                  <c:v>1.65651978</c:v>
                </c:pt>
                <c:pt idx="342">
                  <c:v>1.6317901800000001</c:v>
                </c:pt>
                <c:pt idx="343">
                  <c:v>1.6076989800000001</c:v>
                </c:pt>
                <c:pt idx="344">
                  <c:v>1.58147978</c:v>
                </c:pt>
                <c:pt idx="345">
                  <c:v>1.5512621799999999</c:v>
                </c:pt>
                <c:pt idx="346">
                  <c:v>1.5116029799999999</c:v>
                </c:pt>
                <c:pt idx="347">
                  <c:v>1.4620877800000001</c:v>
                </c:pt>
                <c:pt idx="348">
                  <c:v>1.4070733799999999</c:v>
                </c:pt>
                <c:pt idx="349">
                  <c:v>1.34884458</c:v>
                </c:pt>
                <c:pt idx="350">
                  <c:v>1.2961933800000001</c:v>
                </c:pt>
                <c:pt idx="351">
                  <c:v>1.2409437800000001</c:v>
                </c:pt>
                <c:pt idx="352">
                  <c:v>1.18671338</c:v>
                </c:pt>
                <c:pt idx="353">
                  <c:v>1.1246541800000001</c:v>
                </c:pt>
                <c:pt idx="354">
                  <c:v>1.0505885800000001</c:v>
                </c:pt>
                <c:pt idx="355">
                  <c:v>0.96060778000000002</c:v>
                </c:pt>
                <c:pt idx="356">
                  <c:v>0.85411817999999995</c:v>
                </c:pt>
                <c:pt idx="357">
                  <c:v>0.74308138000000001</c:v>
                </c:pt>
                <c:pt idx="358">
                  <c:v>0.63988458000000004</c:v>
                </c:pt>
                <c:pt idx="359">
                  <c:v>0.55825897999999996</c:v>
                </c:pt>
                <c:pt idx="360">
                  <c:v>0.49645738</c:v>
                </c:pt>
                <c:pt idx="361">
                  <c:v>0.45310218000000002</c:v>
                </c:pt>
                <c:pt idx="362">
                  <c:v>0.42588618</c:v>
                </c:pt>
                <c:pt idx="363">
                  <c:v>0.40028298000000001</c:v>
                </c:pt>
                <c:pt idx="364">
                  <c:v>0.37829738000000002</c:v>
                </c:pt>
                <c:pt idx="365">
                  <c:v>0.35893258</c:v>
                </c:pt>
                <c:pt idx="366">
                  <c:v>0.34421578000000003</c:v>
                </c:pt>
                <c:pt idx="367">
                  <c:v>0.32461578000000002</c:v>
                </c:pt>
                <c:pt idx="368">
                  <c:v>0.30534057999999997</c:v>
                </c:pt>
                <c:pt idx="369">
                  <c:v>0.29340137999999999</c:v>
                </c:pt>
                <c:pt idx="370">
                  <c:v>0.28346697999999998</c:v>
                </c:pt>
                <c:pt idx="371">
                  <c:v>0.27441737999999999</c:v>
                </c:pt>
                <c:pt idx="372">
                  <c:v>0.26937738</c:v>
                </c:pt>
                <c:pt idx="373">
                  <c:v>0.26711498</c:v>
                </c:pt>
                <c:pt idx="374">
                  <c:v>0.25956617999999998</c:v>
                </c:pt>
                <c:pt idx="375">
                  <c:v>0.24898218</c:v>
                </c:pt>
                <c:pt idx="376">
                  <c:v>0.23891338000000001</c:v>
                </c:pt>
                <c:pt idx="377">
                  <c:v>0.23090537999999999</c:v>
                </c:pt>
                <c:pt idx="378">
                  <c:v>0.22355818</c:v>
                </c:pt>
                <c:pt idx="379">
                  <c:v>0.22015338000000001</c:v>
                </c:pt>
                <c:pt idx="380">
                  <c:v>0.21616618000000001</c:v>
                </c:pt>
                <c:pt idx="381">
                  <c:v>0.21184297999999999</c:v>
                </c:pt>
                <c:pt idx="382">
                  <c:v>0.20604138</c:v>
                </c:pt>
                <c:pt idx="383">
                  <c:v>0.19997097999999999</c:v>
                </c:pt>
                <c:pt idx="384">
                  <c:v>0.19388938</c:v>
                </c:pt>
                <c:pt idx="385">
                  <c:v>0.18856938000000001</c:v>
                </c:pt>
                <c:pt idx="386">
                  <c:v>0.18303658</c:v>
                </c:pt>
                <c:pt idx="387">
                  <c:v>0.17544298</c:v>
                </c:pt>
                <c:pt idx="388">
                  <c:v>0.16763658000000001</c:v>
                </c:pt>
                <c:pt idx="389">
                  <c:v>0.16409737999999999</c:v>
                </c:pt>
                <c:pt idx="390">
                  <c:v>0.15785898000000001</c:v>
                </c:pt>
                <c:pt idx="391">
                  <c:v>0.15454377999999999</c:v>
                </c:pt>
                <c:pt idx="392">
                  <c:v>0.14951497999999999</c:v>
                </c:pt>
                <c:pt idx="393">
                  <c:v>0.14602058000000001</c:v>
                </c:pt>
                <c:pt idx="394">
                  <c:v>0.14547177999999999</c:v>
                </c:pt>
                <c:pt idx="395">
                  <c:v>0.14150698</c:v>
                </c:pt>
                <c:pt idx="396">
                  <c:v>0.13984938</c:v>
                </c:pt>
                <c:pt idx="397">
                  <c:v>0.13747498</c:v>
                </c:pt>
                <c:pt idx="398">
                  <c:v>0.13221098000000001</c:v>
                </c:pt>
                <c:pt idx="399">
                  <c:v>0.12808938</c:v>
                </c:pt>
                <c:pt idx="400">
                  <c:v>0.12263498</c:v>
                </c:pt>
                <c:pt idx="401">
                  <c:v>0.12007018</c:v>
                </c:pt>
                <c:pt idx="402">
                  <c:v>0.11490698000000001</c:v>
                </c:pt>
                <c:pt idx="403">
                  <c:v>0.11160298</c:v>
                </c:pt>
                <c:pt idx="404">
                  <c:v>0.10817578</c:v>
                </c:pt>
                <c:pt idx="405">
                  <c:v>0.10790698</c:v>
                </c:pt>
                <c:pt idx="406">
                  <c:v>0.10871338</c:v>
                </c:pt>
                <c:pt idx="407">
                  <c:v>0.10948618</c:v>
                </c:pt>
                <c:pt idx="408">
                  <c:v>0.11275658</c:v>
                </c:pt>
                <c:pt idx="409">
                  <c:v>0.11640778</c:v>
                </c:pt>
                <c:pt idx="410">
                  <c:v>0.11623978</c:v>
                </c:pt>
                <c:pt idx="411">
                  <c:v>0.11847978000000001</c:v>
                </c:pt>
                <c:pt idx="412">
                  <c:v>0.12229898</c:v>
                </c:pt>
                <c:pt idx="413">
                  <c:v>0.12265738</c:v>
                </c:pt>
                <c:pt idx="414">
                  <c:v>0.11989097999999999</c:v>
                </c:pt>
                <c:pt idx="415">
                  <c:v>0.12196298</c:v>
                </c:pt>
                <c:pt idx="416">
                  <c:v>0.13043018000000001</c:v>
                </c:pt>
                <c:pt idx="417">
                  <c:v>0.14123817999999999</c:v>
                </c:pt>
                <c:pt idx="418">
                  <c:v>0.15227018</c:v>
                </c:pt>
                <c:pt idx="419">
                  <c:v>0.16864457999999999</c:v>
                </c:pt>
                <c:pt idx="420">
                  <c:v>0.18331658000000001</c:v>
                </c:pt>
                <c:pt idx="421">
                  <c:v>0.19595018</c:v>
                </c:pt>
                <c:pt idx="422">
                  <c:v>0.21193258000000001</c:v>
                </c:pt>
                <c:pt idx="423">
                  <c:v>0.23061418</c:v>
                </c:pt>
                <c:pt idx="424">
                  <c:v>0.25588137999999999</c:v>
                </c:pt>
                <c:pt idx="425">
                  <c:v>0.28645737999999998</c:v>
                </c:pt>
                <c:pt idx="426">
                  <c:v>0.32562377999999997</c:v>
                </c:pt>
                <c:pt idx="427">
                  <c:v>0.36420777999999998</c:v>
                </c:pt>
                <c:pt idx="428">
                  <c:v>0.39454857999999998</c:v>
                </c:pt>
                <c:pt idx="429">
                  <c:v>0.43242698000000002</c:v>
                </c:pt>
                <c:pt idx="430">
                  <c:v>0.47649898000000002</c:v>
                </c:pt>
                <c:pt idx="431">
                  <c:v>0.52347178000000005</c:v>
                </c:pt>
                <c:pt idx="432">
                  <c:v>0.57307657999999995</c:v>
                </c:pt>
                <c:pt idx="433">
                  <c:v>0.62790058000000004</c:v>
                </c:pt>
                <c:pt idx="434">
                  <c:v>0.69553737999999998</c:v>
                </c:pt>
                <c:pt idx="435">
                  <c:v>0.77679337999999998</c:v>
                </c:pt>
                <c:pt idx="436">
                  <c:v>0.86193578000000004</c:v>
                </c:pt>
                <c:pt idx="437">
                  <c:v>0.94636138000000003</c:v>
                </c:pt>
                <c:pt idx="438">
                  <c:v>1.0216701800000001</c:v>
                </c:pt>
                <c:pt idx="439">
                  <c:v>1.09898378</c:v>
                </c:pt>
                <c:pt idx="440">
                  <c:v>1.17783178</c:v>
                </c:pt>
                <c:pt idx="441">
                  <c:v>1.2537789800000001</c:v>
                </c:pt>
                <c:pt idx="442">
                  <c:v>1.3327277799999999</c:v>
                </c:pt>
                <c:pt idx="443">
                  <c:v>1.40588618</c:v>
                </c:pt>
                <c:pt idx="444">
                  <c:v>1.48495818</c:v>
                </c:pt>
                <c:pt idx="445">
                  <c:v>1.56310058</c:v>
                </c:pt>
                <c:pt idx="446">
                  <c:v>1.64347178</c:v>
                </c:pt>
                <c:pt idx="447">
                  <c:v>1.72641898</c:v>
                </c:pt>
                <c:pt idx="448">
                  <c:v>1.8123789800000001</c:v>
                </c:pt>
                <c:pt idx="449">
                  <c:v>1.89678218</c:v>
                </c:pt>
                <c:pt idx="450">
                  <c:v>1.96978378</c:v>
                </c:pt>
                <c:pt idx="451">
                  <c:v>2.03897738</c:v>
                </c:pt>
                <c:pt idx="452">
                  <c:v>2.0993229800000002</c:v>
                </c:pt>
                <c:pt idx="453">
                  <c:v>2.1557821800000001</c:v>
                </c:pt>
                <c:pt idx="454">
                  <c:v>2.2064061800000001</c:v>
                </c:pt>
                <c:pt idx="455">
                  <c:v>2.25097098</c:v>
                </c:pt>
                <c:pt idx="456">
                  <c:v>2.29384458</c:v>
                </c:pt>
                <c:pt idx="457">
                  <c:v>2.3413661800000001</c:v>
                </c:pt>
                <c:pt idx="458">
                  <c:v>2.39807178</c:v>
                </c:pt>
                <c:pt idx="459">
                  <c:v>2.4599629799999998</c:v>
                </c:pt>
                <c:pt idx="460">
                  <c:v>2.5209805799999998</c:v>
                </c:pt>
                <c:pt idx="461">
                  <c:v>2.5725453800000002</c:v>
                </c:pt>
                <c:pt idx="462">
                  <c:v>2.6171325799999998</c:v>
                </c:pt>
                <c:pt idx="463">
                  <c:v>2.6572061800000002</c:v>
                </c:pt>
                <c:pt idx="464">
                  <c:v>2.6930461800000001</c:v>
                </c:pt>
                <c:pt idx="465">
                  <c:v>2.7309917800000001</c:v>
                </c:pt>
                <c:pt idx="466">
                  <c:v>2.77245418</c:v>
                </c:pt>
                <c:pt idx="467">
                  <c:v>2.8098621800000001</c:v>
                </c:pt>
                <c:pt idx="468">
                  <c:v>2.84883818</c:v>
                </c:pt>
                <c:pt idx="469">
                  <c:v>2.8932909800000002</c:v>
                </c:pt>
                <c:pt idx="470">
                  <c:v>2.9337229800000002</c:v>
                </c:pt>
                <c:pt idx="471">
                  <c:v>2.95844138</c:v>
                </c:pt>
                <c:pt idx="472">
                  <c:v>2.9797101800000001</c:v>
                </c:pt>
                <c:pt idx="473">
                  <c:v>3.00779978</c:v>
                </c:pt>
                <c:pt idx="474">
                  <c:v>3.0236701799999999</c:v>
                </c:pt>
                <c:pt idx="475">
                  <c:v>3.0287885800000001</c:v>
                </c:pt>
                <c:pt idx="476">
                  <c:v>3.03168938</c:v>
                </c:pt>
                <c:pt idx="477">
                  <c:v>3.0383645800000001</c:v>
                </c:pt>
                <c:pt idx="478">
                  <c:v>3.0440653800000002</c:v>
                </c:pt>
                <c:pt idx="479">
                  <c:v>3.0465965800000001</c:v>
                </c:pt>
                <c:pt idx="480">
                  <c:v>3.0472797800000002</c:v>
                </c:pt>
                <c:pt idx="481">
                  <c:v>3.0394957800000002</c:v>
                </c:pt>
                <c:pt idx="482">
                  <c:v>3.0101965800000001</c:v>
                </c:pt>
                <c:pt idx="483">
                  <c:v>2.96011018</c:v>
                </c:pt>
                <c:pt idx="484">
                  <c:v>2.9023293799999998</c:v>
                </c:pt>
                <c:pt idx="485">
                  <c:v>2.8603853799999999</c:v>
                </c:pt>
                <c:pt idx="486">
                  <c:v>2.8541469799999999</c:v>
                </c:pt>
                <c:pt idx="487">
                  <c:v>2.8689981800000002</c:v>
                </c:pt>
                <c:pt idx="488">
                  <c:v>2.8718093800000002</c:v>
                </c:pt>
                <c:pt idx="489">
                  <c:v>2.8468669800000002</c:v>
                </c:pt>
                <c:pt idx="490">
                  <c:v>2.8005213800000002</c:v>
                </c:pt>
                <c:pt idx="491">
                  <c:v>2.7629005800000002</c:v>
                </c:pt>
                <c:pt idx="492">
                  <c:v>2.7445549800000002</c:v>
                </c:pt>
                <c:pt idx="493">
                  <c:v>2.7392237800000001</c:v>
                </c:pt>
                <c:pt idx="494">
                  <c:v>2.7351245799999999</c:v>
                </c:pt>
                <c:pt idx="495">
                  <c:v>2.7174845799999998</c:v>
                </c:pt>
                <c:pt idx="496">
                  <c:v>2.6846349799999998</c:v>
                </c:pt>
                <c:pt idx="497">
                  <c:v>2.6530173800000001</c:v>
                </c:pt>
                <c:pt idx="498">
                  <c:v>2.6358925800000002</c:v>
                </c:pt>
                <c:pt idx="499">
                  <c:v>2.6368669800000002</c:v>
                </c:pt>
                <c:pt idx="500">
                  <c:v>2.6501389799999999</c:v>
                </c:pt>
                <c:pt idx="501">
                  <c:v>2.6612717799999999</c:v>
                </c:pt>
                <c:pt idx="502">
                  <c:v>2.64997098</c:v>
                </c:pt>
                <c:pt idx="503">
                  <c:v>2.6199101800000002</c:v>
                </c:pt>
                <c:pt idx="504">
                  <c:v>2.5936125799999998</c:v>
                </c:pt>
                <c:pt idx="505">
                  <c:v>2.58723978</c:v>
                </c:pt>
                <c:pt idx="506">
                  <c:v>2.5899165800000001</c:v>
                </c:pt>
                <c:pt idx="507">
                  <c:v>2.5993245800000002</c:v>
                </c:pt>
                <c:pt idx="508">
                  <c:v>2.6080941800000002</c:v>
                </c:pt>
                <c:pt idx="509">
                  <c:v>2.6077693800000001</c:v>
                </c:pt>
                <c:pt idx="510">
                  <c:v>2.5942621799999999</c:v>
                </c:pt>
                <c:pt idx="511">
                  <c:v>2.5779773800000001</c:v>
                </c:pt>
                <c:pt idx="512">
                  <c:v>2.5655341800000002</c:v>
                </c:pt>
                <c:pt idx="513">
                  <c:v>2.5637085800000001</c:v>
                </c:pt>
                <c:pt idx="514">
                  <c:v>2.5656573800000002</c:v>
                </c:pt>
                <c:pt idx="515">
                  <c:v>2.5604941800000001</c:v>
                </c:pt>
                <c:pt idx="516">
                  <c:v>2.5472669799999998</c:v>
                </c:pt>
                <c:pt idx="517">
                  <c:v>2.52761098</c:v>
                </c:pt>
                <c:pt idx="518">
                  <c:v>2.5050877800000002</c:v>
                </c:pt>
                <c:pt idx="519">
                  <c:v>2.5010781799999999</c:v>
                </c:pt>
                <c:pt idx="520">
                  <c:v>2.5294141799999998</c:v>
                </c:pt>
                <c:pt idx="521">
                  <c:v>2.5264909800000002</c:v>
                </c:pt>
                <c:pt idx="522">
                  <c:v>2.4895869799999999</c:v>
                </c:pt>
                <c:pt idx="523">
                  <c:v>2.4512269799999999</c:v>
                </c:pt>
                <c:pt idx="524">
                  <c:v>2.4246941799999999</c:v>
                </c:pt>
                <c:pt idx="525">
                  <c:v>2.41319178</c:v>
                </c:pt>
                <c:pt idx="526">
                  <c:v>2.4044893799999998</c:v>
                </c:pt>
                <c:pt idx="527">
                  <c:v>2.3793453800000002</c:v>
                </c:pt>
                <c:pt idx="528">
                  <c:v>2.3336493800000002</c:v>
                </c:pt>
                <c:pt idx="529">
                  <c:v>2.2847053800000001</c:v>
                </c:pt>
                <c:pt idx="530">
                  <c:v>2.2416189800000001</c:v>
                </c:pt>
                <c:pt idx="531">
                  <c:v>2.2048157800000001</c:v>
                </c:pt>
                <c:pt idx="532">
                  <c:v>2.1762781800000002</c:v>
                </c:pt>
                <c:pt idx="533">
                  <c:v>2.1454333800000001</c:v>
                </c:pt>
                <c:pt idx="534">
                  <c:v>2.10276138</c:v>
                </c:pt>
                <c:pt idx="535">
                  <c:v>2.0516333800000002</c:v>
                </c:pt>
                <c:pt idx="536">
                  <c:v>1.9985453799999999</c:v>
                </c:pt>
                <c:pt idx="537">
                  <c:v>1.9578445799999999</c:v>
                </c:pt>
                <c:pt idx="538">
                  <c:v>1.93627338</c:v>
                </c:pt>
                <c:pt idx="539">
                  <c:v>1.93062858</c:v>
                </c:pt>
                <c:pt idx="540">
                  <c:v>1.9320733800000001</c:v>
                </c:pt>
                <c:pt idx="541">
                  <c:v>1.9125629799999999</c:v>
                </c:pt>
                <c:pt idx="542">
                  <c:v>1.8715597799999999</c:v>
                </c:pt>
                <c:pt idx="543">
                  <c:v>1.8171613799999999</c:v>
                </c:pt>
                <c:pt idx="544">
                  <c:v>1.7601197799999999</c:v>
                </c:pt>
                <c:pt idx="545">
                  <c:v>1.7182429800000001</c:v>
                </c:pt>
                <c:pt idx="546">
                  <c:v>1.6946221800000001</c:v>
                </c:pt>
                <c:pt idx="547">
                  <c:v>1.67667978</c:v>
                </c:pt>
                <c:pt idx="548">
                  <c:v>1.65360778</c:v>
                </c:pt>
                <c:pt idx="549">
                  <c:v>1.61541578</c:v>
                </c:pt>
                <c:pt idx="550">
                  <c:v>1.5624733799999999</c:v>
                </c:pt>
                <c:pt idx="551">
                  <c:v>1.4957661799999999</c:v>
                </c:pt>
                <c:pt idx="552">
                  <c:v>1.42777098</c:v>
                </c:pt>
                <c:pt idx="553">
                  <c:v>1.35931658</c:v>
                </c:pt>
                <c:pt idx="554">
                  <c:v>1.2938861800000001</c:v>
                </c:pt>
                <c:pt idx="555">
                  <c:v>1.22403178</c:v>
                </c:pt>
                <c:pt idx="556">
                  <c:v>1.15612618</c:v>
                </c:pt>
                <c:pt idx="557">
                  <c:v>1.09419018</c:v>
                </c:pt>
                <c:pt idx="558">
                  <c:v>1.04391338</c:v>
                </c:pt>
                <c:pt idx="559">
                  <c:v>1.0034701800000001</c:v>
                </c:pt>
                <c:pt idx="560">
                  <c:v>0.96615178000000002</c:v>
                </c:pt>
                <c:pt idx="561">
                  <c:v>0.93242857999999995</c:v>
                </c:pt>
                <c:pt idx="562">
                  <c:v>0.89148137999999999</c:v>
                </c:pt>
                <c:pt idx="563">
                  <c:v>0.83890858000000001</c:v>
                </c:pt>
                <c:pt idx="564">
                  <c:v>0.78695177999999999</c:v>
                </c:pt>
                <c:pt idx="565">
                  <c:v>0.73846698</c:v>
                </c:pt>
                <c:pt idx="566">
                  <c:v>0.69588457999999997</c:v>
                </c:pt>
                <c:pt idx="567">
                  <c:v>0.65605738000000002</c:v>
                </c:pt>
                <c:pt idx="568">
                  <c:v>0.61666697999999998</c:v>
                </c:pt>
                <c:pt idx="569">
                  <c:v>0.57811657999999999</c:v>
                </c:pt>
                <c:pt idx="570">
                  <c:v>0.54552458000000004</c:v>
                </c:pt>
                <c:pt idx="571">
                  <c:v>0.51945098000000001</c:v>
                </c:pt>
                <c:pt idx="572">
                  <c:v>0.49733097999999998</c:v>
                </c:pt>
                <c:pt idx="573">
                  <c:v>0.47606218</c:v>
                </c:pt>
                <c:pt idx="574">
                  <c:v>0.45031337999999999</c:v>
                </c:pt>
                <c:pt idx="575">
                  <c:v>0.42541578000000002</c:v>
                </c:pt>
                <c:pt idx="576">
                  <c:v>0.40073098000000001</c:v>
                </c:pt>
                <c:pt idx="577">
                  <c:v>0.37331337999999997</c:v>
                </c:pt>
                <c:pt idx="578">
                  <c:v>0.34874058000000002</c:v>
                </c:pt>
                <c:pt idx="579">
                  <c:v>0.32980137999999998</c:v>
                </c:pt>
                <c:pt idx="580">
                  <c:v>0.31463658</c:v>
                </c:pt>
                <c:pt idx="581">
                  <c:v>0.29809417999999999</c:v>
                </c:pt>
                <c:pt idx="582">
                  <c:v>0.28410538000000002</c:v>
                </c:pt>
                <c:pt idx="583">
                  <c:v>0.27006057999999999</c:v>
                </c:pt>
                <c:pt idx="584">
                  <c:v>0.25384298</c:v>
                </c:pt>
                <c:pt idx="585">
                  <c:v>0.24124298</c:v>
                </c:pt>
                <c:pt idx="586">
                  <c:v>0.23173418000000001</c:v>
                </c:pt>
                <c:pt idx="587">
                  <c:v>0.22799338</c:v>
                </c:pt>
                <c:pt idx="588">
                  <c:v>0.22531657999999999</c:v>
                </c:pt>
                <c:pt idx="589">
                  <c:v>0.22821738</c:v>
                </c:pt>
                <c:pt idx="590">
                  <c:v>0.23665098000000001</c:v>
                </c:pt>
                <c:pt idx="591">
                  <c:v>0.24640618</c:v>
                </c:pt>
                <c:pt idx="592">
                  <c:v>0.25816618000000002</c:v>
                </c:pt>
                <c:pt idx="593">
                  <c:v>0.26889577999999997</c:v>
                </c:pt>
                <c:pt idx="594">
                  <c:v>0.27168458000000001</c:v>
                </c:pt>
                <c:pt idx="595">
                  <c:v>0.26316138</c:v>
                </c:pt>
                <c:pt idx="596">
                  <c:v>0.25872617999999997</c:v>
                </c:pt>
                <c:pt idx="597">
                  <c:v>0.26048458000000002</c:v>
                </c:pt>
                <c:pt idx="598">
                  <c:v>0.26271338</c:v>
                </c:pt>
                <c:pt idx="599">
                  <c:v>0.26639817999999998</c:v>
                </c:pt>
                <c:pt idx="600">
                  <c:v>0.26950057999999999</c:v>
                </c:pt>
                <c:pt idx="601">
                  <c:v>0.26967977999999998</c:v>
                </c:pt>
                <c:pt idx="602">
                  <c:v>0.26431497999999998</c:v>
                </c:pt>
                <c:pt idx="603">
                  <c:v>0.25326058000000001</c:v>
                </c:pt>
                <c:pt idx="604">
                  <c:v>0.23999978</c:v>
                </c:pt>
                <c:pt idx="605">
                  <c:v>0.23657258</c:v>
                </c:pt>
                <c:pt idx="606">
                  <c:v>0.24419978000000001</c:v>
                </c:pt>
                <c:pt idx="607">
                  <c:v>0.24369578</c:v>
                </c:pt>
                <c:pt idx="608">
                  <c:v>0.23251817999999999</c:v>
                </c:pt>
                <c:pt idx="609">
                  <c:v>0.22326698</c:v>
                </c:pt>
                <c:pt idx="610">
                  <c:v>0.21067817999999999</c:v>
                </c:pt>
                <c:pt idx="611">
                  <c:v>0.20006057999999999</c:v>
                </c:pt>
                <c:pt idx="612">
                  <c:v>0.19205258</c:v>
                </c:pt>
                <c:pt idx="613">
                  <c:v>0.18591498000000001</c:v>
                </c:pt>
                <c:pt idx="614">
                  <c:v>0.18548938000000001</c:v>
                </c:pt>
                <c:pt idx="615">
                  <c:v>0.18537738000000001</c:v>
                </c:pt>
                <c:pt idx="616">
                  <c:v>0.18659818</c:v>
                </c:pt>
                <c:pt idx="617">
                  <c:v>0.18886058</c:v>
                </c:pt>
                <c:pt idx="618">
                  <c:v>0.19042857999999999</c:v>
                </c:pt>
                <c:pt idx="619">
                  <c:v>0.19179498</c:v>
                </c:pt>
                <c:pt idx="620">
                  <c:v>0.18330537999999999</c:v>
                </c:pt>
                <c:pt idx="621">
                  <c:v>0.17359498000000001</c:v>
                </c:pt>
                <c:pt idx="622">
                  <c:v>0.16742377999999999</c:v>
                </c:pt>
                <c:pt idx="623">
                  <c:v>0.17013418</c:v>
                </c:pt>
                <c:pt idx="624">
                  <c:v>0.17590217999999999</c:v>
                </c:pt>
                <c:pt idx="625">
                  <c:v>0.17276617999999999</c:v>
                </c:pt>
                <c:pt idx="626">
                  <c:v>0.16740137999999999</c:v>
                </c:pt>
                <c:pt idx="627">
                  <c:v>0.16399658</c:v>
                </c:pt>
                <c:pt idx="628">
                  <c:v>0.16121898000000001</c:v>
                </c:pt>
                <c:pt idx="629">
                  <c:v>0.16136458000000001</c:v>
                </c:pt>
                <c:pt idx="630">
                  <c:v>0.16833097999999999</c:v>
                </c:pt>
                <c:pt idx="631">
                  <c:v>0.18189417999999999</c:v>
                </c:pt>
                <c:pt idx="632">
                  <c:v>0.20137098</c:v>
                </c:pt>
                <c:pt idx="633">
                  <c:v>0.23082697999999999</c:v>
                </c:pt>
                <c:pt idx="634">
                  <c:v>0.26248937999999999</c:v>
                </c:pt>
                <c:pt idx="635">
                  <c:v>0.30053577999999997</c:v>
                </c:pt>
                <c:pt idx="636">
                  <c:v>0.34223337999999998</c:v>
                </c:pt>
                <c:pt idx="637">
                  <c:v>0.38058217999999999</c:v>
                </c:pt>
                <c:pt idx="638">
                  <c:v>0.41026217999999998</c:v>
                </c:pt>
                <c:pt idx="639">
                  <c:v>0.45265418000000002</c:v>
                </c:pt>
                <c:pt idx="640">
                  <c:v>0.51607977999999999</c:v>
                </c:pt>
                <c:pt idx="641">
                  <c:v>0.59610377999999997</c:v>
                </c:pt>
                <c:pt idx="642">
                  <c:v>0.68224298000000005</c:v>
                </c:pt>
                <c:pt idx="643">
                  <c:v>0.77238057999999998</c:v>
                </c:pt>
                <c:pt idx="644">
                  <c:v>0.85738857999999996</c:v>
                </c:pt>
                <c:pt idx="645">
                  <c:v>0.93284297999999999</c:v>
                </c:pt>
                <c:pt idx="646">
                  <c:v>1.00194698</c:v>
                </c:pt>
                <c:pt idx="647">
                  <c:v>1.06949418</c:v>
                </c:pt>
                <c:pt idx="648">
                  <c:v>1.1370637800000001</c:v>
                </c:pt>
                <c:pt idx="649">
                  <c:v>1.2103229799999999</c:v>
                </c:pt>
                <c:pt idx="650">
                  <c:v>1.29008938</c:v>
                </c:pt>
                <c:pt idx="651">
                  <c:v>1.36655178</c:v>
                </c:pt>
                <c:pt idx="652">
                  <c:v>1.43828778</c:v>
                </c:pt>
                <c:pt idx="653">
                  <c:v>1.5046813800000001</c:v>
                </c:pt>
                <c:pt idx="654">
                  <c:v>1.56825258</c:v>
                </c:pt>
                <c:pt idx="655">
                  <c:v>1.6325181799999999</c:v>
                </c:pt>
                <c:pt idx="656">
                  <c:v>1.69893418</c:v>
                </c:pt>
                <c:pt idx="657">
                  <c:v>1.76744458</c:v>
                </c:pt>
                <c:pt idx="658">
                  <c:v>1.84044618</c:v>
                </c:pt>
                <c:pt idx="659">
                  <c:v>1.9120589800000001</c:v>
                </c:pt>
                <c:pt idx="660">
                  <c:v>1.9775341799999999</c:v>
                </c:pt>
                <c:pt idx="661">
                  <c:v>2.0336573800000002</c:v>
                </c:pt>
                <c:pt idx="662">
                  <c:v>2.08266858</c:v>
                </c:pt>
                <c:pt idx="663">
                  <c:v>2.1227421799999999</c:v>
                </c:pt>
                <c:pt idx="664">
                  <c:v>2.1565101800000002</c:v>
                </c:pt>
                <c:pt idx="665">
                  <c:v>2.1891581800000002</c:v>
                </c:pt>
                <c:pt idx="666">
                  <c:v>2.22377738</c:v>
                </c:pt>
                <c:pt idx="667">
                  <c:v>2.2656877799999999</c:v>
                </c:pt>
                <c:pt idx="668">
                  <c:v>2.31597578</c:v>
                </c:pt>
                <c:pt idx="669">
                  <c:v>2.3693661800000001</c:v>
                </c:pt>
                <c:pt idx="670">
                  <c:v>2.4209869799999999</c:v>
                </c:pt>
                <c:pt idx="671">
                  <c:v>2.4636813800000001</c:v>
                </c:pt>
                <c:pt idx="672">
                  <c:v>2.4986925800000002</c:v>
                </c:pt>
                <c:pt idx="673">
                  <c:v>2.52515818</c:v>
                </c:pt>
                <c:pt idx="674">
                  <c:v>2.5491597800000001</c:v>
                </c:pt>
                <c:pt idx="675">
                  <c:v>2.5745277799999999</c:v>
                </c:pt>
                <c:pt idx="676">
                  <c:v>2.6073661800000001</c:v>
                </c:pt>
                <c:pt idx="677">
                  <c:v>2.6385805800000002</c:v>
                </c:pt>
                <c:pt idx="678">
                  <c:v>2.66468778</c:v>
                </c:pt>
                <c:pt idx="679">
                  <c:v>2.6874013799999998</c:v>
                </c:pt>
                <c:pt idx="680">
                  <c:v>2.7093309799999998</c:v>
                </c:pt>
                <c:pt idx="681">
                  <c:v>2.7294797800000001</c:v>
                </c:pt>
                <c:pt idx="682">
                  <c:v>2.74473418</c:v>
                </c:pt>
                <c:pt idx="683">
                  <c:v>2.7545677799999999</c:v>
                </c:pt>
                <c:pt idx="684">
                  <c:v>2.76727978</c:v>
                </c:pt>
                <c:pt idx="685">
                  <c:v>2.7800925799999998</c:v>
                </c:pt>
                <c:pt idx="686">
                  <c:v>2.7960413800000001</c:v>
                </c:pt>
                <c:pt idx="687">
                  <c:v>2.81427498</c:v>
                </c:pt>
                <c:pt idx="688">
                  <c:v>2.8309181799999998</c:v>
                </c:pt>
                <c:pt idx="689">
                  <c:v>2.8378173800000002</c:v>
                </c:pt>
                <c:pt idx="690">
                  <c:v>2.8370333799999998</c:v>
                </c:pt>
                <c:pt idx="691">
                  <c:v>2.8309965799999999</c:v>
                </c:pt>
                <c:pt idx="692">
                  <c:v>2.8240861800000001</c:v>
                </c:pt>
                <c:pt idx="693">
                  <c:v>2.81651498</c:v>
                </c:pt>
                <c:pt idx="694">
                  <c:v>2.8119341800000002</c:v>
                </c:pt>
                <c:pt idx="695">
                  <c:v>2.8036013799999999</c:v>
                </c:pt>
                <c:pt idx="696">
                  <c:v>2.7871373799999999</c:v>
                </c:pt>
                <c:pt idx="697">
                  <c:v>2.7702589799999999</c:v>
                </c:pt>
                <c:pt idx="698">
                  <c:v>2.7651069800000001</c:v>
                </c:pt>
                <c:pt idx="699">
                  <c:v>2.7756797799999999</c:v>
                </c:pt>
                <c:pt idx="700">
                  <c:v>2.7877085799999999</c:v>
                </c:pt>
                <c:pt idx="701">
                  <c:v>2.7901501799999999</c:v>
                </c:pt>
                <c:pt idx="702">
                  <c:v>2.7799469800000001</c:v>
                </c:pt>
                <c:pt idx="703">
                  <c:v>2.76051498</c:v>
                </c:pt>
                <c:pt idx="704">
                  <c:v>2.73833898</c:v>
                </c:pt>
                <c:pt idx="705">
                  <c:v>2.72068778</c:v>
                </c:pt>
                <c:pt idx="706">
                  <c:v>2.7074493799999999</c:v>
                </c:pt>
                <c:pt idx="707">
                  <c:v>2.6943229799999999</c:v>
                </c:pt>
                <c:pt idx="708">
                  <c:v>2.68331338</c:v>
                </c:pt>
                <c:pt idx="709">
                  <c:v>2.6700973800000001</c:v>
                </c:pt>
                <c:pt idx="710">
                  <c:v>2.65641098</c:v>
                </c:pt>
                <c:pt idx="711">
                  <c:v>2.6500717800000002</c:v>
                </c:pt>
                <c:pt idx="712">
                  <c:v>2.6471709799999998</c:v>
                </c:pt>
                <c:pt idx="713">
                  <c:v>2.6410557799999999</c:v>
                </c:pt>
                <c:pt idx="714">
                  <c:v>2.6199101800000002</c:v>
                </c:pt>
                <c:pt idx="715">
                  <c:v>2.5871389800000002</c:v>
                </c:pt>
                <c:pt idx="716">
                  <c:v>2.5547709799999998</c:v>
                </c:pt>
                <c:pt idx="717">
                  <c:v>2.5370525800000001</c:v>
                </c:pt>
                <c:pt idx="718">
                  <c:v>2.5360333800000001</c:v>
                </c:pt>
                <c:pt idx="719">
                  <c:v>2.5343645800000001</c:v>
                </c:pt>
                <c:pt idx="720">
                  <c:v>2.5248893799999998</c:v>
                </c:pt>
                <c:pt idx="721">
                  <c:v>2.50511018</c:v>
                </c:pt>
                <c:pt idx="722">
                  <c:v>2.47881258</c:v>
                </c:pt>
                <c:pt idx="723">
                  <c:v>2.4529181800000002</c:v>
                </c:pt>
                <c:pt idx="724">
                  <c:v>2.44091178</c:v>
                </c:pt>
                <c:pt idx="725">
                  <c:v>2.4385373800000001</c:v>
                </c:pt>
                <c:pt idx="726">
                  <c:v>2.4299805800000001</c:v>
                </c:pt>
                <c:pt idx="727">
                  <c:v>2.4017677800000001</c:v>
                </c:pt>
                <c:pt idx="728">
                  <c:v>2.3550525800000002</c:v>
                </c:pt>
                <c:pt idx="729">
                  <c:v>2.3122797799999999</c:v>
                </c:pt>
                <c:pt idx="730">
                  <c:v>2.30269258</c:v>
                </c:pt>
                <c:pt idx="731">
                  <c:v>2.29612938</c:v>
                </c:pt>
                <c:pt idx="732">
                  <c:v>2.2701901800000002</c:v>
                </c:pt>
                <c:pt idx="733">
                  <c:v>2.2362989799999999</c:v>
                </c:pt>
                <c:pt idx="734">
                  <c:v>2.2026093800000002</c:v>
                </c:pt>
                <c:pt idx="735">
                  <c:v>2.1669485800000001</c:v>
                </c:pt>
                <c:pt idx="736">
                  <c:v>2.1324301800000001</c:v>
                </c:pt>
                <c:pt idx="737">
                  <c:v>2.1015293800000001</c:v>
                </c:pt>
                <c:pt idx="738">
                  <c:v>2.0683773799999998</c:v>
                </c:pt>
                <c:pt idx="739">
                  <c:v>2.0297709799999999</c:v>
                </c:pt>
                <c:pt idx="740">
                  <c:v>1.9809837800000001</c:v>
                </c:pt>
                <c:pt idx="741">
                  <c:v>1.9231245800000001</c:v>
                </c:pt>
                <c:pt idx="742">
                  <c:v>1.8654221799999999</c:v>
                </c:pt>
                <c:pt idx="743">
                  <c:v>1.82019658</c:v>
                </c:pt>
                <c:pt idx="744">
                  <c:v>1.7852861799999999</c:v>
                </c:pt>
                <c:pt idx="745">
                  <c:v>1.76003018</c:v>
                </c:pt>
                <c:pt idx="746">
                  <c:v>1.7281437799999999</c:v>
                </c:pt>
                <c:pt idx="747">
                  <c:v>1.6824925799999999</c:v>
                </c:pt>
                <c:pt idx="748">
                  <c:v>1.62845258</c:v>
                </c:pt>
                <c:pt idx="749">
                  <c:v>1.57846698</c:v>
                </c:pt>
                <c:pt idx="750">
                  <c:v>1.5323901799999999</c:v>
                </c:pt>
                <c:pt idx="751">
                  <c:v>1.4981517799999999</c:v>
                </c:pt>
                <c:pt idx="752">
                  <c:v>1.46513418</c:v>
                </c:pt>
                <c:pt idx="753">
                  <c:v>1.4254637800000001</c:v>
                </c:pt>
                <c:pt idx="754">
                  <c:v>1.39137098</c:v>
                </c:pt>
                <c:pt idx="755">
                  <c:v>1.36068298</c:v>
                </c:pt>
                <c:pt idx="756">
                  <c:v>1.3240477799999999</c:v>
                </c:pt>
                <c:pt idx="757">
                  <c:v>1.27451018</c:v>
                </c:pt>
                <c:pt idx="758">
                  <c:v>1.2072093800000001</c:v>
                </c:pt>
                <c:pt idx="759">
                  <c:v>1.1295149799999999</c:v>
                </c:pt>
                <c:pt idx="760">
                  <c:v>1.0470605799999999</c:v>
                </c:pt>
                <c:pt idx="761">
                  <c:v>0.97667978</c:v>
                </c:pt>
                <c:pt idx="762">
                  <c:v>0.92494697999999997</c:v>
                </c:pt>
                <c:pt idx="763">
                  <c:v>0.89293738</c:v>
                </c:pt>
                <c:pt idx="764">
                  <c:v>0.86434378000000001</c:v>
                </c:pt>
                <c:pt idx="765">
                  <c:v>0.83260297999999999</c:v>
                </c:pt>
                <c:pt idx="766">
                  <c:v>0.79070377999999997</c:v>
                </c:pt>
                <c:pt idx="767">
                  <c:v>0.74095337999999999</c:v>
                </c:pt>
                <c:pt idx="768">
                  <c:v>0.68329578000000002</c:v>
                </c:pt>
                <c:pt idx="769">
                  <c:v>0.63036457999999995</c:v>
                </c:pt>
                <c:pt idx="770">
                  <c:v>0.58065898000000005</c:v>
                </c:pt>
                <c:pt idx="771">
                  <c:v>0.53507497999999998</c:v>
                </c:pt>
                <c:pt idx="772">
                  <c:v>0.49793577999999999</c:v>
                </c:pt>
                <c:pt idx="773">
                  <c:v>0.47047338</c:v>
                </c:pt>
                <c:pt idx="774">
                  <c:v>0.44061418000000002</c:v>
                </c:pt>
                <c:pt idx="775">
                  <c:v>0.41503338000000001</c:v>
                </c:pt>
                <c:pt idx="776">
                  <c:v>0.38798537999999999</c:v>
                </c:pt>
                <c:pt idx="777">
                  <c:v>0.35482217999999999</c:v>
                </c:pt>
                <c:pt idx="778">
                  <c:v>0.31848937999999999</c:v>
                </c:pt>
                <c:pt idx="779">
                  <c:v>0.28677098000000001</c:v>
                </c:pt>
                <c:pt idx="780">
                  <c:v>0.26466218000000002</c:v>
                </c:pt>
                <c:pt idx="781">
                  <c:v>0.24531977999999999</c:v>
                </c:pt>
                <c:pt idx="782">
                  <c:v>0.22495818000000001</c:v>
                </c:pt>
                <c:pt idx="783">
                  <c:v>0.21238058000000001</c:v>
                </c:pt>
                <c:pt idx="784">
                  <c:v>0.20436138000000001</c:v>
                </c:pt>
                <c:pt idx="785">
                  <c:v>0.20085578000000001</c:v>
                </c:pt>
                <c:pt idx="786">
                  <c:v>0.19835818</c:v>
                </c:pt>
                <c:pt idx="787">
                  <c:v>0.19825738000000001</c:v>
                </c:pt>
                <c:pt idx="788">
                  <c:v>0.20234537999999999</c:v>
                </c:pt>
                <c:pt idx="789">
                  <c:v>0.20605258000000001</c:v>
                </c:pt>
                <c:pt idx="790">
                  <c:v>0.21290698</c:v>
                </c:pt>
                <c:pt idx="791">
                  <c:v>0.21370217999999999</c:v>
                </c:pt>
                <c:pt idx="792">
                  <c:v>0.20665738</c:v>
                </c:pt>
                <c:pt idx="793">
                  <c:v>0.19690218000000001</c:v>
                </c:pt>
                <c:pt idx="794">
                  <c:v>0.19204138000000001</c:v>
                </c:pt>
                <c:pt idx="795">
                  <c:v>0.19592778</c:v>
                </c:pt>
                <c:pt idx="796">
                  <c:v>0.19819017999999999</c:v>
                </c:pt>
                <c:pt idx="797">
                  <c:v>0.19470698</c:v>
                </c:pt>
                <c:pt idx="798">
                  <c:v>0.19015978</c:v>
                </c:pt>
                <c:pt idx="799">
                  <c:v>0.18581418</c:v>
                </c:pt>
                <c:pt idx="800">
                  <c:v>0.18460457999999999</c:v>
                </c:pt>
                <c:pt idx="801">
                  <c:v>0.18263338000000001</c:v>
                </c:pt>
                <c:pt idx="802">
                  <c:v>0.17985577999999999</c:v>
                </c:pt>
                <c:pt idx="803">
                  <c:v>0.17911658</c:v>
                </c:pt>
                <c:pt idx="804">
                  <c:v>0.18039337999999999</c:v>
                </c:pt>
                <c:pt idx="805">
                  <c:v>0.18322698000000001</c:v>
                </c:pt>
                <c:pt idx="806">
                  <c:v>0.18550058</c:v>
                </c:pt>
                <c:pt idx="807">
                  <c:v>0.18629577999999999</c:v>
                </c:pt>
                <c:pt idx="808">
                  <c:v>0.18351818</c:v>
                </c:pt>
                <c:pt idx="809">
                  <c:v>0.17730218</c:v>
                </c:pt>
                <c:pt idx="810">
                  <c:v>0.16859978</c:v>
                </c:pt>
                <c:pt idx="811">
                  <c:v>0.16696458</c:v>
                </c:pt>
                <c:pt idx="812">
                  <c:v>0.17427818</c:v>
                </c:pt>
                <c:pt idx="813">
                  <c:v>0.17701098000000001</c:v>
                </c:pt>
                <c:pt idx="814">
                  <c:v>0.17279977999999999</c:v>
                </c:pt>
                <c:pt idx="815">
                  <c:v>0.16932778000000001</c:v>
                </c:pt>
                <c:pt idx="816">
                  <c:v>0.16571018000000001</c:v>
                </c:pt>
                <c:pt idx="817">
                  <c:v>0.16223818000000001</c:v>
                </c:pt>
                <c:pt idx="818">
                  <c:v>0.15953898</c:v>
                </c:pt>
                <c:pt idx="819">
                  <c:v>0.15851978</c:v>
                </c:pt>
                <c:pt idx="820">
                  <c:v>0.15829578</c:v>
                </c:pt>
                <c:pt idx="821">
                  <c:v>0.15895657999999999</c:v>
                </c:pt>
                <c:pt idx="822">
                  <c:v>0.16638217999999999</c:v>
                </c:pt>
                <c:pt idx="823">
                  <c:v>0.17189257999999999</c:v>
                </c:pt>
                <c:pt idx="824">
                  <c:v>0.17932938000000001</c:v>
                </c:pt>
                <c:pt idx="825">
                  <c:v>0.18619498000000001</c:v>
                </c:pt>
                <c:pt idx="826">
                  <c:v>0.19489738000000001</c:v>
                </c:pt>
                <c:pt idx="827">
                  <c:v>0.20796777999999999</c:v>
                </c:pt>
                <c:pt idx="828">
                  <c:v>0.21953738</c:v>
                </c:pt>
                <c:pt idx="829">
                  <c:v>0.22970698000000001</c:v>
                </c:pt>
                <c:pt idx="830">
                  <c:v>0.24053738</c:v>
                </c:pt>
                <c:pt idx="831">
                  <c:v>0.25902858000000001</c:v>
                </c:pt>
                <c:pt idx="832">
                  <c:v>0.28194377999999998</c:v>
                </c:pt>
                <c:pt idx="833">
                  <c:v>0.29891178000000002</c:v>
                </c:pt>
                <c:pt idx="834">
                  <c:v>0.31617097999999999</c:v>
                </c:pt>
                <c:pt idx="835">
                  <c:v>0.34000458</c:v>
                </c:pt>
                <c:pt idx="836">
                  <c:v>0.37263017999999998</c:v>
                </c:pt>
                <c:pt idx="837">
                  <c:v>0.40703657999999998</c:v>
                </c:pt>
                <c:pt idx="838">
                  <c:v>0.43252777999999997</c:v>
                </c:pt>
                <c:pt idx="839">
                  <c:v>0.45309097999999998</c:v>
                </c:pt>
                <c:pt idx="840">
                  <c:v>0.49494537999999999</c:v>
                </c:pt>
                <c:pt idx="841">
                  <c:v>0.55002698000000005</c:v>
                </c:pt>
                <c:pt idx="842">
                  <c:v>0.61518857999999998</c:v>
                </c:pt>
                <c:pt idx="843">
                  <c:v>0.68390057999999998</c:v>
                </c:pt>
                <c:pt idx="844">
                  <c:v>0.76284938000000002</c:v>
                </c:pt>
                <c:pt idx="845">
                  <c:v>0.84770058000000004</c:v>
                </c:pt>
                <c:pt idx="846">
                  <c:v>0.93041258000000004</c:v>
                </c:pt>
                <c:pt idx="847">
                  <c:v>1.01077258</c:v>
                </c:pt>
                <c:pt idx="848">
                  <c:v>1.08871338</c:v>
                </c:pt>
                <c:pt idx="849">
                  <c:v>1.17261258</c:v>
                </c:pt>
                <c:pt idx="850">
                  <c:v>1.25496618</c:v>
                </c:pt>
                <c:pt idx="851">
                  <c:v>1.3312045800000001</c:v>
                </c:pt>
                <c:pt idx="852">
                  <c:v>1.40186538</c:v>
                </c:pt>
                <c:pt idx="853">
                  <c:v>1.4652461800000001</c:v>
                </c:pt>
                <c:pt idx="854">
                  <c:v>1.52643178</c:v>
                </c:pt>
                <c:pt idx="855">
                  <c:v>1.59344138</c:v>
                </c:pt>
                <c:pt idx="856">
                  <c:v>1.6622205800000001</c:v>
                </c:pt>
                <c:pt idx="857">
                  <c:v>1.7357261799999999</c:v>
                </c:pt>
                <c:pt idx="858">
                  <c:v>1.8080557799999999</c:v>
                </c:pt>
                <c:pt idx="859">
                  <c:v>1.87572618</c:v>
                </c:pt>
                <c:pt idx="860">
                  <c:v>1.9346381800000001</c:v>
                </c:pt>
                <c:pt idx="861">
                  <c:v>1.98721098</c:v>
                </c:pt>
                <c:pt idx="862">
                  <c:v>2.0281245800000001</c:v>
                </c:pt>
                <c:pt idx="863">
                  <c:v>2.0649837799999999</c:v>
                </c:pt>
                <c:pt idx="864">
                  <c:v>2.10589738</c:v>
                </c:pt>
                <c:pt idx="865">
                  <c:v>2.1492637800000001</c:v>
                </c:pt>
                <c:pt idx="866">
                  <c:v>2.1974013800000001</c:v>
                </c:pt>
                <c:pt idx="867">
                  <c:v>2.2497389800000001</c:v>
                </c:pt>
                <c:pt idx="868">
                  <c:v>2.3060861799999999</c:v>
                </c:pt>
                <c:pt idx="869">
                  <c:v>2.3654685799999999</c:v>
                </c:pt>
                <c:pt idx="870">
                  <c:v>2.41107498</c:v>
                </c:pt>
                <c:pt idx="871">
                  <c:v>2.4525037799999998</c:v>
                </c:pt>
                <c:pt idx="872">
                  <c:v>2.49243178</c:v>
                </c:pt>
                <c:pt idx="873">
                  <c:v>2.5275997800000001</c:v>
                </c:pt>
                <c:pt idx="874">
                  <c:v>2.5733517799999999</c:v>
                </c:pt>
                <c:pt idx="875">
                  <c:v>2.6250845799999998</c:v>
                </c:pt>
                <c:pt idx="876">
                  <c:v>2.67426378</c:v>
                </c:pt>
                <c:pt idx="877">
                  <c:v>2.7209229800000001</c:v>
                </c:pt>
                <c:pt idx="878">
                  <c:v>2.76287818</c:v>
                </c:pt>
                <c:pt idx="879">
                  <c:v>2.8021565800000001</c:v>
                </c:pt>
                <c:pt idx="880">
                  <c:v>2.83926218</c:v>
                </c:pt>
                <c:pt idx="881">
                  <c:v>2.8772189799999999</c:v>
                </c:pt>
                <c:pt idx="882">
                  <c:v>2.91727018</c:v>
                </c:pt>
                <c:pt idx="883">
                  <c:v>2.9500189799999998</c:v>
                </c:pt>
                <c:pt idx="884">
                  <c:v>2.9788813799999998</c:v>
                </c:pt>
                <c:pt idx="885">
                  <c:v>3.0026813799999998</c:v>
                </c:pt>
                <c:pt idx="886">
                  <c:v>3.0259997799999998</c:v>
                </c:pt>
                <c:pt idx="887">
                  <c:v>3.0384765800000002</c:v>
                </c:pt>
                <c:pt idx="888">
                  <c:v>3.04260938</c:v>
                </c:pt>
                <c:pt idx="889">
                  <c:v>3.0320253799999999</c:v>
                </c:pt>
                <c:pt idx="890">
                  <c:v>3.02406218</c:v>
                </c:pt>
                <c:pt idx="891">
                  <c:v>3.0277917799999998</c:v>
                </c:pt>
                <c:pt idx="892">
                  <c:v>3.0340749800000002</c:v>
                </c:pt>
                <c:pt idx="893">
                  <c:v>3.0348813799999999</c:v>
                </c:pt>
                <c:pt idx="894">
                  <c:v>3.0271869800000002</c:v>
                </c:pt>
                <c:pt idx="895">
                  <c:v>3.00474218</c:v>
                </c:pt>
                <c:pt idx="896">
                  <c:v>2.9758573799999999</c:v>
                </c:pt>
                <c:pt idx="897">
                  <c:v>2.9493581799999999</c:v>
                </c:pt>
                <c:pt idx="898">
                  <c:v>2.9321325800000002</c:v>
                </c:pt>
                <c:pt idx="899">
                  <c:v>2.9189277800000002</c:v>
                </c:pt>
                <c:pt idx="900">
                  <c:v>2.9089261799999999</c:v>
                </c:pt>
                <c:pt idx="901">
                  <c:v>2.8933357800000001</c:v>
                </c:pt>
                <c:pt idx="902">
                  <c:v>2.8703533800000001</c:v>
                </c:pt>
                <c:pt idx="903">
                  <c:v>2.8472365800000001</c:v>
                </c:pt>
                <c:pt idx="904">
                  <c:v>2.8276925799999999</c:v>
                </c:pt>
                <c:pt idx="905">
                  <c:v>2.8108253799999998</c:v>
                </c:pt>
                <c:pt idx="906">
                  <c:v>2.7946413799999998</c:v>
                </c:pt>
                <c:pt idx="907">
                  <c:v>2.7773149799999999</c:v>
                </c:pt>
                <c:pt idx="908">
                  <c:v>2.7498413799999999</c:v>
                </c:pt>
                <c:pt idx="909">
                  <c:v>2.72162858</c:v>
                </c:pt>
                <c:pt idx="910">
                  <c:v>2.7039437799999999</c:v>
                </c:pt>
                <c:pt idx="911">
                  <c:v>2.6999229800000002</c:v>
                </c:pt>
                <c:pt idx="912">
                  <c:v>2.6985229799999999</c:v>
                </c:pt>
                <c:pt idx="913">
                  <c:v>2.6945133800000001</c:v>
                </c:pt>
                <c:pt idx="914">
                  <c:v>2.6766605800000001</c:v>
                </c:pt>
                <c:pt idx="915">
                  <c:v>2.6578557799999998</c:v>
                </c:pt>
                <c:pt idx="916">
                  <c:v>2.6511805800000001</c:v>
                </c:pt>
                <c:pt idx="917">
                  <c:v>2.65474218</c:v>
                </c:pt>
                <c:pt idx="918">
                  <c:v>2.6557501800000001</c:v>
                </c:pt>
                <c:pt idx="919">
                  <c:v>2.6554141800000002</c:v>
                </c:pt>
                <c:pt idx="920">
                  <c:v>2.6461965799999998</c:v>
                </c:pt>
                <c:pt idx="921">
                  <c:v>2.6264621799999999</c:v>
                </c:pt>
                <c:pt idx="922">
                  <c:v>2.60134058</c:v>
                </c:pt>
                <c:pt idx="923">
                  <c:v>2.5817629800000002</c:v>
                </c:pt>
                <c:pt idx="924">
                  <c:v>2.5709213800000001</c:v>
                </c:pt>
                <c:pt idx="925">
                  <c:v>2.56580298</c:v>
                </c:pt>
                <c:pt idx="926">
                  <c:v>2.5573133800000001</c:v>
                </c:pt>
                <c:pt idx="927">
                  <c:v>2.5496749799999998</c:v>
                </c:pt>
                <c:pt idx="928">
                  <c:v>2.5253485800000002</c:v>
                </c:pt>
                <c:pt idx="929">
                  <c:v>2.4929805799999998</c:v>
                </c:pt>
                <c:pt idx="930">
                  <c:v>2.4727981799999998</c:v>
                </c:pt>
                <c:pt idx="931">
                  <c:v>2.4877949799999999</c:v>
                </c:pt>
                <c:pt idx="932">
                  <c:v>2.4932381800000001</c:v>
                </c:pt>
                <c:pt idx="933">
                  <c:v>2.4711293799999998</c:v>
                </c:pt>
                <c:pt idx="934">
                  <c:v>2.44029578</c:v>
                </c:pt>
                <c:pt idx="935">
                  <c:v>2.4076365800000001</c:v>
                </c:pt>
                <c:pt idx="936">
                  <c:v>2.3724909799999998</c:v>
                </c:pt>
                <c:pt idx="937">
                  <c:v>2.3435053799999999</c:v>
                </c:pt>
                <c:pt idx="938">
                  <c:v>2.32164298</c:v>
                </c:pt>
                <c:pt idx="939">
                  <c:v>2.3035325800000002</c:v>
                </c:pt>
                <c:pt idx="940">
                  <c:v>2.2826893799999999</c:v>
                </c:pt>
                <c:pt idx="941">
                  <c:v>2.2484173799999998</c:v>
                </c:pt>
                <c:pt idx="942">
                  <c:v>2.2061373799999999</c:v>
                </c:pt>
                <c:pt idx="943">
                  <c:v>2.15937738</c:v>
                </c:pt>
                <c:pt idx="944">
                  <c:v>2.1116989799999999</c:v>
                </c:pt>
                <c:pt idx="945">
                  <c:v>2.0767661799999999</c:v>
                </c:pt>
                <c:pt idx="946">
                  <c:v>2.0528989800000002</c:v>
                </c:pt>
                <c:pt idx="947">
                  <c:v>2.0257389799999999</c:v>
                </c:pt>
                <c:pt idx="948">
                  <c:v>1.9972461800000001</c:v>
                </c:pt>
                <c:pt idx="949">
                  <c:v>1.95315178</c:v>
                </c:pt>
                <c:pt idx="950">
                  <c:v>1.9036141799999999</c:v>
                </c:pt>
                <c:pt idx="951">
                  <c:v>1.86398858</c:v>
                </c:pt>
                <c:pt idx="952">
                  <c:v>1.84063658</c:v>
                </c:pt>
                <c:pt idx="953">
                  <c:v>1.8316317799999999</c:v>
                </c:pt>
                <c:pt idx="954">
                  <c:v>1.8265245800000001</c:v>
                </c:pt>
                <c:pt idx="955">
                  <c:v>1.8097021799999999</c:v>
                </c:pt>
                <c:pt idx="956">
                  <c:v>1.7730221799999999</c:v>
                </c:pt>
                <c:pt idx="957">
                  <c:v>1.7212557799999999</c:v>
                </c:pt>
                <c:pt idx="958">
                  <c:v>1.66534538</c:v>
                </c:pt>
                <c:pt idx="959">
                  <c:v>1.6205789799999999</c:v>
                </c:pt>
                <c:pt idx="960">
                  <c:v>1.60194218</c:v>
                </c:pt>
                <c:pt idx="961">
                  <c:v>1.60045258</c:v>
                </c:pt>
                <c:pt idx="962">
                  <c:v>1.5962077800000001</c:v>
                </c:pt>
                <c:pt idx="963">
                  <c:v>1.5765629800000001</c:v>
                </c:pt>
                <c:pt idx="964">
                  <c:v>1.53436138</c:v>
                </c:pt>
                <c:pt idx="965">
                  <c:v>1.4771629799999999</c:v>
                </c:pt>
                <c:pt idx="966">
                  <c:v>1.4203005799999999</c:v>
                </c:pt>
                <c:pt idx="967">
                  <c:v>1.3715357800000001</c:v>
                </c:pt>
                <c:pt idx="968">
                  <c:v>1.33565098</c:v>
                </c:pt>
                <c:pt idx="969">
                  <c:v>1.30734858</c:v>
                </c:pt>
                <c:pt idx="970">
                  <c:v>1.27221418</c:v>
                </c:pt>
                <c:pt idx="971">
                  <c:v>1.22743658</c:v>
                </c:pt>
                <c:pt idx="972">
                  <c:v>1.1770253799999999</c:v>
                </c:pt>
                <c:pt idx="973">
                  <c:v>1.11502218</c:v>
                </c:pt>
                <c:pt idx="974">
                  <c:v>1.0529293799999999</c:v>
                </c:pt>
                <c:pt idx="975">
                  <c:v>0.99296457999999999</c:v>
                </c:pt>
                <c:pt idx="976">
                  <c:v>0.93289898000000004</c:v>
                </c:pt>
                <c:pt idx="977">
                  <c:v>0.87573418000000003</c:v>
                </c:pt>
                <c:pt idx="978">
                  <c:v>0.81989098000000005</c:v>
                </c:pt>
                <c:pt idx="979">
                  <c:v>0.76740777999999998</c:v>
                </c:pt>
                <c:pt idx="980">
                  <c:v>0.72221577999999997</c:v>
                </c:pt>
                <c:pt idx="981">
                  <c:v>0.68477418000000001</c:v>
                </c:pt>
                <c:pt idx="982">
                  <c:v>0.65319017999999995</c:v>
                </c:pt>
                <c:pt idx="983">
                  <c:v>0.62151657999999999</c:v>
                </c:pt>
                <c:pt idx="984">
                  <c:v>0.57918057999999994</c:v>
                </c:pt>
                <c:pt idx="985">
                  <c:v>0.53901737999999999</c:v>
                </c:pt>
                <c:pt idx="986">
                  <c:v>0.50298697999999997</c:v>
                </c:pt>
                <c:pt idx="987">
                  <c:v>0.47175018000000002</c:v>
                </c:pt>
                <c:pt idx="988">
                  <c:v>0.44704297999999998</c:v>
                </c:pt>
                <c:pt idx="989">
                  <c:v>0.42110377999999998</c:v>
                </c:pt>
                <c:pt idx="990">
                  <c:v>0.40176138</c:v>
                </c:pt>
                <c:pt idx="991">
                  <c:v>0.38524138000000002</c:v>
                </c:pt>
                <c:pt idx="992">
                  <c:v>0.36825098000000001</c:v>
                </c:pt>
                <c:pt idx="993">
                  <c:v>0.35068937999999999</c:v>
                </c:pt>
                <c:pt idx="994">
                  <c:v>0.33270218000000001</c:v>
                </c:pt>
                <c:pt idx="995">
                  <c:v>0.31503977999999999</c:v>
                </c:pt>
                <c:pt idx="996">
                  <c:v>0.30207018000000002</c:v>
                </c:pt>
                <c:pt idx="997">
                  <c:v>0.28670378000000002</c:v>
                </c:pt>
                <c:pt idx="998">
                  <c:v>0.26862698000000002</c:v>
                </c:pt>
                <c:pt idx="999">
                  <c:v>0.25347338000000003</c:v>
                </c:pt>
                <c:pt idx="1000">
                  <c:v>0.23957418</c:v>
                </c:pt>
                <c:pt idx="1001">
                  <c:v>0.22352458</c:v>
                </c:pt>
                <c:pt idx="1002">
                  <c:v>0.21262697999999999</c:v>
                </c:pt>
                <c:pt idx="1003">
                  <c:v>0.20545898000000001</c:v>
                </c:pt>
                <c:pt idx="1004">
                  <c:v>0.19290378</c:v>
                </c:pt>
                <c:pt idx="1005">
                  <c:v>0.18387658000000001</c:v>
                </c:pt>
                <c:pt idx="1006">
                  <c:v>0.17619338000000001</c:v>
                </c:pt>
                <c:pt idx="1007">
                  <c:v>0.17109737999999999</c:v>
                </c:pt>
                <c:pt idx="1008">
                  <c:v>0.16656138000000001</c:v>
                </c:pt>
                <c:pt idx="1009">
                  <c:v>0.16438858000000001</c:v>
                </c:pt>
                <c:pt idx="1010">
                  <c:v>0.16106218</c:v>
                </c:pt>
                <c:pt idx="1011">
                  <c:v>0.15499178</c:v>
                </c:pt>
                <c:pt idx="1012">
                  <c:v>0.15183337999999999</c:v>
                </c:pt>
                <c:pt idx="1013">
                  <c:v>0.14997418000000001</c:v>
                </c:pt>
                <c:pt idx="1014">
                  <c:v>0.14675978000000001</c:v>
                </c:pt>
                <c:pt idx="1015">
                  <c:v>0.14198858</c:v>
                </c:pt>
                <c:pt idx="1016">
                  <c:v>0.13835977999999999</c:v>
                </c:pt>
                <c:pt idx="1017">
                  <c:v>0.13505577999999999</c:v>
                </c:pt>
                <c:pt idx="1018">
                  <c:v>0.13628778</c:v>
                </c:pt>
              </c:numCache>
            </c:numRef>
          </c:xVal>
          <c:yVal>
            <c:numRef>
              <c:f>[1]Sheet1!$U$2:$U$1293</c:f>
              <c:numCache>
                <c:formatCode>General</c:formatCode>
                <c:ptCount val="1292"/>
                <c:pt idx="1">
                  <c:v>110.5265</c:v>
                </c:pt>
                <c:pt idx="2">
                  <c:v>110.5569</c:v>
                </c:pt>
                <c:pt idx="3">
                  <c:v>110.53710000000001</c:v>
                </c:pt>
                <c:pt idx="4">
                  <c:v>110.66560000000001</c:v>
                </c:pt>
                <c:pt idx="5">
                  <c:v>110.7099</c:v>
                </c:pt>
                <c:pt idx="6">
                  <c:v>110.9312</c:v>
                </c:pt>
                <c:pt idx="7">
                  <c:v>111.134</c:v>
                </c:pt>
                <c:pt idx="8">
                  <c:v>111.40370000000001</c:v>
                </c:pt>
                <c:pt idx="9">
                  <c:v>111.66759999999999</c:v>
                </c:pt>
                <c:pt idx="10">
                  <c:v>112.1579</c:v>
                </c:pt>
                <c:pt idx="11">
                  <c:v>112.4691</c:v>
                </c:pt>
                <c:pt idx="12">
                  <c:v>112.6671</c:v>
                </c:pt>
                <c:pt idx="13">
                  <c:v>112.6249</c:v>
                </c:pt>
                <c:pt idx="14">
                  <c:v>112.95450000000001</c:v>
                </c:pt>
                <c:pt idx="15">
                  <c:v>112.8544</c:v>
                </c:pt>
                <c:pt idx="16">
                  <c:v>112.81399999999999</c:v>
                </c:pt>
                <c:pt idx="17">
                  <c:v>112.90309999999999</c:v>
                </c:pt>
                <c:pt idx="18">
                  <c:v>113.15759999999999</c:v>
                </c:pt>
                <c:pt idx="19">
                  <c:v>113.28739999999999</c:v>
                </c:pt>
                <c:pt idx="20">
                  <c:v>113.4486</c:v>
                </c:pt>
                <c:pt idx="21">
                  <c:v>113.3182</c:v>
                </c:pt>
                <c:pt idx="22">
                  <c:v>113.273</c:v>
                </c:pt>
                <c:pt idx="23">
                  <c:v>113.20949999999999</c:v>
                </c:pt>
                <c:pt idx="24">
                  <c:v>113.49940000000001</c:v>
                </c:pt>
                <c:pt idx="25">
                  <c:v>113.33460000000001</c:v>
                </c:pt>
                <c:pt idx="26">
                  <c:v>113.4903</c:v>
                </c:pt>
                <c:pt idx="27">
                  <c:v>113.54730000000001</c:v>
                </c:pt>
                <c:pt idx="28">
                  <c:v>113.5675</c:v>
                </c:pt>
                <c:pt idx="29">
                  <c:v>113.5668</c:v>
                </c:pt>
                <c:pt idx="30">
                  <c:v>113.41499999999999</c:v>
                </c:pt>
                <c:pt idx="31">
                  <c:v>113.4178</c:v>
                </c:pt>
                <c:pt idx="32">
                  <c:v>113.3964</c:v>
                </c:pt>
                <c:pt idx="33">
                  <c:v>113.3775</c:v>
                </c:pt>
                <c:pt idx="34">
                  <c:v>113.3313</c:v>
                </c:pt>
                <c:pt idx="35">
                  <c:v>113.31</c:v>
                </c:pt>
                <c:pt idx="36">
                  <c:v>113.288</c:v>
                </c:pt>
                <c:pt idx="37">
                  <c:v>113.21440000000001</c:v>
                </c:pt>
                <c:pt idx="38">
                  <c:v>113.25900000000001</c:v>
                </c:pt>
                <c:pt idx="39">
                  <c:v>113.2621</c:v>
                </c:pt>
                <c:pt idx="40">
                  <c:v>113.2638</c:v>
                </c:pt>
                <c:pt idx="41">
                  <c:v>113.24619999999999</c:v>
                </c:pt>
                <c:pt idx="42">
                  <c:v>113.19559999999998</c:v>
                </c:pt>
                <c:pt idx="43">
                  <c:v>113.1678</c:v>
                </c:pt>
                <c:pt idx="44">
                  <c:v>113.19050000000001</c:v>
                </c:pt>
                <c:pt idx="45">
                  <c:v>113.2071</c:v>
                </c:pt>
                <c:pt idx="46">
                  <c:v>113.2222</c:v>
                </c:pt>
                <c:pt idx="47">
                  <c:v>113.0518</c:v>
                </c:pt>
                <c:pt idx="48">
                  <c:v>113.09690000000001</c:v>
                </c:pt>
                <c:pt idx="49">
                  <c:v>113.15780000000001</c:v>
                </c:pt>
                <c:pt idx="50">
                  <c:v>113.26430000000001</c:v>
                </c:pt>
                <c:pt idx="51">
                  <c:v>113.3319</c:v>
                </c:pt>
                <c:pt idx="52">
                  <c:v>113.2324</c:v>
                </c:pt>
                <c:pt idx="53">
                  <c:v>113.28099999999999</c:v>
                </c:pt>
                <c:pt idx="54">
                  <c:v>113.05440000000002</c:v>
                </c:pt>
                <c:pt idx="55">
                  <c:v>113.1833</c:v>
                </c:pt>
                <c:pt idx="56">
                  <c:v>113.14120000000001</c:v>
                </c:pt>
                <c:pt idx="57">
                  <c:v>112.96080000000001</c:v>
                </c:pt>
                <c:pt idx="58">
                  <c:v>112.84350000000001</c:v>
                </c:pt>
                <c:pt idx="59">
                  <c:v>112.51860000000001</c:v>
                </c:pt>
                <c:pt idx="60">
                  <c:v>112.6872</c:v>
                </c:pt>
                <c:pt idx="61">
                  <c:v>112.44479999999999</c:v>
                </c:pt>
                <c:pt idx="62">
                  <c:v>112.3399</c:v>
                </c:pt>
                <c:pt idx="63">
                  <c:v>112.2179</c:v>
                </c:pt>
                <c:pt idx="64">
                  <c:v>112.13929999999999</c:v>
                </c:pt>
                <c:pt idx="65">
                  <c:v>112.09400000000001</c:v>
                </c:pt>
                <c:pt idx="66">
                  <c:v>112.08349999999999</c:v>
                </c:pt>
                <c:pt idx="67">
                  <c:v>111.77809999999999</c:v>
                </c:pt>
                <c:pt idx="68">
                  <c:v>111.67149999999999</c:v>
                </c:pt>
                <c:pt idx="69">
                  <c:v>111.47819999999999</c:v>
                </c:pt>
                <c:pt idx="70">
                  <c:v>111.4344</c:v>
                </c:pt>
                <c:pt idx="71">
                  <c:v>111.3028</c:v>
                </c:pt>
                <c:pt idx="72">
                  <c:v>111.5068</c:v>
                </c:pt>
                <c:pt idx="73">
                  <c:v>111.29810000000001</c:v>
                </c:pt>
                <c:pt idx="74">
                  <c:v>111.27890000000001</c:v>
                </c:pt>
                <c:pt idx="75">
                  <c:v>111.1866</c:v>
                </c:pt>
                <c:pt idx="76">
                  <c:v>111.2052</c:v>
                </c:pt>
                <c:pt idx="77">
                  <c:v>110.9854</c:v>
                </c:pt>
                <c:pt idx="78">
                  <c:v>111.13329999999999</c:v>
                </c:pt>
                <c:pt idx="79">
                  <c:v>111.2256</c:v>
                </c:pt>
                <c:pt idx="80">
                  <c:v>111.0891</c:v>
                </c:pt>
                <c:pt idx="81">
                  <c:v>111.07640000000001</c:v>
                </c:pt>
                <c:pt idx="82">
                  <c:v>111.07989999999999</c:v>
                </c:pt>
                <c:pt idx="83">
                  <c:v>110.89259999999999</c:v>
                </c:pt>
                <c:pt idx="84">
                  <c:v>110.83959999999999</c:v>
                </c:pt>
                <c:pt idx="85">
                  <c:v>110.89460000000001</c:v>
                </c:pt>
                <c:pt idx="86">
                  <c:v>110.81519999999999</c:v>
                </c:pt>
                <c:pt idx="87">
                  <c:v>110.736</c:v>
                </c:pt>
                <c:pt idx="88">
                  <c:v>110.7394</c:v>
                </c:pt>
                <c:pt idx="89">
                  <c:v>110.7398</c:v>
                </c:pt>
                <c:pt idx="90">
                  <c:v>110.7546</c:v>
                </c:pt>
                <c:pt idx="91">
                  <c:v>110.73320000000001</c:v>
                </c:pt>
                <c:pt idx="92">
                  <c:v>110.7094</c:v>
                </c:pt>
                <c:pt idx="93">
                  <c:v>110.6845</c:v>
                </c:pt>
                <c:pt idx="94">
                  <c:v>110.65690000000001</c:v>
                </c:pt>
                <c:pt idx="95">
                  <c:v>110.7915</c:v>
                </c:pt>
                <c:pt idx="96">
                  <c:v>110.76679999999999</c:v>
                </c:pt>
                <c:pt idx="97">
                  <c:v>110.72620000000001</c:v>
                </c:pt>
                <c:pt idx="98">
                  <c:v>110.7154</c:v>
                </c:pt>
                <c:pt idx="99">
                  <c:v>110.69119999999999</c:v>
                </c:pt>
                <c:pt idx="100">
                  <c:v>110.74289999999999</c:v>
                </c:pt>
                <c:pt idx="101">
                  <c:v>110.74769999999999</c:v>
                </c:pt>
                <c:pt idx="102">
                  <c:v>110.74870000000001</c:v>
                </c:pt>
                <c:pt idx="103">
                  <c:v>111.09629999999999</c:v>
                </c:pt>
                <c:pt idx="104">
                  <c:v>111.4081</c:v>
                </c:pt>
                <c:pt idx="105">
                  <c:v>111.8049</c:v>
                </c:pt>
                <c:pt idx="106">
                  <c:v>111.9473</c:v>
                </c:pt>
                <c:pt idx="107">
                  <c:v>112.27499999999999</c:v>
                </c:pt>
                <c:pt idx="108">
                  <c:v>112.3831</c:v>
                </c:pt>
                <c:pt idx="109">
                  <c:v>112.7501</c:v>
                </c:pt>
                <c:pt idx="110">
                  <c:v>112.6694</c:v>
                </c:pt>
                <c:pt idx="111">
                  <c:v>112.7867</c:v>
                </c:pt>
                <c:pt idx="112">
                  <c:v>113.10900000000001</c:v>
                </c:pt>
                <c:pt idx="113">
                  <c:v>112.70350000000001</c:v>
                </c:pt>
                <c:pt idx="114">
                  <c:v>112.94739999999999</c:v>
                </c:pt>
                <c:pt idx="115">
                  <c:v>113.13560000000001</c:v>
                </c:pt>
                <c:pt idx="116">
                  <c:v>112.699</c:v>
                </c:pt>
                <c:pt idx="117">
                  <c:v>113.1627</c:v>
                </c:pt>
                <c:pt idx="118">
                  <c:v>113.0129</c:v>
                </c:pt>
                <c:pt idx="119">
                  <c:v>112.92789999999999</c:v>
                </c:pt>
                <c:pt idx="120">
                  <c:v>112.91249999999999</c:v>
                </c:pt>
                <c:pt idx="121">
                  <c:v>112.9988</c:v>
                </c:pt>
                <c:pt idx="122">
                  <c:v>112.8811</c:v>
                </c:pt>
                <c:pt idx="123">
                  <c:v>112.9007</c:v>
                </c:pt>
                <c:pt idx="124">
                  <c:v>112.8083</c:v>
                </c:pt>
                <c:pt idx="125">
                  <c:v>112.83540000000001</c:v>
                </c:pt>
                <c:pt idx="126">
                  <c:v>112.87390000000001</c:v>
                </c:pt>
                <c:pt idx="127">
                  <c:v>113.041</c:v>
                </c:pt>
                <c:pt idx="128">
                  <c:v>112.8717</c:v>
                </c:pt>
                <c:pt idx="129">
                  <c:v>112.947</c:v>
                </c:pt>
                <c:pt idx="130">
                  <c:v>112.9562</c:v>
                </c:pt>
                <c:pt idx="131">
                  <c:v>112.9598</c:v>
                </c:pt>
                <c:pt idx="132">
                  <c:v>113.0985</c:v>
                </c:pt>
                <c:pt idx="133">
                  <c:v>112.89410000000001</c:v>
                </c:pt>
                <c:pt idx="134">
                  <c:v>112.9384</c:v>
                </c:pt>
                <c:pt idx="135">
                  <c:v>112.9434</c:v>
                </c:pt>
                <c:pt idx="136">
                  <c:v>112.93770000000001</c:v>
                </c:pt>
                <c:pt idx="137">
                  <c:v>112.9376</c:v>
                </c:pt>
                <c:pt idx="138">
                  <c:v>113.0063</c:v>
                </c:pt>
                <c:pt idx="139">
                  <c:v>112.8886</c:v>
                </c:pt>
                <c:pt idx="140">
                  <c:v>112.9101</c:v>
                </c:pt>
                <c:pt idx="141">
                  <c:v>112.926</c:v>
                </c:pt>
                <c:pt idx="142">
                  <c:v>112.9354</c:v>
                </c:pt>
                <c:pt idx="143">
                  <c:v>112.94119999999999</c:v>
                </c:pt>
                <c:pt idx="144">
                  <c:v>112.9649</c:v>
                </c:pt>
                <c:pt idx="145">
                  <c:v>112.98740000000001</c:v>
                </c:pt>
                <c:pt idx="146">
                  <c:v>113.0103</c:v>
                </c:pt>
                <c:pt idx="147">
                  <c:v>113.0335</c:v>
                </c:pt>
                <c:pt idx="148">
                  <c:v>112.8511</c:v>
                </c:pt>
                <c:pt idx="149">
                  <c:v>112.76949999999999</c:v>
                </c:pt>
                <c:pt idx="150">
                  <c:v>112.6784</c:v>
                </c:pt>
                <c:pt idx="151">
                  <c:v>112.86860000000001</c:v>
                </c:pt>
                <c:pt idx="152">
                  <c:v>112.899</c:v>
                </c:pt>
                <c:pt idx="153">
                  <c:v>112.7581</c:v>
                </c:pt>
                <c:pt idx="154">
                  <c:v>112.6157</c:v>
                </c:pt>
                <c:pt idx="155">
                  <c:v>112.4738</c:v>
                </c:pt>
                <c:pt idx="156">
                  <c:v>112.5155</c:v>
                </c:pt>
                <c:pt idx="157">
                  <c:v>112.14689999999999</c:v>
                </c:pt>
                <c:pt idx="158">
                  <c:v>112.0331</c:v>
                </c:pt>
                <c:pt idx="159">
                  <c:v>111.8733</c:v>
                </c:pt>
                <c:pt idx="160">
                  <c:v>111.81530000000001</c:v>
                </c:pt>
                <c:pt idx="161">
                  <c:v>111.63639999999999</c:v>
                </c:pt>
                <c:pt idx="162">
                  <c:v>111.4676</c:v>
                </c:pt>
                <c:pt idx="163">
                  <c:v>111.31610000000001</c:v>
                </c:pt>
                <c:pt idx="164">
                  <c:v>111.3695</c:v>
                </c:pt>
                <c:pt idx="165">
                  <c:v>111.2032</c:v>
                </c:pt>
                <c:pt idx="166">
                  <c:v>111.0235</c:v>
                </c:pt>
                <c:pt idx="167">
                  <c:v>110.8605</c:v>
                </c:pt>
                <c:pt idx="168">
                  <c:v>110.9209</c:v>
                </c:pt>
                <c:pt idx="169">
                  <c:v>110.69000000000001</c:v>
                </c:pt>
                <c:pt idx="170">
                  <c:v>110.5531</c:v>
                </c:pt>
                <c:pt idx="171">
                  <c:v>110.595</c:v>
                </c:pt>
                <c:pt idx="172">
                  <c:v>110.3712</c:v>
                </c:pt>
                <c:pt idx="173">
                  <c:v>110.39859999999999</c:v>
                </c:pt>
                <c:pt idx="174">
                  <c:v>110.3768</c:v>
                </c:pt>
                <c:pt idx="175">
                  <c:v>110.12909999999999</c:v>
                </c:pt>
                <c:pt idx="176">
                  <c:v>110.18299999999999</c:v>
                </c:pt>
                <c:pt idx="177">
                  <c:v>110.1027</c:v>
                </c:pt>
                <c:pt idx="178">
                  <c:v>109.9234</c:v>
                </c:pt>
                <c:pt idx="179">
                  <c:v>110.00280000000001</c:v>
                </c:pt>
                <c:pt idx="180">
                  <c:v>110.00970000000001</c:v>
                </c:pt>
                <c:pt idx="181">
                  <c:v>110.105</c:v>
                </c:pt>
                <c:pt idx="182">
                  <c:v>110.0378</c:v>
                </c:pt>
                <c:pt idx="183">
                  <c:v>109.9877</c:v>
                </c:pt>
                <c:pt idx="184">
                  <c:v>109.959</c:v>
                </c:pt>
                <c:pt idx="185">
                  <c:v>110.00640000000001</c:v>
                </c:pt>
                <c:pt idx="186">
                  <c:v>109.88720000000001</c:v>
                </c:pt>
                <c:pt idx="187">
                  <c:v>109.98699999999999</c:v>
                </c:pt>
                <c:pt idx="188">
                  <c:v>109.95189999999999</c:v>
                </c:pt>
                <c:pt idx="189">
                  <c:v>109.9492</c:v>
                </c:pt>
                <c:pt idx="190">
                  <c:v>109.9413</c:v>
                </c:pt>
                <c:pt idx="191">
                  <c:v>109.9238</c:v>
                </c:pt>
                <c:pt idx="192">
                  <c:v>109.92179999999999</c:v>
                </c:pt>
                <c:pt idx="193">
                  <c:v>109.8977</c:v>
                </c:pt>
                <c:pt idx="194">
                  <c:v>109.89760000000001</c:v>
                </c:pt>
                <c:pt idx="195">
                  <c:v>109.89150000000001</c:v>
                </c:pt>
                <c:pt idx="196">
                  <c:v>109.9699</c:v>
                </c:pt>
                <c:pt idx="197">
                  <c:v>110.0248</c:v>
                </c:pt>
                <c:pt idx="198">
                  <c:v>110.10809999999999</c:v>
                </c:pt>
                <c:pt idx="199">
                  <c:v>110.25109999999999</c:v>
                </c:pt>
                <c:pt idx="200">
                  <c:v>110.48159999999999</c:v>
                </c:pt>
                <c:pt idx="201">
                  <c:v>110.77260000000001</c:v>
                </c:pt>
                <c:pt idx="202">
                  <c:v>110.8466</c:v>
                </c:pt>
                <c:pt idx="203">
                  <c:v>111.2816</c:v>
                </c:pt>
                <c:pt idx="204">
                  <c:v>111.3245</c:v>
                </c:pt>
                <c:pt idx="205">
                  <c:v>111.5035</c:v>
                </c:pt>
                <c:pt idx="206">
                  <c:v>111.7115</c:v>
                </c:pt>
                <c:pt idx="207">
                  <c:v>111.9538</c:v>
                </c:pt>
                <c:pt idx="208">
                  <c:v>111.8886</c:v>
                </c:pt>
                <c:pt idx="209">
                  <c:v>112.1324</c:v>
                </c:pt>
                <c:pt idx="210">
                  <c:v>112.4765</c:v>
                </c:pt>
                <c:pt idx="211">
                  <c:v>112.63199999999999</c:v>
                </c:pt>
                <c:pt idx="212">
                  <c:v>112.5857</c:v>
                </c:pt>
                <c:pt idx="213">
                  <c:v>113.0147</c:v>
                </c:pt>
                <c:pt idx="214">
                  <c:v>112.99170000000001</c:v>
                </c:pt>
                <c:pt idx="215">
                  <c:v>112.74340000000001</c:v>
                </c:pt>
                <c:pt idx="216">
                  <c:v>113.0745</c:v>
                </c:pt>
                <c:pt idx="217">
                  <c:v>113.08369999999999</c:v>
                </c:pt>
                <c:pt idx="218">
                  <c:v>112.93340000000001</c:v>
                </c:pt>
                <c:pt idx="219">
                  <c:v>112.83429999999998</c:v>
                </c:pt>
                <c:pt idx="220">
                  <c:v>112.8785</c:v>
                </c:pt>
                <c:pt idx="221">
                  <c:v>112.76740000000001</c:v>
                </c:pt>
                <c:pt idx="222">
                  <c:v>112.8933</c:v>
                </c:pt>
                <c:pt idx="223">
                  <c:v>112.60040000000001</c:v>
                </c:pt>
                <c:pt idx="224">
                  <c:v>112.7148</c:v>
                </c:pt>
                <c:pt idx="225">
                  <c:v>112.91740000000001</c:v>
                </c:pt>
                <c:pt idx="226">
                  <c:v>112.92</c:v>
                </c:pt>
                <c:pt idx="227">
                  <c:v>112.9273</c:v>
                </c:pt>
                <c:pt idx="228">
                  <c:v>112.99799999999999</c:v>
                </c:pt>
                <c:pt idx="229">
                  <c:v>112.9256</c:v>
                </c:pt>
                <c:pt idx="230">
                  <c:v>112.9791</c:v>
                </c:pt>
                <c:pt idx="231">
                  <c:v>112.85</c:v>
                </c:pt>
                <c:pt idx="232">
                  <c:v>112.9462</c:v>
                </c:pt>
                <c:pt idx="233">
                  <c:v>112.80879999999999</c:v>
                </c:pt>
                <c:pt idx="234">
                  <c:v>112.89960000000001</c:v>
                </c:pt>
                <c:pt idx="235">
                  <c:v>112.9666</c:v>
                </c:pt>
                <c:pt idx="236">
                  <c:v>113.03039999999999</c:v>
                </c:pt>
                <c:pt idx="237">
                  <c:v>112.8839</c:v>
                </c:pt>
                <c:pt idx="238">
                  <c:v>112.88470000000001</c:v>
                </c:pt>
                <c:pt idx="239">
                  <c:v>112.93279999999999</c:v>
                </c:pt>
                <c:pt idx="240">
                  <c:v>112.86659999999999</c:v>
                </c:pt>
                <c:pt idx="241">
                  <c:v>112.8339</c:v>
                </c:pt>
                <c:pt idx="242">
                  <c:v>112.7838</c:v>
                </c:pt>
                <c:pt idx="243">
                  <c:v>112.75130000000001</c:v>
                </c:pt>
                <c:pt idx="244">
                  <c:v>112.77329999999999</c:v>
                </c:pt>
                <c:pt idx="245">
                  <c:v>112.66590000000001</c:v>
                </c:pt>
                <c:pt idx="246">
                  <c:v>112.76139999999999</c:v>
                </c:pt>
                <c:pt idx="247">
                  <c:v>112.8108</c:v>
                </c:pt>
                <c:pt idx="248">
                  <c:v>112.84549999999999</c:v>
                </c:pt>
                <c:pt idx="249">
                  <c:v>112.63629999999999</c:v>
                </c:pt>
                <c:pt idx="250">
                  <c:v>112.71100000000001</c:v>
                </c:pt>
                <c:pt idx="251">
                  <c:v>112.58290000000001</c:v>
                </c:pt>
                <c:pt idx="252">
                  <c:v>112.7557</c:v>
                </c:pt>
                <c:pt idx="253">
                  <c:v>112.45570000000001</c:v>
                </c:pt>
                <c:pt idx="254">
                  <c:v>112.42800000000001</c:v>
                </c:pt>
                <c:pt idx="255">
                  <c:v>112.14349999999999</c:v>
                </c:pt>
                <c:pt idx="256">
                  <c:v>112.04129999999999</c:v>
                </c:pt>
                <c:pt idx="257">
                  <c:v>111.8553</c:v>
                </c:pt>
                <c:pt idx="258">
                  <c:v>111.69560000000001</c:v>
                </c:pt>
                <c:pt idx="259">
                  <c:v>111.5531</c:v>
                </c:pt>
                <c:pt idx="260">
                  <c:v>111.37729999999999</c:v>
                </c:pt>
                <c:pt idx="261">
                  <c:v>111.02359999999999</c:v>
                </c:pt>
                <c:pt idx="262">
                  <c:v>111.0059</c:v>
                </c:pt>
                <c:pt idx="263">
                  <c:v>110.71770000000001</c:v>
                </c:pt>
                <c:pt idx="264">
                  <c:v>110.4106</c:v>
                </c:pt>
                <c:pt idx="265">
                  <c:v>110.47750000000001</c:v>
                </c:pt>
                <c:pt idx="266">
                  <c:v>110.5639</c:v>
                </c:pt>
                <c:pt idx="267">
                  <c:v>110.54470000000001</c:v>
                </c:pt>
                <c:pt idx="268">
                  <c:v>110.42960000000001</c:v>
                </c:pt>
                <c:pt idx="269">
                  <c:v>110.32849999999999</c:v>
                </c:pt>
                <c:pt idx="270">
                  <c:v>110.3349</c:v>
                </c:pt>
                <c:pt idx="271">
                  <c:v>110.3057</c:v>
                </c:pt>
                <c:pt idx="272">
                  <c:v>110.3682</c:v>
                </c:pt>
                <c:pt idx="273">
                  <c:v>110.1957</c:v>
                </c:pt>
                <c:pt idx="274">
                  <c:v>110.081</c:v>
                </c:pt>
                <c:pt idx="275">
                  <c:v>110.17179999999999</c:v>
                </c:pt>
                <c:pt idx="276">
                  <c:v>109.99589999999999</c:v>
                </c:pt>
                <c:pt idx="277">
                  <c:v>110.0333</c:v>
                </c:pt>
                <c:pt idx="278">
                  <c:v>109.9478</c:v>
                </c:pt>
                <c:pt idx="279">
                  <c:v>109.93299999999999</c:v>
                </c:pt>
                <c:pt idx="280">
                  <c:v>109.8947</c:v>
                </c:pt>
                <c:pt idx="281">
                  <c:v>109.87899999999999</c:v>
                </c:pt>
                <c:pt idx="282">
                  <c:v>109.86660000000001</c:v>
                </c:pt>
                <c:pt idx="283">
                  <c:v>109.85820000000001</c:v>
                </c:pt>
                <c:pt idx="284">
                  <c:v>109.78009999999999</c:v>
                </c:pt>
                <c:pt idx="285">
                  <c:v>109.71120000000001</c:v>
                </c:pt>
                <c:pt idx="286">
                  <c:v>109.7025</c:v>
                </c:pt>
                <c:pt idx="287">
                  <c:v>109.60050000000001</c:v>
                </c:pt>
                <c:pt idx="288">
                  <c:v>109.63380000000001</c:v>
                </c:pt>
                <c:pt idx="289">
                  <c:v>109.65170000000001</c:v>
                </c:pt>
                <c:pt idx="290">
                  <c:v>109.6974</c:v>
                </c:pt>
                <c:pt idx="291">
                  <c:v>109.7256</c:v>
                </c:pt>
                <c:pt idx="292">
                  <c:v>109.74679999999999</c:v>
                </c:pt>
                <c:pt idx="293">
                  <c:v>109.75960000000001</c:v>
                </c:pt>
                <c:pt idx="294">
                  <c:v>109.74600000000001</c:v>
                </c:pt>
                <c:pt idx="295">
                  <c:v>109.6773</c:v>
                </c:pt>
                <c:pt idx="296">
                  <c:v>109.9161</c:v>
                </c:pt>
                <c:pt idx="297">
                  <c:v>110.08920000000001</c:v>
                </c:pt>
                <c:pt idx="298">
                  <c:v>110.255</c:v>
                </c:pt>
                <c:pt idx="299">
                  <c:v>110.32849999999999</c:v>
                </c:pt>
                <c:pt idx="300">
                  <c:v>110.7526</c:v>
                </c:pt>
                <c:pt idx="301">
                  <c:v>110.96249999999999</c:v>
                </c:pt>
                <c:pt idx="302">
                  <c:v>111.1626</c:v>
                </c:pt>
                <c:pt idx="303">
                  <c:v>111.4945</c:v>
                </c:pt>
                <c:pt idx="304">
                  <c:v>111.95840000000001</c:v>
                </c:pt>
                <c:pt idx="305">
                  <c:v>112.1758</c:v>
                </c:pt>
                <c:pt idx="306">
                  <c:v>112.1319</c:v>
                </c:pt>
                <c:pt idx="307">
                  <c:v>112.34</c:v>
                </c:pt>
                <c:pt idx="308">
                  <c:v>112.53439999999999</c:v>
                </c:pt>
                <c:pt idx="309">
                  <c:v>112.75019999999999</c:v>
                </c:pt>
                <c:pt idx="310">
                  <c:v>112.69710000000001</c:v>
                </c:pt>
                <c:pt idx="311">
                  <c:v>112.66379999999999</c:v>
                </c:pt>
                <c:pt idx="312">
                  <c:v>112.85539999999999</c:v>
                </c:pt>
                <c:pt idx="313">
                  <c:v>112.82830000000001</c:v>
                </c:pt>
                <c:pt idx="314">
                  <c:v>112.90860000000001</c:v>
                </c:pt>
                <c:pt idx="315">
                  <c:v>113.0039</c:v>
                </c:pt>
                <c:pt idx="316">
                  <c:v>112.86149999999999</c:v>
                </c:pt>
                <c:pt idx="317">
                  <c:v>112.8664</c:v>
                </c:pt>
                <c:pt idx="318">
                  <c:v>113.0137</c:v>
                </c:pt>
                <c:pt idx="319">
                  <c:v>113.0284</c:v>
                </c:pt>
                <c:pt idx="320">
                  <c:v>112.8296</c:v>
                </c:pt>
                <c:pt idx="321">
                  <c:v>112.86250000000001</c:v>
                </c:pt>
                <c:pt idx="322">
                  <c:v>112.91290000000001</c:v>
                </c:pt>
                <c:pt idx="323">
                  <c:v>112.8984</c:v>
                </c:pt>
                <c:pt idx="324">
                  <c:v>112.85780000000001</c:v>
                </c:pt>
                <c:pt idx="325">
                  <c:v>112.97750000000001</c:v>
                </c:pt>
                <c:pt idx="326">
                  <c:v>112.9067</c:v>
                </c:pt>
                <c:pt idx="327">
                  <c:v>112.9477</c:v>
                </c:pt>
                <c:pt idx="328">
                  <c:v>112.9376</c:v>
                </c:pt>
                <c:pt idx="329">
                  <c:v>112.93170000000001</c:v>
                </c:pt>
                <c:pt idx="330">
                  <c:v>112.88159999999999</c:v>
                </c:pt>
                <c:pt idx="331">
                  <c:v>112.94110000000001</c:v>
                </c:pt>
                <c:pt idx="332">
                  <c:v>112.79179999999999</c:v>
                </c:pt>
                <c:pt idx="333">
                  <c:v>112.87050000000001</c:v>
                </c:pt>
                <c:pt idx="334">
                  <c:v>112.9375</c:v>
                </c:pt>
                <c:pt idx="335">
                  <c:v>112.99210000000001</c:v>
                </c:pt>
                <c:pt idx="336">
                  <c:v>112.90800000000002</c:v>
                </c:pt>
                <c:pt idx="337">
                  <c:v>112.8408</c:v>
                </c:pt>
                <c:pt idx="338">
                  <c:v>112.89230000000001</c:v>
                </c:pt>
                <c:pt idx="339">
                  <c:v>112.67139999999999</c:v>
                </c:pt>
                <c:pt idx="340">
                  <c:v>112.6721</c:v>
                </c:pt>
                <c:pt idx="341">
                  <c:v>112.56619999999999</c:v>
                </c:pt>
                <c:pt idx="342">
                  <c:v>112.67830000000001</c:v>
                </c:pt>
                <c:pt idx="343">
                  <c:v>112.67449999999999</c:v>
                </c:pt>
                <c:pt idx="344">
                  <c:v>112.6699</c:v>
                </c:pt>
                <c:pt idx="345">
                  <c:v>112.57300000000001</c:v>
                </c:pt>
                <c:pt idx="346">
                  <c:v>112.4199</c:v>
                </c:pt>
                <c:pt idx="347">
                  <c:v>112.3344</c:v>
                </c:pt>
                <c:pt idx="348">
                  <c:v>112.34120000000001</c:v>
                </c:pt>
                <c:pt idx="349">
                  <c:v>112.108</c:v>
                </c:pt>
                <c:pt idx="350">
                  <c:v>111.9316</c:v>
                </c:pt>
                <c:pt idx="351">
                  <c:v>111.756</c:v>
                </c:pt>
                <c:pt idx="352">
                  <c:v>111.68300000000001</c:v>
                </c:pt>
                <c:pt idx="353">
                  <c:v>111.4932</c:v>
                </c:pt>
                <c:pt idx="354">
                  <c:v>111.40280000000001</c:v>
                </c:pt>
                <c:pt idx="355">
                  <c:v>111.3075</c:v>
                </c:pt>
                <c:pt idx="356">
                  <c:v>111.2594</c:v>
                </c:pt>
                <c:pt idx="357">
                  <c:v>111.12650000000001</c:v>
                </c:pt>
                <c:pt idx="358">
                  <c:v>111.0566</c:v>
                </c:pt>
                <c:pt idx="359">
                  <c:v>111.0831</c:v>
                </c:pt>
                <c:pt idx="360">
                  <c:v>110.8948</c:v>
                </c:pt>
                <c:pt idx="361">
                  <c:v>110.85549999999999</c:v>
                </c:pt>
                <c:pt idx="362">
                  <c:v>110.7201</c:v>
                </c:pt>
                <c:pt idx="363">
                  <c:v>110.68020000000001</c:v>
                </c:pt>
                <c:pt idx="364">
                  <c:v>110.49720000000001</c:v>
                </c:pt>
                <c:pt idx="365">
                  <c:v>110.5363</c:v>
                </c:pt>
                <c:pt idx="366">
                  <c:v>110.52189999999999</c:v>
                </c:pt>
                <c:pt idx="367">
                  <c:v>110.41130000000001</c:v>
                </c:pt>
                <c:pt idx="368">
                  <c:v>110.4806</c:v>
                </c:pt>
                <c:pt idx="369">
                  <c:v>110.3252</c:v>
                </c:pt>
                <c:pt idx="370">
                  <c:v>110.21810000000001</c:v>
                </c:pt>
                <c:pt idx="371">
                  <c:v>110.2406</c:v>
                </c:pt>
                <c:pt idx="372">
                  <c:v>110.20659999999999</c:v>
                </c:pt>
                <c:pt idx="373">
                  <c:v>110.20089999999999</c:v>
                </c:pt>
                <c:pt idx="374">
                  <c:v>110.11229999999999</c:v>
                </c:pt>
                <c:pt idx="375">
                  <c:v>110.0338</c:v>
                </c:pt>
                <c:pt idx="376">
                  <c:v>109.9325</c:v>
                </c:pt>
                <c:pt idx="377">
                  <c:v>109.96679999999999</c:v>
                </c:pt>
                <c:pt idx="378">
                  <c:v>109.9092</c:v>
                </c:pt>
                <c:pt idx="379">
                  <c:v>109.9794</c:v>
                </c:pt>
                <c:pt idx="380">
                  <c:v>109.93560000000001</c:v>
                </c:pt>
                <c:pt idx="381">
                  <c:v>109.97439999999999</c:v>
                </c:pt>
                <c:pt idx="382">
                  <c:v>109.84690000000001</c:v>
                </c:pt>
                <c:pt idx="383">
                  <c:v>109.7243</c:v>
                </c:pt>
                <c:pt idx="384">
                  <c:v>109.81</c:v>
                </c:pt>
                <c:pt idx="385">
                  <c:v>109.84880000000001</c:v>
                </c:pt>
                <c:pt idx="386">
                  <c:v>110.0137</c:v>
                </c:pt>
                <c:pt idx="387">
                  <c:v>110.12269999999999</c:v>
                </c:pt>
                <c:pt idx="388">
                  <c:v>110.09259999999999</c:v>
                </c:pt>
                <c:pt idx="389">
                  <c:v>110.6264</c:v>
                </c:pt>
                <c:pt idx="390">
                  <c:v>110.74550000000001</c:v>
                </c:pt>
                <c:pt idx="391">
                  <c:v>111.0579</c:v>
                </c:pt>
                <c:pt idx="392">
                  <c:v>111.4909</c:v>
                </c:pt>
                <c:pt idx="393">
                  <c:v>111.70099999999999</c:v>
                </c:pt>
                <c:pt idx="394">
                  <c:v>111.9111</c:v>
                </c:pt>
                <c:pt idx="395">
                  <c:v>111.87440000000001</c:v>
                </c:pt>
                <c:pt idx="396">
                  <c:v>112.2869</c:v>
                </c:pt>
                <c:pt idx="397">
                  <c:v>112.3344</c:v>
                </c:pt>
                <c:pt idx="398">
                  <c:v>112.2544</c:v>
                </c:pt>
                <c:pt idx="399">
                  <c:v>112.462</c:v>
                </c:pt>
                <c:pt idx="400">
                  <c:v>112.5322</c:v>
                </c:pt>
                <c:pt idx="401">
                  <c:v>112.6336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33F-47BB-A4CE-89E18ACD8C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2488319"/>
        <c:axId val="132499551"/>
      </c:scatterChart>
      <c:valAx>
        <c:axId val="132488319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anchor="ctr" anchorCtr="0"/>
              <a:lstStyle/>
              <a:p>
                <a:pPr>
                  <a:defRPr/>
                </a:pPr>
                <a:r>
                  <a:rPr lang="en-US" altLang="ko-KR"/>
                  <a:t>Tension</a:t>
                </a:r>
                <a:r>
                  <a:rPr lang="en-US" altLang="ko-KR" baseline="0"/>
                  <a:t> force(N)</a:t>
                </a:r>
                <a:endParaRPr lang="ko-KR" altLang="en-US"/>
              </a:p>
            </c:rich>
          </c:tx>
          <c:layout>
            <c:manualLayout>
              <c:xMode val="edge"/>
              <c:yMode val="edge"/>
              <c:x val="0.45493156940619689"/>
              <c:y val="0.90156028368794339"/>
            </c:manualLayout>
          </c:layout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32499551"/>
        <c:crosses val="autoZero"/>
        <c:crossBetween val="midCat"/>
      </c:valAx>
      <c:valAx>
        <c:axId val="132499551"/>
        <c:scaling>
          <c:orientation val="minMax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 b="1"/>
                </a:pPr>
                <a:r>
                  <a:rPr lang="en-US" altLang="ko-KR" b="1"/>
                  <a:t>Ankle moment arm (mm)</a:t>
                </a:r>
                <a:endParaRPr lang="ko-KR" altLang="en-US" b="1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32488319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2562669343172326"/>
          <c:y val="0.1941903427515414"/>
          <c:w val="0.12804704618385898"/>
          <c:h val="0.20642339684769781"/>
        </c:manualLayout>
      </c:layout>
      <c:overlay val="0"/>
      <c:spPr>
        <a:solidFill>
          <a:schemeClr val="bg1"/>
        </a:solidFill>
        <a:ln>
          <a:solidFill>
            <a:schemeClr val="tx1"/>
          </a:solidFill>
        </a:ln>
      </c:spPr>
      <c:txPr>
        <a:bodyPr/>
        <a:lstStyle/>
        <a:p>
          <a:pPr>
            <a:defRPr sz="800" b="1"/>
          </a:pPr>
          <a:endParaRPr lang="ko-KR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b="1"/>
              <a:t>Tension</a:t>
            </a:r>
            <a:r>
              <a:rPr lang="en-US" altLang="ko-KR" b="1" baseline="0"/>
              <a:t> force- Ankle moment arm</a:t>
            </a:r>
          </a:p>
        </c:rich>
      </c:tx>
      <c:layout>
        <c:manualLayout>
          <c:xMode val="edge"/>
          <c:yMode val="edge"/>
          <c:x val="0.26707093072065463"/>
          <c:y val="5.6737588652482268E-2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4652403950384935"/>
          <c:y val="0.16707207207207209"/>
          <c:w val="0.7486486860495688"/>
          <c:h val="0.65548285187755784"/>
        </c:manualLayout>
      </c:layout>
      <c:scatterChart>
        <c:scatterStyle val="lineMarker"/>
        <c:varyColors val="0"/>
        <c:ser>
          <c:idx val="1"/>
          <c:order val="0"/>
          <c:tx>
            <c:strRef>
              <c:f>[1]Sheet1!$S$1</c:f>
              <c:strCache>
                <c:ptCount val="1"/>
                <c:pt idx="0">
                  <c:v>A: 70mm</c:v>
                </c:pt>
              </c:strCache>
            </c:strRef>
          </c:tx>
          <c:spPr>
            <a:ln w="50800">
              <a:noFill/>
            </a:ln>
          </c:spPr>
          <c:marker>
            <c:symbol val="circle"/>
            <c:size val="5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xVal>
            <c:numRef>
              <c:f>[1]Sheet1!$J$2:$J$1293</c:f>
              <c:numCache>
                <c:formatCode>General</c:formatCode>
                <c:ptCount val="1292"/>
                <c:pt idx="1">
                  <c:v>1.1178250440000002</c:v>
                </c:pt>
                <c:pt idx="2">
                  <c:v>1.1250692040000001</c:v>
                </c:pt>
                <c:pt idx="3">
                  <c:v>1.1597533640000002</c:v>
                </c:pt>
                <c:pt idx="4">
                  <c:v>1.2044256840000001</c:v>
                </c:pt>
                <c:pt idx="5">
                  <c:v>1.2917946440000001</c:v>
                </c:pt>
                <c:pt idx="6">
                  <c:v>1.4021034440000002</c:v>
                </c:pt>
                <c:pt idx="7">
                  <c:v>1.475423124</c:v>
                </c:pt>
                <c:pt idx="8">
                  <c:v>1.504399764</c:v>
                </c:pt>
                <c:pt idx="9">
                  <c:v>1.534364244</c:v>
                </c:pt>
                <c:pt idx="10">
                  <c:v>1.6004397640000001</c:v>
                </c:pt>
                <c:pt idx="11">
                  <c:v>1.639843604</c:v>
                </c:pt>
                <c:pt idx="12">
                  <c:v>1.6870404040000002</c:v>
                </c:pt>
                <c:pt idx="13">
                  <c:v>1.7621162440000002</c:v>
                </c:pt>
                <c:pt idx="14">
                  <c:v>1.8314845640000001</c:v>
                </c:pt>
                <c:pt idx="15">
                  <c:v>1.8573879240000002</c:v>
                </c:pt>
                <c:pt idx="16">
                  <c:v>1.8760471240000001</c:v>
                </c:pt>
                <c:pt idx="17">
                  <c:v>1.8705591240000001</c:v>
                </c:pt>
                <c:pt idx="18">
                  <c:v>1.8333504840000001</c:v>
                </c:pt>
                <c:pt idx="19">
                  <c:v>1.7950442440000001</c:v>
                </c:pt>
                <c:pt idx="20">
                  <c:v>1.8244599240000001</c:v>
                </c:pt>
                <c:pt idx="21">
                  <c:v>1.9060116040000001</c:v>
                </c:pt>
                <c:pt idx="22">
                  <c:v>1.9685748040000002</c:v>
                </c:pt>
                <c:pt idx="23">
                  <c:v>2.0398090440000001</c:v>
                </c:pt>
                <c:pt idx="24">
                  <c:v>2.1871069640000003</c:v>
                </c:pt>
                <c:pt idx="25">
                  <c:v>2.3372586440000003</c:v>
                </c:pt>
                <c:pt idx="26">
                  <c:v>2.4924592839999997</c:v>
                </c:pt>
                <c:pt idx="27">
                  <c:v>2.7547856840000002</c:v>
                </c:pt>
                <c:pt idx="28">
                  <c:v>3.0803338440000001</c:v>
                </c:pt>
                <c:pt idx="29">
                  <c:v>3.4608717640000002</c:v>
                </c:pt>
                <c:pt idx="30">
                  <c:v>3.9172538440000007</c:v>
                </c:pt>
                <c:pt idx="31">
                  <c:v>4.4315892039999998</c:v>
                </c:pt>
                <c:pt idx="32">
                  <c:v>5.0156221640000007</c:v>
                </c:pt>
                <c:pt idx="33">
                  <c:v>5.6313757640000004</c:v>
                </c:pt>
                <c:pt idx="34">
                  <c:v>6.2363728839999997</c:v>
                </c:pt>
                <c:pt idx="35">
                  <c:v>6.7637696840000006</c:v>
                </c:pt>
                <c:pt idx="36">
                  <c:v>7.8238317640000004</c:v>
                </c:pt>
                <c:pt idx="37">
                  <c:v>8.9914586439999997</c:v>
                </c:pt>
                <c:pt idx="38">
                  <c:v>10.051301204000001</c:v>
                </c:pt>
                <c:pt idx="39">
                  <c:v>11.004457044</c:v>
                </c:pt>
                <c:pt idx="40">
                  <c:v>11.707579604000001</c:v>
                </c:pt>
                <c:pt idx="41">
                  <c:v>12.375578964000001</c:v>
                </c:pt>
                <c:pt idx="42">
                  <c:v>12.988259284000002</c:v>
                </c:pt>
                <c:pt idx="43">
                  <c:v>13.561535764</c:v>
                </c:pt>
                <c:pt idx="44">
                  <c:v>14.202095124000001</c:v>
                </c:pt>
                <c:pt idx="45">
                  <c:v>14.916522964000002</c:v>
                </c:pt>
                <c:pt idx="46">
                  <c:v>15.660586004000001</c:v>
                </c:pt>
                <c:pt idx="47">
                  <c:v>16.460187604000001</c:v>
                </c:pt>
                <c:pt idx="48">
                  <c:v>17.315108244000001</c:v>
                </c:pt>
                <c:pt idx="49">
                  <c:v>18.167723924000001</c:v>
                </c:pt>
                <c:pt idx="50">
                  <c:v>19.020998164000002</c:v>
                </c:pt>
                <c:pt idx="51">
                  <c:v>19.901822164000002</c:v>
                </c:pt>
                <c:pt idx="52">
                  <c:v>20.765743124000004</c:v>
                </c:pt>
                <c:pt idx="53">
                  <c:v>21.634054484</c:v>
                </c:pt>
                <c:pt idx="54">
                  <c:v>22.535403604000003</c:v>
                </c:pt>
                <c:pt idx="55">
                  <c:v>23.383738644000005</c:v>
                </c:pt>
                <c:pt idx="56">
                  <c:v>24.136143444000002</c:v>
                </c:pt>
                <c:pt idx="57">
                  <c:v>24.807655124</c:v>
                </c:pt>
                <c:pt idx="58">
                  <c:v>25.394980884000002</c:v>
                </c:pt>
                <c:pt idx="59">
                  <c:v>25.899876884000005</c:v>
                </c:pt>
                <c:pt idx="60">
                  <c:v>26.347478164000002</c:v>
                </c:pt>
                <c:pt idx="61">
                  <c:v>26.777956884000002</c:v>
                </c:pt>
                <c:pt idx="62">
                  <c:v>27.252229844000002</c:v>
                </c:pt>
                <c:pt idx="63">
                  <c:v>27.798395604</c:v>
                </c:pt>
                <c:pt idx="64">
                  <c:v>28.516445524000002</c:v>
                </c:pt>
                <c:pt idx="65">
                  <c:v>29.345023764</c:v>
                </c:pt>
                <c:pt idx="66">
                  <c:v>30.086123284000003</c:v>
                </c:pt>
                <c:pt idx="67">
                  <c:v>30.599800084000002</c:v>
                </c:pt>
                <c:pt idx="68">
                  <c:v>30.880017364000004</c:v>
                </c:pt>
                <c:pt idx="69">
                  <c:v>30.994167764000004</c:v>
                </c:pt>
                <c:pt idx="70">
                  <c:v>31.155624724000003</c:v>
                </c:pt>
                <c:pt idx="71">
                  <c:v>31.473160404000001</c:v>
                </c:pt>
                <c:pt idx="72">
                  <c:v>31.993861844000001</c:v>
                </c:pt>
                <c:pt idx="73">
                  <c:v>32.523563604000003</c:v>
                </c:pt>
                <c:pt idx="74">
                  <c:v>32.971494164000006</c:v>
                </c:pt>
                <c:pt idx="75">
                  <c:v>33.319433364000005</c:v>
                </c:pt>
                <c:pt idx="76">
                  <c:v>33.549819604000007</c:v>
                </c:pt>
                <c:pt idx="77">
                  <c:v>33.860330644000001</c:v>
                </c:pt>
                <c:pt idx="78">
                  <c:v>34.273028244000002</c:v>
                </c:pt>
                <c:pt idx="79">
                  <c:v>34.789888084000005</c:v>
                </c:pt>
                <c:pt idx="80">
                  <c:v>35.177889684</c:v>
                </c:pt>
                <c:pt idx="81">
                  <c:v>35.376335764000004</c:v>
                </c:pt>
                <c:pt idx="82">
                  <c:v>35.455253204000002</c:v>
                </c:pt>
                <c:pt idx="83">
                  <c:v>35.552171284000003</c:v>
                </c:pt>
                <c:pt idx="84">
                  <c:v>35.745458644000003</c:v>
                </c:pt>
                <c:pt idx="85">
                  <c:v>35.984845204000003</c:v>
                </c:pt>
                <c:pt idx="86">
                  <c:v>36.233890643999999</c:v>
                </c:pt>
                <c:pt idx="87">
                  <c:v>36.478765204000005</c:v>
                </c:pt>
                <c:pt idx="88">
                  <c:v>36.674906324000005</c:v>
                </c:pt>
                <c:pt idx="89">
                  <c:v>36.766446164000001</c:v>
                </c:pt>
                <c:pt idx="90">
                  <c:v>36.921098004000001</c:v>
                </c:pt>
                <c:pt idx="91">
                  <c:v>37.056432084000001</c:v>
                </c:pt>
                <c:pt idx="92">
                  <c:v>37.106043604</c:v>
                </c:pt>
                <c:pt idx="93">
                  <c:v>37.138752084000004</c:v>
                </c:pt>
                <c:pt idx="94">
                  <c:v>37.183753684000003</c:v>
                </c:pt>
                <c:pt idx="95">
                  <c:v>37.245219284000001</c:v>
                </c:pt>
                <c:pt idx="96">
                  <c:v>37.353552404000006</c:v>
                </c:pt>
                <c:pt idx="97">
                  <c:v>37.520277843999999</c:v>
                </c:pt>
                <c:pt idx="98">
                  <c:v>37.580316564</c:v>
                </c:pt>
                <c:pt idx="99">
                  <c:v>37.581853204000005</c:v>
                </c:pt>
                <c:pt idx="100">
                  <c:v>37.628281684000001</c:v>
                </c:pt>
                <c:pt idx="101">
                  <c:v>37.685137363999999</c:v>
                </c:pt>
                <c:pt idx="102">
                  <c:v>37.704894164000002</c:v>
                </c:pt>
                <c:pt idx="103">
                  <c:v>37.743419924000001</c:v>
                </c:pt>
                <c:pt idx="104">
                  <c:v>37.773933204000002</c:v>
                </c:pt>
                <c:pt idx="105">
                  <c:v>37.820581204</c:v>
                </c:pt>
                <c:pt idx="106">
                  <c:v>37.969964564000001</c:v>
                </c:pt>
                <c:pt idx="107">
                  <c:v>38.154141844000002</c:v>
                </c:pt>
                <c:pt idx="108">
                  <c:v>38.328989524000001</c:v>
                </c:pt>
                <c:pt idx="109">
                  <c:v>38.377832724000001</c:v>
                </c:pt>
                <c:pt idx="110">
                  <c:v>38.150190483999999</c:v>
                </c:pt>
                <c:pt idx="111">
                  <c:v>37.651660564000004</c:v>
                </c:pt>
                <c:pt idx="112">
                  <c:v>37.059395604000002</c:v>
                </c:pt>
                <c:pt idx="113">
                  <c:v>36.872474324000002</c:v>
                </c:pt>
                <c:pt idx="114">
                  <c:v>37.238633684</c:v>
                </c:pt>
                <c:pt idx="115">
                  <c:v>37.782055444000001</c:v>
                </c:pt>
                <c:pt idx="116">
                  <c:v>38.024186004000001</c:v>
                </c:pt>
                <c:pt idx="117">
                  <c:v>37.872278164000001</c:v>
                </c:pt>
                <c:pt idx="118">
                  <c:v>37.353223124000003</c:v>
                </c:pt>
                <c:pt idx="119">
                  <c:v>36.749872404000001</c:v>
                </c:pt>
                <c:pt idx="120">
                  <c:v>36.524864404000006</c:v>
                </c:pt>
                <c:pt idx="121">
                  <c:v>36.873242644000001</c:v>
                </c:pt>
                <c:pt idx="122">
                  <c:v>37.527412244000004</c:v>
                </c:pt>
                <c:pt idx="123">
                  <c:v>38.027917844000001</c:v>
                </c:pt>
                <c:pt idx="124">
                  <c:v>37.945158804000002</c:v>
                </c:pt>
                <c:pt idx="125">
                  <c:v>37.273866644000002</c:v>
                </c:pt>
                <c:pt idx="126">
                  <c:v>36.457142484000002</c:v>
                </c:pt>
                <c:pt idx="127">
                  <c:v>36.058823444000005</c:v>
                </c:pt>
                <c:pt idx="128">
                  <c:v>36.058164884</c:v>
                </c:pt>
                <c:pt idx="129">
                  <c:v>36.251891284000003</c:v>
                </c:pt>
                <c:pt idx="130">
                  <c:v>36.306222484000003</c:v>
                </c:pt>
                <c:pt idx="131">
                  <c:v>36.058164884</c:v>
                </c:pt>
                <c:pt idx="132">
                  <c:v>35.539219604000003</c:v>
                </c:pt>
                <c:pt idx="133">
                  <c:v>34.855963604000003</c:v>
                </c:pt>
                <c:pt idx="134">
                  <c:v>34.418679764000004</c:v>
                </c:pt>
                <c:pt idx="135">
                  <c:v>34.411435604000005</c:v>
                </c:pt>
                <c:pt idx="136">
                  <c:v>34.664432404000003</c:v>
                </c:pt>
                <c:pt idx="137">
                  <c:v>34.757838164000006</c:v>
                </c:pt>
                <c:pt idx="138">
                  <c:v>34.417143124000006</c:v>
                </c:pt>
                <c:pt idx="139">
                  <c:v>33.797547924</c:v>
                </c:pt>
                <c:pt idx="140">
                  <c:v>33.262028884000003</c:v>
                </c:pt>
                <c:pt idx="141">
                  <c:v>32.954152084</c:v>
                </c:pt>
                <c:pt idx="142">
                  <c:v>32.799939284000004</c:v>
                </c:pt>
                <c:pt idx="143">
                  <c:v>32.519063444000004</c:v>
                </c:pt>
                <c:pt idx="144">
                  <c:v>32.107243924000002</c:v>
                </c:pt>
                <c:pt idx="145">
                  <c:v>31.711449364</c:v>
                </c:pt>
                <c:pt idx="146">
                  <c:v>31.335411604000001</c:v>
                </c:pt>
                <c:pt idx="147">
                  <c:v>31.044437844000004</c:v>
                </c:pt>
                <c:pt idx="148">
                  <c:v>30.936982804000003</c:v>
                </c:pt>
                <c:pt idx="149">
                  <c:v>30.817893204000001</c:v>
                </c:pt>
                <c:pt idx="150">
                  <c:v>30.451733844000003</c:v>
                </c:pt>
                <c:pt idx="151">
                  <c:v>29.967253204000002</c:v>
                </c:pt>
                <c:pt idx="152">
                  <c:v>29.429209684000003</c:v>
                </c:pt>
                <c:pt idx="153">
                  <c:v>29.053281684000002</c:v>
                </c:pt>
                <c:pt idx="154">
                  <c:v>28.807419284000002</c:v>
                </c:pt>
                <c:pt idx="155">
                  <c:v>28.073673683999999</c:v>
                </c:pt>
                <c:pt idx="156">
                  <c:v>27.322256723999999</c:v>
                </c:pt>
                <c:pt idx="157">
                  <c:v>26.797274644000002</c:v>
                </c:pt>
                <c:pt idx="158">
                  <c:v>26.386772243999999</c:v>
                </c:pt>
                <c:pt idx="159">
                  <c:v>25.942354004000002</c:v>
                </c:pt>
                <c:pt idx="160">
                  <c:v>25.435592084</c:v>
                </c:pt>
                <c:pt idx="161">
                  <c:v>24.748165203999999</c:v>
                </c:pt>
                <c:pt idx="162">
                  <c:v>23.857572564000002</c:v>
                </c:pt>
                <c:pt idx="163">
                  <c:v>22.870720404</c:v>
                </c:pt>
                <c:pt idx="164">
                  <c:v>21.915918164000001</c:v>
                </c:pt>
                <c:pt idx="165">
                  <c:v>21.141012564</c:v>
                </c:pt>
                <c:pt idx="166">
                  <c:v>20.569382484000002</c:v>
                </c:pt>
                <c:pt idx="167">
                  <c:v>20.161075284000002</c:v>
                </c:pt>
                <c:pt idx="168">
                  <c:v>19.779878803999999</c:v>
                </c:pt>
                <c:pt idx="169">
                  <c:v>19.248201364000003</c:v>
                </c:pt>
                <c:pt idx="170">
                  <c:v>18.480869204000001</c:v>
                </c:pt>
                <c:pt idx="171">
                  <c:v>17.655474004000002</c:v>
                </c:pt>
                <c:pt idx="172">
                  <c:v>16.940387604000001</c:v>
                </c:pt>
                <c:pt idx="173">
                  <c:v>16.117187604000001</c:v>
                </c:pt>
                <c:pt idx="174">
                  <c:v>15.238010004000001</c:v>
                </c:pt>
                <c:pt idx="175">
                  <c:v>14.476165844000001</c:v>
                </c:pt>
                <c:pt idx="176">
                  <c:v>13.788738964</c:v>
                </c:pt>
                <c:pt idx="177">
                  <c:v>13.103507284000001</c:v>
                </c:pt>
                <c:pt idx="178">
                  <c:v>12.442422804000001</c:v>
                </c:pt>
                <c:pt idx="179">
                  <c:v>11.808668564000001</c:v>
                </c:pt>
                <c:pt idx="180">
                  <c:v>11.208171604</c:v>
                </c:pt>
                <c:pt idx="181">
                  <c:v>10.621833684000002</c:v>
                </c:pt>
                <c:pt idx="182">
                  <c:v>10.059642964000002</c:v>
                </c:pt>
                <c:pt idx="183">
                  <c:v>9.4313767239999997</c:v>
                </c:pt>
                <c:pt idx="184">
                  <c:v>8.7980615240000013</c:v>
                </c:pt>
                <c:pt idx="185">
                  <c:v>8.1561850440000008</c:v>
                </c:pt>
                <c:pt idx="186">
                  <c:v>7.554919764000001</c:v>
                </c:pt>
                <c:pt idx="187">
                  <c:v>6.9932778440000005</c:v>
                </c:pt>
                <c:pt idx="188">
                  <c:v>6.4828938440000003</c:v>
                </c:pt>
                <c:pt idx="189">
                  <c:v>6.0846845639999998</c:v>
                </c:pt>
                <c:pt idx="190">
                  <c:v>5.7128176840000009</c:v>
                </c:pt>
                <c:pt idx="191">
                  <c:v>5.3134010440000008</c:v>
                </c:pt>
                <c:pt idx="192">
                  <c:v>4.9305581639999998</c:v>
                </c:pt>
                <c:pt idx="193">
                  <c:v>4.5678013640000001</c:v>
                </c:pt>
                <c:pt idx="194">
                  <c:v>4.1981296840000004</c:v>
                </c:pt>
                <c:pt idx="195">
                  <c:v>3.8271408840000003</c:v>
                </c:pt>
                <c:pt idx="196">
                  <c:v>3.4964340040000006</c:v>
                </c:pt>
                <c:pt idx="197">
                  <c:v>3.2117165640000001</c:v>
                </c:pt>
                <c:pt idx="198">
                  <c:v>2.9916477640000001</c:v>
                </c:pt>
                <c:pt idx="199">
                  <c:v>2.7607127240000002</c:v>
                </c:pt>
                <c:pt idx="200">
                  <c:v>2.5916823240000002</c:v>
                </c:pt>
                <c:pt idx="201">
                  <c:v>2.4374695239999999</c:v>
                </c:pt>
                <c:pt idx="202">
                  <c:v>2.3136602440000003</c:v>
                </c:pt>
                <c:pt idx="203">
                  <c:v>2.2147664840000001</c:v>
                </c:pt>
                <c:pt idx="204">
                  <c:v>2.101494164</c:v>
                </c:pt>
                <c:pt idx="205">
                  <c:v>2.044858004</c:v>
                </c:pt>
                <c:pt idx="206">
                  <c:v>1.9994173640000001</c:v>
                </c:pt>
                <c:pt idx="207">
                  <c:v>1.9361956040000001</c:v>
                </c:pt>
                <c:pt idx="208">
                  <c:v>1.8049226440000001</c:v>
                </c:pt>
                <c:pt idx="209">
                  <c:v>1.6744180040000001</c:v>
                </c:pt>
                <c:pt idx="210">
                  <c:v>1.5558772040000002</c:v>
                </c:pt>
                <c:pt idx="211">
                  <c:v>1.477069524</c:v>
                </c:pt>
                <c:pt idx="212">
                  <c:v>1.4247140039999999</c:v>
                </c:pt>
                <c:pt idx="213">
                  <c:v>1.3821271240000002</c:v>
                </c:pt>
                <c:pt idx="214">
                  <c:v>1.3609434440000001</c:v>
                </c:pt>
                <c:pt idx="215">
                  <c:v>1.3470039240000002</c:v>
                </c:pt>
                <c:pt idx="216">
                  <c:v>1.353479764</c:v>
                </c:pt>
                <c:pt idx="217">
                  <c:v>1.3130880840000001</c:v>
                </c:pt>
                <c:pt idx="218">
                  <c:v>1.2892701640000002</c:v>
                </c:pt>
                <c:pt idx="219">
                  <c:v>1.323295764</c:v>
                </c:pt>
                <c:pt idx="220">
                  <c:v>1.2792820040000001</c:v>
                </c:pt>
                <c:pt idx="221">
                  <c:v>1.239987924</c:v>
                </c:pt>
                <c:pt idx="222">
                  <c:v>1.2025597640000001</c:v>
                </c:pt>
                <c:pt idx="223">
                  <c:v>1.2036573640000001</c:v>
                </c:pt>
                <c:pt idx="224">
                  <c:v>1.1984986440000001</c:v>
                </c:pt>
                <c:pt idx="225">
                  <c:v>1.1529482440000001</c:v>
                </c:pt>
                <c:pt idx="226">
                  <c:v>1.1502042440000002</c:v>
                </c:pt>
                <c:pt idx="227">
                  <c:v>1.1663389640000001</c:v>
                </c:pt>
                <c:pt idx="228">
                  <c:v>1.1603021640000002</c:v>
                </c:pt>
                <c:pt idx="229">
                  <c:v>1.179180884</c:v>
                </c:pt>
                <c:pt idx="230">
                  <c:v>1.225828884</c:v>
                </c:pt>
                <c:pt idx="231">
                  <c:v>1.3006852040000001</c:v>
                </c:pt>
                <c:pt idx="232">
                  <c:v>1.3988106440000001</c:v>
                </c:pt>
                <c:pt idx="233">
                  <c:v>1.4780573640000001</c:v>
                </c:pt>
                <c:pt idx="234">
                  <c:v>1.4906797640000002</c:v>
                </c:pt>
                <c:pt idx="235">
                  <c:v>1.4719108040000002</c:v>
                </c:pt>
                <c:pt idx="236">
                  <c:v>1.391456724</c:v>
                </c:pt>
                <c:pt idx="237">
                  <c:v>1.3667607240000001</c:v>
                </c:pt>
                <c:pt idx="238">
                  <c:v>1.4134087239999999</c:v>
                </c:pt>
                <c:pt idx="239">
                  <c:v>1.508570644</c:v>
                </c:pt>
                <c:pt idx="240">
                  <c:v>1.6310628040000001</c:v>
                </c:pt>
                <c:pt idx="241">
                  <c:v>1.7463108040000002</c:v>
                </c:pt>
                <c:pt idx="242">
                  <c:v>1.8648516040000001</c:v>
                </c:pt>
                <c:pt idx="243">
                  <c:v>2.0280647240000005</c:v>
                </c:pt>
                <c:pt idx="244">
                  <c:v>2.1868874439999999</c:v>
                </c:pt>
                <c:pt idx="245">
                  <c:v>2.330782804</c:v>
                </c:pt>
                <c:pt idx="246">
                  <c:v>2.4606288840000001</c:v>
                </c:pt>
                <c:pt idx="247">
                  <c:v>2.602987604</c:v>
                </c:pt>
                <c:pt idx="248">
                  <c:v>2.7879332040000002</c:v>
                </c:pt>
                <c:pt idx="249">
                  <c:v>2.9803424840000003</c:v>
                </c:pt>
                <c:pt idx="250">
                  <c:v>3.1897645640000003</c:v>
                </c:pt>
                <c:pt idx="251">
                  <c:v>3.419931284</c:v>
                </c:pt>
                <c:pt idx="252">
                  <c:v>3.6846724040000005</c:v>
                </c:pt>
                <c:pt idx="253">
                  <c:v>3.9982567240000004</c:v>
                </c:pt>
                <c:pt idx="254">
                  <c:v>4.305694484</c:v>
                </c:pt>
                <c:pt idx="255">
                  <c:v>4.5693380040000005</c:v>
                </c:pt>
                <c:pt idx="256">
                  <c:v>5.2766314440000004</c:v>
                </c:pt>
                <c:pt idx="257">
                  <c:v>6.4075984840000002</c:v>
                </c:pt>
                <c:pt idx="258">
                  <c:v>7.8101117640000002</c:v>
                </c:pt>
                <c:pt idx="259">
                  <c:v>9.4815370440000013</c:v>
                </c:pt>
                <c:pt idx="260">
                  <c:v>11.153181844000001</c:v>
                </c:pt>
                <c:pt idx="261">
                  <c:v>12.672589524000001</c:v>
                </c:pt>
                <c:pt idx="262">
                  <c:v>13.961720724000001</c:v>
                </c:pt>
                <c:pt idx="263">
                  <c:v>15.074906644000002</c:v>
                </c:pt>
                <c:pt idx="264">
                  <c:v>15.985256084000001</c:v>
                </c:pt>
                <c:pt idx="265">
                  <c:v>16.697269204000001</c:v>
                </c:pt>
                <c:pt idx="266">
                  <c:v>17.365488083999999</c:v>
                </c:pt>
                <c:pt idx="267">
                  <c:v>18.080135444</c:v>
                </c:pt>
                <c:pt idx="268">
                  <c:v>18.831442644000003</c:v>
                </c:pt>
                <c:pt idx="269">
                  <c:v>19.619629203999999</c:v>
                </c:pt>
                <c:pt idx="270">
                  <c:v>20.387949204000002</c:v>
                </c:pt>
                <c:pt idx="271">
                  <c:v>21.107096724000002</c:v>
                </c:pt>
                <c:pt idx="272">
                  <c:v>21.718679443999999</c:v>
                </c:pt>
                <c:pt idx="273">
                  <c:v>22.258040084000001</c:v>
                </c:pt>
                <c:pt idx="274">
                  <c:v>22.743179284000004</c:v>
                </c:pt>
                <c:pt idx="275">
                  <c:v>23.139522643999999</c:v>
                </c:pt>
                <c:pt idx="276">
                  <c:v>23.508974804000001</c:v>
                </c:pt>
                <c:pt idx="277">
                  <c:v>23.989504084</c:v>
                </c:pt>
                <c:pt idx="278">
                  <c:v>24.602403924000001</c:v>
                </c:pt>
                <c:pt idx="279">
                  <c:v>25.318697684000004</c:v>
                </c:pt>
                <c:pt idx="280">
                  <c:v>26.076151444000004</c:v>
                </c:pt>
                <c:pt idx="281">
                  <c:v>26.759078163999998</c:v>
                </c:pt>
                <c:pt idx="282">
                  <c:v>27.274620884000001</c:v>
                </c:pt>
                <c:pt idx="283">
                  <c:v>27.664488404</c:v>
                </c:pt>
                <c:pt idx="284">
                  <c:v>28.009025044000005</c:v>
                </c:pt>
                <c:pt idx="285">
                  <c:v>28.430283924000001</c:v>
                </c:pt>
                <c:pt idx="286">
                  <c:v>29.007511764</c:v>
                </c:pt>
                <c:pt idx="287">
                  <c:v>29.572995284000001</c:v>
                </c:pt>
                <c:pt idx="288">
                  <c:v>30.079866964000004</c:v>
                </c:pt>
                <c:pt idx="289">
                  <c:v>30.435599123999999</c:v>
                </c:pt>
                <c:pt idx="290">
                  <c:v>30.624605844000005</c:v>
                </c:pt>
                <c:pt idx="291">
                  <c:v>30.770257364000003</c:v>
                </c:pt>
                <c:pt idx="292">
                  <c:v>30.989118804</c:v>
                </c:pt>
                <c:pt idx="293">
                  <c:v>31.326411284000006</c:v>
                </c:pt>
                <c:pt idx="294">
                  <c:v>31.642190804000002</c:v>
                </c:pt>
                <c:pt idx="295">
                  <c:v>32.009447764000001</c:v>
                </c:pt>
                <c:pt idx="296">
                  <c:v>32.432792083999999</c:v>
                </c:pt>
                <c:pt idx="297">
                  <c:v>32.892027924000004</c:v>
                </c:pt>
                <c:pt idx="298">
                  <c:v>33.230747284000003</c:v>
                </c:pt>
                <c:pt idx="299">
                  <c:v>33.562881044000001</c:v>
                </c:pt>
                <c:pt idx="300">
                  <c:v>33.838488404000003</c:v>
                </c:pt>
                <c:pt idx="301">
                  <c:v>33.963614804000002</c:v>
                </c:pt>
                <c:pt idx="302">
                  <c:v>33.966578324000004</c:v>
                </c:pt>
                <c:pt idx="303">
                  <c:v>34.053837524000002</c:v>
                </c:pt>
                <c:pt idx="304">
                  <c:v>34.278186964</c:v>
                </c:pt>
                <c:pt idx="305">
                  <c:v>34.605820563999998</c:v>
                </c:pt>
                <c:pt idx="306">
                  <c:v>34.797351764000005</c:v>
                </c:pt>
                <c:pt idx="307">
                  <c:v>34.916441364000001</c:v>
                </c:pt>
                <c:pt idx="308">
                  <c:v>34.972638484000001</c:v>
                </c:pt>
                <c:pt idx="309">
                  <c:v>34.968467604000004</c:v>
                </c:pt>
                <c:pt idx="310">
                  <c:v>34.961991764000004</c:v>
                </c:pt>
                <c:pt idx="311">
                  <c:v>34.992614804000006</c:v>
                </c:pt>
                <c:pt idx="312">
                  <c:v>35.100179604000004</c:v>
                </c:pt>
                <c:pt idx="313">
                  <c:v>35.304552724000004</c:v>
                </c:pt>
                <c:pt idx="314">
                  <c:v>35.571708563999998</c:v>
                </c:pt>
                <c:pt idx="315">
                  <c:v>35.762581204</c:v>
                </c:pt>
                <c:pt idx="316">
                  <c:v>35.767300884000001</c:v>
                </c:pt>
                <c:pt idx="317">
                  <c:v>35.621868884000001</c:v>
                </c:pt>
                <c:pt idx="318">
                  <c:v>35.501462164000003</c:v>
                </c:pt>
                <c:pt idx="319">
                  <c:v>35.644808724000001</c:v>
                </c:pt>
                <c:pt idx="320">
                  <c:v>35.904939924000004</c:v>
                </c:pt>
                <c:pt idx="321">
                  <c:v>35.971015444000003</c:v>
                </c:pt>
                <c:pt idx="322">
                  <c:v>35.691676244000007</c:v>
                </c:pt>
                <c:pt idx="323">
                  <c:v>35.087666964000007</c:v>
                </c:pt>
                <c:pt idx="324">
                  <c:v>34.653236884000002</c:v>
                </c:pt>
                <c:pt idx="325">
                  <c:v>34.883732884000004</c:v>
                </c:pt>
                <c:pt idx="326">
                  <c:v>35.437801364000002</c:v>
                </c:pt>
                <c:pt idx="327">
                  <c:v>35.903403284000007</c:v>
                </c:pt>
                <c:pt idx="328">
                  <c:v>35.956636884000005</c:v>
                </c:pt>
                <c:pt idx="329">
                  <c:v>35.634162004000004</c:v>
                </c:pt>
                <c:pt idx="330">
                  <c:v>35.219708244000003</c:v>
                </c:pt>
                <c:pt idx="331">
                  <c:v>34.992066004000002</c:v>
                </c:pt>
                <c:pt idx="332">
                  <c:v>35.226952404000002</c:v>
                </c:pt>
                <c:pt idx="333">
                  <c:v>35.651174804</c:v>
                </c:pt>
                <c:pt idx="334">
                  <c:v>36.022712404000004</c:v>
                </c:pt>
                <c:pt idx="335">
                  <c:v>36.191633044</c:v>
                </c:pt>
                <c:pt idx="336">
                  <c:v>35.868499604</c:v>
                </c:pt>
                <c:pt idx="337">
                  <c:v>35.143095764000002</c:v>
                </c:pt>
                <c:pt idx="338">
                  <c:v>34.615918484000005</c:v>
                </c:pt>
                <c:pt idx="339">
                  <c:v>34.776497364000001</c:v>
                </c:pt>
                <c:pt idx="340">
                  <c:v>35.370957524000005</c:v>
                </c:pt>
                <c:pt idx="341">
                  <c:v>35.739860884000002</c:v>
                </c:pt>
                <c:pt idx="342">
                  <c:v>35.464473044000002</c:v>
                </c:pt>
                <c:pt idx="343">
                  <c:v>34.866390804000005</c:v>
                </c:pt>
                <c:pt idx="344">
                  <c:v>34.509451284000001</c:v>
                </c:pt>
                <c:pt idx="345">
                  <c:v>34.498475284000001</c:v>
                </c:pt>
                <c:pt idx="346">
                  <c:v>34.555770004000003</c:v>
                </c:pt>
                <c:pt idx="347">
                  <c:v>34.496499604000007</c:v>
                </c:pt>
                <c:pt idx="348">
                  <c:v>34.537659604000005</c:v>
                </c:pt>
                <c:pt idx="349">
                  <c:v>34.648078164000005</c:v>
                </c:pt>
                <c:pt idx="350">
                  <c:v>34.462254484000006</c:v>
                </c:pt>
                <c:pt idx="351">
                  <c:v>34.007189524000005</c:v>
                </c:pt>
                <c:pt idx="352">
                  <c:v>33.524574804000004</c:v>
                </c:pt>
                <c:pt idx="353">
                  <c:v>33.123292244000005</c:v>
                </c:pt>
                <c:pt idx="354">
                  <c:v>32.850319124000002</c:v>
                </c:pt>
                <c:pt idx="355">
                  <c:v>32.754388884000001</c:v>
                </c:pt>
                <c:pt idx="356">
                  <c:v>32.678874004000001</c:v>
                </c:pt>
                <c:pt idx="357">
                  <c:v>32.468793364</c:v>
                </c:pt>
                <c:pt idx="358">
                  <c:v>32.201198484000003</c:v>
                </c:pt>
                <c:pt idx="359">
                  <c:v>31.921639764000005</c:v>
                </c:pt>
                <c:pt idx="360">
                  <c:v>31.500819924000002</c:v>
                </c:pt>
                <c:pt idx="361">
                  <c:v>31.102720404000003</c:v>
                </c:pt>
                <c:pt idx="362">
                  <c:v>30.790892244000002</c:v>
                </c:pt>
                <c:pt idx="363">
                  <c:v>30.405634643999999</c:v>
                </c:pt>
                <c:pt idx="364">
                  <c:v>30.041011924000003</c:v>
                </c:pt>
                <c:pt idx="365">
                  <c:v>29.726659284000004</c:v>
                </c:pt>
                <c:pt idx="366">
                  <c:v>29.404952724000001</c:v>
                </c:pt>
                <c:pt idx="367">
                  <c:v>28.758356564000003</c:v>
                </c:pt>
                <c:pt idx="368">
                  <c:v>27.557033364000002</c:v>
                </c:pt>
                <c:pt idx="369">
                  <c:v>26.430566484000003</c:v>
                </c:pt>
                <c:pt idx="370">
                  <c:v>25.595622164000002</c:v>
                </c:pt>
                <c:pt idx="371">
                  <c:v>25.073384084000001</c:v>
                </c:pt>
                <c:pt idx="372">
                  <c:v>24.689553364000005</c:v>
                </c:pt>
                <c:pt idx="373">
                  <c:v>24.326028244</c:v>
                </c:pt>
                <c:pt idx="374">
                  <c:v>23.824644564</c:v>
                </c:pt>
                <c:pt idx="375">
                  <c:v>23.093642964000001</c:v>
                </c:pt>
                <c:pt idx="376">
                  <c:v>22.240478484</c:v>
                </c:pt>
                <c:pt idx="377">
                  <c:v>21.343958804</c:v>
                </c:pt>
                <c:pt idx="378">
                  <c:v>20.488818644000002</c:v>
                </c:pt>
                <c:pt idx="379">
                  <c:v>19.676814164</c:v>
                </c:pt>
                <c:pt idx="380">
                  <c:v>18.936043924</c:v>
                </c:pt>
                <c:pt idx="381">
                  <c:v>18.276386324000001</c:v>
                </c:pt>
                <c:pt idx="382">
                  <c:v>17.771490324000002</c:v>
                </c:pt>
                <c:pt idx="383">
                  <c:v>17.360439124000003</c:v>
                </c:pt>
                <c:pt idx="384">
                  <c:v>16.658084884000001</c:v>
                </c:pt>
                <c:pt idx="385">
                  <c:v>16.010500884000002</c:v>
                </c:pt>
                <c:pt idx="386">
                  <c:v>15.403198804000001</c:v>
                </c:pt>
                <c:pt idx="387">
                  <c:v>14.765054164</c:v>
                </c:pt>
                <c:pt idx="388">
                  <c:v>13.974013844000002</c:v>
                </c:pt>
                <c:pt idx="389">
                  <c:v>13.114044244</c:v>
                </c:pt>
                <c:pt idx="390">
                  <c:v>12.240135124</c:v>
                </c:pt>
                <c:pt idx="391">
                  <c:v>11.426484243999999</c:v>
                </c:pt>
                <c:pt idx="392">
                  <c:v>10.671994004000002</c:v>
                </c:pt>
                <c:pt idx="393">
                  <c:v>9.9846768840000024</c:v>
                </c:pt>
                <c:pt idx="394">
                  <c:v>9.3483981640000007</c:v>
                </c:pt>
                <c:pt idx="395">
                  <c:v>8.711570644</c:v>
                </c:pt>
                <c:pt idx="396">
                  <c:v>8.1373063240000008</c:v>
                </c:pt>
                <c:pt idx="397">
                  <c:v>7.618800084000001</c:v>
                </c:pt>
                <c:pt idx="398">
                  <c:v>7.1186237640000005</c:v>
                </c:pt>
                <c:pt idx="399">
                  <c:v>6.6511559240000002</c:v>
                </c:pt>
                <c:pt idx="400">
                  <c:v>6.2013594440000004</c:v>
                </c:pt>
                <c:pt idx="401">
                  <c:v>5.7779053639999995</c:v>
                </c:pt>
                <c:pt idx="402">
                  <c:v>5.419319444000001</c:v>
                </c:pt>
                <c:pt idx="403">
                  <c:v>5.1182477640000004</c:v>
                </c:pt>
                <c:pt idx="404">
                  <c:v>4.8900567239999999</c:v>
                </c:pt>
                <c:pt idx="405">
                  <c:v>4.6653780040000008</c:v>
                </c:pt>
                <c:pt idx="406">
                  <c:v>4.4516752840000002</c:v>
                </c:pt>
                <c:pt idx="407">
                  <c:v>4.1913245640000003</c:v>
                </c:pt>
                <c:pt idx="408">
                  <c:v>3.8782890440000002</c:v>
                </c:pt>
                <c:pt idx="409">
                  <c:v>3.5409965640000003</c:v>
                </c:pt>
                <c:pt idx="410">
                  <c:v>3.2136922440000002</c:v>
                </c:pt>
                <c:pt idx="411">
                  <c:v>2.9508170439999999</c:v>
                </c:pt>
                <c:pt idx="412">
                  <c:v>2.6671972040000003</c:v>
                </c:pt>
                <c:pt idx="413">
                  <c:v>2.421883604</c:v>
                </c:pt>
                <c:pt idx="414">
                  <c:v>2.2236570440000003</c:v>
                </c:pt>
                <c:pt idx="415">
                  <c:v>2.1107140040000001</c:v>
                </c:pt>
                <c:pt idx="416">
                  <c:v>2.0472727240000004</c:v>
                </c:pt>
                <c:pt idx="417">
                  <c:v>1.9896487240000003</c:v>
                </c:pt>
                <c:pt idx="418">
                  <c:v>1.8767056840000003</c:v>
                </c:pt>
                <c:pt idx="419">
                  <c:v>1.7275418440000001</c:v>
                </c:pt>
                <c:pt idx="420">
                  <c:v>1.6234893640000001</c:v>
                </c:pt>
                <c:pt idx="421">
                  <c:v>1.5439133640000002</c:v>
                </c:pt>
                <c:pt idx="422">
                  <c:v>1.4390925640000001</c:v>
                </c:pt>
                <c:pt idx="423">
                  <c:v>1.3553456840000002</c:v>
                </c:pt>
                <c:pt idx="424">
                  <c:v>1.2471223240000002</c:v>
                </c:pt>
                <c:pt idx="425">
                  <c:v>1.1618388040000001</c:v>
                </c:pt>
                <c:pt idx="426">
                  <c:v>1.0967511240000001</c:v>
                </c:pt>
                <c:pt idx="427">
                  <c:v>0.99434504400000012</c:v>
                </c:pt>
                <c:pt idx="428">
                  <c:v>0.93606248400000014</c:v>
                </c:pt>
                <c:pt idx="429">
                  <c:v>0.88118248399999999</c:v>
                </c:pt>
                <c:pt idx="430">
                  <c:v>0.83442472400000012</c:v>
                </c:pt>
                <c:pt idx="431">
                  <c:v>0.7886548040000001</c:v>
                </c:pt>
                <c:pt idx="432">
                  <c:v>0.754629204</c:v>
                </c:pt>
                <c:pt idx="433">
                  <c:v>0.72828680400000012</c:v>
                </c:pt>
                <c:pt idx="434">
                  <c:v>0.72225000400000006</c:v>
                </c:pt>
                <c:pt idx="435">
                  <c:v>0.68493160400000008</c:v>
                </c:pt>
                <c:pt idx="436">
                  <c:v>0.65782088400000005</c:v>
                </c:pt>
                <c:pt idx="437">
                  <c:v>0.63400296400000011</c:v>
                </c:pt>
                <c:pt idx="438">
                  <c:v>0.64267400399999997</c:v>
                </c:pt>
                <c:pt idx="439">
                  <c:v>0.61523400400000006</c:v>
                </c:pt>
                <c:pt idx="440">
                  <c:v>0.59503816399999998</c:v>
                </c:pt>
                <c:pt idx="441">
                  <c:v>0.61325832400000002</c:v>
                </c:pt>
                <c:pt idx="442">
                  <c:v>0.59613576400000001</c:v>
                </c:pt>
                <c:pt idx="443">
                  <c:v>0.55321960400000003</c:v>
                </c:pt>
                <c:pt idx="444">
                  <c:v>0.56770792400000003</c:v>
                </c:pt>
                <c:pt idx="445">
                  <c:v>0.57352520400000007</c:v>
                </c:pt>
                <c:pt idx="446">
                  <c:v>0.58976968400000007</c:v>
                </c:pt>
                <c:pt idx="447">
                  <c:v>0.60678248400000001</c:v>
                </c:pt>
                <c:pt idx="448">
                  <c:v>0.61907560400000006</c:v>
                </c:pt>
                <c:pt idx="449">
                  <c:v>0.62225864400000008</c:v>
                </c:pt>
                <c:pt idx="450">
                  <c:v>0.67988264399999998</c:v>
                </c:pt>
                <c:pt idx="451">
                  <c:v>0.74057992400000006</c:v>
                </c:pt>
                <c:pt idx="452">
                  <c:v>0.81477768400000017</c:v>
                </c:pt>
                <c:pt idx="453">
                  <c:v>0.89336584400000008</c:v>
                </c:pt>
                <c:pt idx="454">
                  <c:v>0.96997832400000006</c:v>
                </c:pt>
                <c:pt idx="455">
                  <c:v>1.0475786440000001</c:v>
                </c:pt>
                <c:pt idx="456">
                  <c:v>1.136045204</c:v>
                </c:pt>
                <c:pt idx="457">
                  <c:v>1.2650132040000002</c:v>
                </c:pt>
                <c:pt idx="458">
                  <c:v>1.3656631240000001</c:v>
                </c:pt>
                <c:pt idx="459">
                  <c:v>1.457093204</c:v>
                </c:pt>
                <c:pt idx="460">
                  <c:v>1.5814512839999999</c:v>
                </c:pt>
                <c:pt idx="461">
                  <c:v>1.7501524040000003</c:v>
                </c:pt>
                <c:pt idx="462">
                  <c:v>1.9091946440000001</c:v>
                </c:pt>
                <c:pt idx="463">
                  <c:v>2.1472640840000001</c:v>
                </c:pt>
                <c:pt idx="464">
                  <c:v>2.4048708040000002</c:v>
                </c:pt>
                <c:pt idx="465">
                  <c:v>2.6626970440000002</c:v>
                </c:pt>
                <c:pt idx="466">
                  <c:v>2.9327066440000005</c:v>
                </c:pt>
                <c:pt idx="467">
                  <c:v>3.2765847240000006</c:v>
                </c:pt>
                <c:pt idx="468">
                  <c:v>3.6309997640000007</c:v>
                </c:pt>
                <c:pt idx="469">
                  <c:v>3.9967200840000001</c:v>
                </c:pt>
                <c:pt idx="470">
                  <c:v>4.4445408840000002</c:v>
                </c:pt>
                <c:pt idx="471">
                  <c:v>5.019463764000001</c:v>
                </c:pt>
                <c:pt idx="472">
                  <c:v>5.7037076039999999</c:v>
                </c:pt>
                <c:pt idx="473">
                  <c:v>6.3032167240000003</c:v>
                </c:pt>
                <c:pt idx="474">
                  <c:v>6.7273293640000009</c:v>
                </c:pt>
                <c:pt idx="475">
                  <c:v>7.5274797640000006</c:v>
                </c:pt>
                <c:pt idx="476">
                  <c:v>8.2178701640000007</c:v>
                </c:pt>
                <c:pt idx="477">
                  <c:v>8.7522916039999998</c:v>
                </c:pt>
                <c:pt idx="478">
                  <c:v>9.3025184840000001</c:v>
                </c:pt>
                <c:pt idx="479">
                  <c:v>9.9048813640000013</c:v>
                </c:pt>
                <c:pt idx="480">
                  <c:v>10.594832724</c:v>
                </c:pt>
                <c:pt idx="481">
                  <c:v>11.427033044</c:v>
                </c:pt>
                <c:pt idx="482">
                  <c:v>12.315430484</c:v>
                </c:pt>
                <c:pt idx="483">
                  <c:v>13.145874644000001</c:v>
                </c:pt>
                <c:pt idx="484">
                  <c:v>13.891584084000002</c:v>
                </c:pt>
                <c:pt idx="485">
                  <c:v>14.532582484000001</c:v>
                </c:pt>
                <c:pt idx="486">
                  <c:v>15.108932244000002</c:v>
                </c:pt>
                <c:pt idx="487">
                  <c:v>15.655427284</c:v>
                </c:pt>
                <c:pt idx="488">
                  <c:v>16.297194004000001</c:v>
                </c:pt>
                <c:pt idx="489">
                  <c:v>17.107442324000001</c:v>
                </c:pt>
                <c:pt idx="490">
                  <c:v>18.022291924000001</c:v>
                </c:pt>
                <c:pt idx="491">
                  <c:v>18.941531924</c:v>
                </c:pt>
                <c:pt idx="492">
                  <c:v>19.757268244000002</c:v>
                </c:pt>
                <c:pt idx="493">
                  <c:v>20.423621204</c:v>
                </c:pt>
                <c:pt idx="494">
                  <c:v>20.944212883999999</c:v>
                </c:pt>
                <c:pt idx="495">
                  <c:v>21.363605844000002</c:v>
                </c:pt>
                <c:pt idx="496">
                  <c:v>21.805170324000002</c:v>
                </c:pt>
                <c:pt idx="497">
                  <c:v>22.361434003999999</c:v>
                </c:pt>
                <c:pt idx="498">
                  <c:v>22.993651604000004</c:v>
                </c:pt>
                <c:pt idx="499">
                  <c:v>23.642991764000005</c:v>
                </c:pt>
                <c:pt idx="500">
                  <c:v>24.245903444000003</c:v>
                </c:pt>
                <c:pt idx="501">
                  <c:v>24.762763284000002</c:v>
                </c:pt>
                <c:pt idx="502">
                  <c:v>25.204547284000004</c:v>
                </c:pt>
                <c:pt idx="503">
                  <c:v>25.700662484000002</c:v>
                </c:pt>
                <c:pt idx="504">
                  <c:v>26.182289364000003</c:v>
                </c:pt>
                <c:pt idx="505">
                  <c:v>26.620341524000001</c:v>
                </c:pt>
                <c:pt idx="506">
                  <c:v>27.058832724000002</c:v>
                </c:pt>
                <c:pt idx="507">
                  <c:v>27.487774804000004</c:v>
                </c:pt>
                <c:pt idx="508">
                  <c:v>27.972804244000002</c:v>
                </c:pt>
                <c:pt idx="509">
                  <c:v>28.511286804000001</c:v>
                </c:pt>
                <c:pt idx="510">
                  <c:v>29.099271124000001</c:v>
                </c:pt>
                <c:pt idx="511">
                  <c:v>29.676608724000001</c:v>
                </c:pt>
                <c:pt idx="512">
                  <c:v>30.177992404000005</c:v>
                </c:pt>
                <c:pt idx="513">
                  <c:v>30.541627284000004</c:v>
                </c:pt>
                <c:pt idx="514">
                  <c:v>30.829637524000002</c:v>
                </c:pt>
                <c:pt idx="515">
                  <c:v>31.069024084000002</c:v>
                </c:pt>
                <c:pt idx="516">
                  <c:v>31.230810324</c:v>
                </c:pt>
                <c:pt idx="517">
                  <c:v>31.410487444000001</c:v>
                </c:pt>
                <c:pt idx="518">
                  <c:v>31.657886484000002</c:v>
                </c:pt>
                <c:pt idx="519">
                  <c:v>31.958628884000003</c:v>
                </c:pt>
                <c:pt idx="520">
                  <c:v>32.180124564000003</c:v>
                </c:pt>
                <c:pt idx="521">
                  <c:v>32.378351124000005</c:v>
                </c:pt>
                <c:pt idx="522">
                  <c:v>32.561540564000005</c:v>
                </c:pt>
                <c:pt idx="523">
                  <c:v>32.858880404000004</c:v>
                </c:pt>
                <c:pt idx="524">
                  <c:v>33.101998804000004</c:v>
                </c:pt>
                <c:pt idx="525">
                  <c:v>33.287932244000004</c:v>
                </c:pt>
                <c:pt idx="526">
                  <c:v>33.462779924000003</c:v>
                </c:pt>
                <c:pt idx="527">
                  <c:v>33.654969684000001</c:v>
                </c:pt>
                <c:pt idx="528">
                  <c:v>33.772851924000001</c:v>
                </c:pt>
                <c:pt idx="529">
                  <c:v>33.740472724</c:v>
                </c:pt>
                <c:pt idx="530">
                  <c:v>33.656725844</c:v>
                </c:pt>
                <c:pt idx="531">
                  <c:v>33.559588244000004</c:v>
                </c:pt>
                <c:pt idx="532">
                  <c:v>33.552014804000002</c:v>
                </c:pt>
                <c:pt idx="533">
                  <c:v>33.696129684000006</c:v>
                </c:pt>
                <c:pt idx="534">
                  <c:v>33.983371604000006</c:v>
                </c:pt>
                <c:pt idx="535">
                  <c:v>34.190927764000001</c:v>
                </c:pt>
                <c:pt idx="536">
                  <c:v>34.296407124000005</c:v>
                </c:pt>
                <c:pt idx="537">
                  <c:v>34.244380884000002</c:v>
                </c:pt>
                <c:pt idx="538">
                  <c:v>34.069972244000006</c:v>
                </c:pt>
                <c:pt idx="539">
                  <c:v>33.892600084000001</c:v>
                </c:pt>
                <c:pt idx="540">
                  <c:v>33.846830164000004</c:v>
                </c:pt>
                <c:pt idx="541">
                  <c:v>34.021238804000006</c:v>
                </c:pt>
                <c:pt idx="542">
                  <c:v>34.161182803999999</c:v>
                </c:pt>
                <c:pt idx="543">
                  <c:v>34.141645524000005</c:v>
                </c:pt>
                <c:pt idx="544">
                  <c:v>34.043410324</c:v>
                </c:pt>
                <c:pt idx="545">
                  <c:v>33.944736083999999</c:v>
                </c:pt>
                <c:pt idx="546">
                  <c:v>33.923003604000002</c:v>
                </c:pt>
                <c:pt idx="547">
                  <c:v>33.976346964000001</c:v>
                </c:pt>
                <c:pt idx="548">
                  <c:v>34.052739924000001</c:v>
                </c:pt>
                <c:pt idx="549">
                  <c:v>34.142523603999997</c:v>
                </c:pt>
                <c:pt idx="550">
                  <c:v>34.137584404000002</c:v>
                </c:pt>
                <c:pt idx="551">
                  <c:v>34.024421844000003</c:v>
                </c:pt>
                <c:pt idx="552">
                  <c:v>33.945284884000003</c:v>
                </c:pt>
                <c:pt idx="553">
                  <c:v>33.956480404000004</c:v>
                </c:pt>
                <c:pt idx="554">
                  <c:v>34.016519124000006</c:v>
                </c:pt>
                <c:pt idx="555">
                  <c:v>34.125181524000006</c:v>
                </c:pt>
                <c:pt idx="556">
                  <c:v>34.132535443999998</c:v>
                </c:pt>
                <c:pt idx="557">
                  <c:v>34.026617043999998</c:v>
                </c:pt>
                <c:pt idx="558">
                  <c:v>33.800950483999998</c:v>
                </c:pt>
                <c:pt idx="559">
                  <c:v>33.602284883999999</c:v>
                </c:pt>
                <c:pt idx="560">
                  <c:v>33.469585044000006</c:v>
                </c:pt>
                <c:pt idx="561">
                  <c:v>33.504159444000003</c:v>
                </c:pt>
                <c:pt idx="562">
                  <c:v>33.701946964000001</c:v>
                </c:pt>
                <c:pt idx="563">
                  <c:v>33.820707284000001</c:v>
                </c:pt>
                <c:pt idx="564">
                  <c:v>33.727850324000002</c:v>
                </c:pt>
                <c:pt idx="565">
                  <c:v>33.497573844000001</c:v>
                </c:pt>
                <c:pt idx="566">
                  <c:v>33.253906644000004</c:v>
                </c:pt>
                <c:pt idx="567">
                  <c:v>33.087839764000002</c:v>
                </c:pt>
                <c:pt idx="568">
                  <c:v>33.030215764000005</c:v>
                </c:pt>
                <c:pt idx="569">
                  <c:v>33.041082004000003</c:v>
                </c:pt>
                <c:pt idx="570">
                  <c:v>33.029996244000003</c:v>
                </c:pt>
                <c:pt idx="571">
                  <c:v>33.038996564000001</c:v>
                </c:pt>
                <c:pt idx="572">
                  <c:v>33.007714964000002</c:v>
                </c:pt>
                <c:pt idx="573">
                  <c:v>32.953054484000006</c:v>
                </c:pt>
                <c:pt idx="574">
                  <c:v>32.888515603999998</c:v>
                </c:pt>
                <c:pt idx="575">
                  <c:v>32.680739924000001</c:v>
                </c:pt>
                <c:pt idx="576">
                  <c:v>32.364301844000003</c:v>
                </c:pt>
                <c:pt idx="577">
                  <c:v>32.108780564</c:v>
                </c:pt>
                <c:pt idx="578">
                  <c:v>32.015484564000005</c:v>
                </c:pt>
                <c:pt idx="579">
                  <c:v>32.054668884000002</c:v>
                </c:pt>
                <c:pt idx="580">
                  <c:v>32.090670164000002</c:v>
                </c:pt>
                <c:pt idx="581">
                  <c:v>31.780927444</c:v>
                </c:pt>
                <c:pt idx="582">
                  <c:v>31.167808084000001</c:v>
                </c:pt>
                <c:pt idx="583">
                  <c:v>30.638655124000003</c:v>
                </c:pt>
                <c:pt idx="584">
                  <c:v>30.326058644</c:v>
                </c:pt>
                <c:pt idx="585">
                  <c:v>30.169321364000002</c:v>
                </c:pt>
                <c:pt idx="586">
                  <c:v>30.009840084000004</c:v>
                </c:pt>
                <c:pt idx="587">
                  <c:v>29.693292244000002</c:v>
                </c:pt>
                <c:pt idx="588">
                  <c:v>29.199042964000004</c:v>
                </c:pt>
                <c:pt idx="589">
                  <c:v>28.674829204000002</c:v>
                </c:pt>
                <c:pt idx="590">
                  <c:v>28.246326164000003</c:v>
                </c:pt>
                <c:pt idx="591">
                  <c:v>28.102321044</c:v>
                </c:pt>
                <c:pt idx="592">
                  <c:v>27.744722964000001</c:v>
                </c:pt>
                <c:pt idx="593">
                  <c:v>27.223911764</c:v>
                </c:pt>
                <c:pt idx="594">
                  <c:v>26.562168724000003</c:v>
                </c:pt>
                <c:pt idx="595">
                  <c:v>25.789238804000004</c:v>
                </c:pt>
                <c:pt idx="596">
                  <c:v>24.925647124000005</c:v>
                </c:pt>
                <c:pt idx="597">
                  <c:v>24.078738963999999</c:v>
                </c:pt>
                <c:pt idx="598">
                  <c:v>23.315577684000001</c:v>
                </c:pt>
                <c:pt idx="599">
                  <c:v>22.627931283999999</c:v>
                </c:pt>
                <c:pt idx="600">
                  <c:v>22.034019924000003</c:v>
                </c:pt>
                <c:pt idx="601">
                  <c:v>21.397960724000001</c:v>
                </c:pt>
                <c:pt idx="602">
                  <c:v>20.752791444</c:v>
                </c:pt>
                <c:pt idx="603">
                  <c:v>20.132647444000003</c:v>
                </c:pt>
                <c:pt idx="604">
                  <c:v>19.545541204000003</c:v>
                </c:pt>
                <c:pt idx="605">
                  <c:v>19.010131924000003</c:v>
                </c:pt>
                <c:pt idx="606">
                  <c:v>18.490418324</c:v>
                </c:pt>
                <c:pt idx="607">
                  <c:v>17.936788884000002</c:v>
                </c:pt>
                <c:pt idx="608">
                  <c:v>17.334974804000002</c:v>
                </c:pt>
                <c:pt idx="609">
                  <c:v>16.777174484000003</c:v>
                </c:pt>
                <c:pt idx="610">
                  <c:v>16.226947604000003</c:v>
                </c:pt>
                <c:pt idx="611">
                  <c:v>15.695599444000001</c:v>
                </c:pt>
                <c:pt idx="612">
                  <c:v>15.353148244000002</c:v>
                </c:pt>
                <c:pt idx="613">
                  <c:v>14.909827604</c:v>
                </c:pt>
                <c:pt idx="614">
                  <c:v>14.174106324</c:v>
                </c:pt>
                <c:pt idx="615">
                  <c:v>13.325332244000002</c:v>
                </c:pt>
                <c:pt idx="616">
                  <c:v>12.469423764</c:v>
                </c:pt>
                <c:pt idx="617">
                  <c:v>11.667078164000001</c:v>
                </c:pt>
                <c:pt idx="618">
                  <c:v>11.025091924000002</c:v>
                </c:pt>
                <c:pt idx="619">
                  <c:v>10.533257364000001</c:v>
                </c:pt>
                <c:pt idx="620">
                  <c:v>10.139877524000001</c:v>
                </c:pt>
                <c:pt idx="621">
                  <c:v>9.7501197640000008</c:v>
                </c:pt>
                <c:pt idx="622">
                  <c:v>9.286054484000001</c:v>
                </c:pt>
                <c:pt idx="623">
                  <c:v>8.716400084</c:v>
                </c:pt>
                <c:pt idx="624">
                  <c:v>8.1174397640000002</c:v>
                </c:pt>
                <c:pt idx="625">
                  <c:v>7.5629322440000006</c:v>
                </c:pt>
                <c:pt idx="626">
                  <c:v>7.0102906440000003</c:v>
                </c:pt>
                <c:pt idx="627">
                  <c:v>6.4781741640000003</c:v>
                </c:pt>
                <c:pt idx="628">
                  <c:v>5.9710829640000007</c:v>
                </c:pt>
                <c:pt idx="629">
                  <c:v>5.4355639240000002</c:v>
                </c:pt>
                <c:pt idx="630">
                  <c:v>4.8694218440000006</c:v>
                </c:pt>
                <c:pt idx="631">
                  <c:v>4.291425684</c:v>
                </c:pt>
                <c:pt idx="632">
                  <c:v>3.7034413640000001</c:v>
                </c:pt>
                <c:pt idx="633">
                  <c:v>3.1745079240000003</c:v>
                </c:pt>
                <c:pt idx="634">
                  <c:v>2.7645543240000001</c:v>
                </c:pt>
                <c:pt idx="635">
                  <c:v>2.4698487240000002</c:v>
                </c:pt>
                <c:pt idx="636">
                  <c:v>2.1929242440000003</c:v>
                </c:pt>
                <c:pt idx="637">
                  <c:v>1.9793312840000004</c:v>
                </c:pt>
                <c:pt idx="638">
                  <c:v>1.7631040840000003</c:v>
                </c:pt>
                <c:pt idx="639">
                  <c:v>1.548742804</c:v>
                </c:pt>
                <c:pt idx="640">
                  <c:v>1.4152746440000001</c:v>
                </c:pt>
                <c:pt idx="641">
                  <c:v>1.286855444</c:v>
                </c:pt>
                <c:pt idx="642">
                  <c:v>1.1943277640000001</c:v>
                </c:pt>
                <c:pt idx="643">
                  <c:v>1.1247399240000002</c:v>
                </c:pt>
                <c:pt idx="644">
                  <c:v>1.0548228040000001</c:v>
                </c:pt>
                <c:pt idx="645">
                  <c:v>1.0239802440000001</c:v>
                </c:pt>
                <c:pt idx="646">
                  <c:v>1.0127847240000001</c:v>
                </c:pt>
                <c:pt idx="647">
                  <c:v>0.96877096400000007</c:v>
                </c:pt>
                <c:pt idx="648">
                  <c:v>0.93057448400000009</c:v>
                </c:pt>
                <c:pt idx="649">
                  <c:v>0.89698792400000005</c:v>
                </c:pt>
                <c:pt idx="650">
                  <c:v>0.91279336400000011</c:v>
                </c:pt>
                <c:pt idx="651">
                  <c:v>0.93880648400000011</c:v>
                </c:pt>
                <c:pt idx="652">
                  <c:v>0.96536840400000001</c:v>
                </c:pt>
                <c:pt idx="653">
                  <c:v>0.99807688400000016</c:v>
                </c:pt>
                <c:pt idx="654">
                  <c:v>1.033200084</c:v>
                </c:pt>
                <c:pt idx="655">
                  <c:v>1.0885191240000001</c:v>
                </c:pt>
                <c:pt idx="656">
                  <c:v>1.130557204</c:v>
                </c:pt>
                <c:pt idx="657">
                  <c:v>1.148996884</c:v>
                </c:pt>
                <c:pt idx="658">
                  <c:v>1.1251789640000001</c:v>
                </c:pt>
                <c:pt idx="659">
                  <c:v>1.0653597640000001</c:v>
                </c:pt>
                <c:pt idx="660">
                  <c:v>1.0054308040000002</c:v>
                </c:pt>
                <c:pt idx="661">
                  <c:v>0.95658760400000009</c:v>
                </c:pt>
                <c:pt idx="662">
                  <c:v>0.909829844</c:v>
                </c:pt>
                <c:pt idx="663">
                  <c:v>0.88140200400000013</c:v>
                </c:pt>
                <c:pt idx="664">
                  <c:v>0.84770568400000001</c:v>
                </c:pt>
                <c:pt idx="665">
                  <c:v>0.82685128400000008</c:v>
                </c:pt>
                <c:pt idx="666">
                  <c:v>0.82366824400000005</c:v>
                </c:pt>
                <c:pt idx="667">
                  <c:v>0.78854504400000003</c:v>
                </c:pt>
                <c:pt idx="668">
                  <c:v>0.770873684</c:v>
                </c:pt>
                <c:pt idx="669">
                  <c:v>0.75298280400000006</c:v>
                </c:pt>
                <c:pt idx="670">
                  <c:v>0.7472752840000001</c:v>
                </c:pt>
                <c:pt idx="671">
                  <c:v>0.73651880400000003</c:v>
                </c:pt>
                <c:pt idx="672">
                  <c:v>0.71687176399999997</c:v>
                </c:pt>
                <c:pt idx="673">
                  <c:v>0.68877320399999997</c:v>
                </c:pt>
                <c:pt idx="674">
                  <c:v>0.6662724040000001</c:v>
                </c:pt>
                <c:pt idx="675">
                  <c:v>0.63718600400000014</c:v>
                </c:pt>
                <c:pt idx="676">
                  <c:v>0.636966484</c:v>
                </c:pt>
                <c:pt idx="677">
                  <c:v>0.60645320400000002</c:v>
                </c:pt>
                <c:pt idx="678">
                  <c:v>0.55453672399999998</c:v>
                </c:pt>
                <c:pt idx="679">
                  <c:v>0.52742600400000006</c:v>
                </c:pt>
                <c:pt idx="680">
                  <c:v>0.53554824400000001</c:v>
                </c:pt>
                <c:pt idx="681">
                  <c:v>0.55190248399999997</c:v>
                </c:pt>
                <c:pt idx="682">
                  <c:v>0.57143976400000007</c:v>
                </c:pt>
                <c:pt idx="683">
                  <c:v>0.57912296400000007</c:v>
                </c:pt>
                <c:pt idx="684">
                  <c:v>0.64673512400000011</c:v>
                </c:pt>
                <c:pt idx="685">
                  <c:v>0.78437416400000004</c:v>
                </c:pt>
                <c:pt idx="686">
                  <c:v>0.94440424400000011</c:v>
                </c:pt>
                <c:pt idx="687">
                  <c:v>1.1777540040000001</c:v>
                </c:pt>
                <c:pt idx="688">
                  <c:v>1.4291044040000001</c:v>
                </c:pt>
                <c:pt idx="689">
                  <c:v>1.689894164</c:v>
                </c:pt>
                <c:pt idx="690">
                  <c:v>1.9682455240000003</c:v>
                </c:pt>
                <c:pt idx="691">
                  <c:v>2.2268400840000004</c:v>
                </c:pt>
                <c:pt idx="692">
                  <c:v>2.4887274440000002</c:v>
                </c:pt>
                <c:pt idx="693">
                  <c:v>2.7621396040000001</c:v>
                </c:pt>
                <c:pt idx="694">
                  <c:v>3.0881268040000003</c:v>
                </c:pt>
                <c:pt idx="695">
                  <c:v>3.4639450440000004</c:v>
                </c:pt>
                <c:pt idx="696">
                  <c:v>3.8879479240000006</c:v>
                </c:pt>
                <c:pt idx="697">
                  <c:v>4.3537693640000006</c:v>
                </c:pt>
                <c:pt idx="698">
                  <c:v>4.8626167240000004</c:v>
                </c:pt>
                <c:pt idx="699">
                  <c:v>5.3449021639999996</c:v>
                </c:pt>
                <c:pt idx="700">
                  <c:v>5.7775760840000006</c:v>
                </c:pt>
                <c:pt idx="701">
                  <c:v>6.2544832840000009</c:v>
                </c:pt>
                <c:pt idx="702">
                  <c:v>6.545347284</c:v>
                </c:pt>
                <c:pt idx="703">
                  <c:v>7.0105101640000003</c:v>
                </c:pt>
                <c:pt idx="704">
                  <c:v>8.103500244000001</c:v>
                </c:pt>
                <c:pt idx="705">
                  <c:v>9.2788103240000019</c:v>
                </c:pt>
                <c:pt idx="706">
                  <c:v>10.490890004000001</c:v>
                </c:pt>
                <c:pt idx="707">
                  <c:v>11.733592724000001</c:v>
                </c:pt>
                <c:pt idx="708">
                  <c:v>12.872572244000001</c:v>
                </c:pt>
                <c:pt idx="709">
                  <c:v>13.945805524000001</c:v>
                </c:pt>
                <c:pt idx="710">
                  <c:v>15.007404244000002</c:v>
                </c:pt>
                <c:pt idx="711">
                  <c:v>16.040026324000003</c:v>
                </c:pt>
                <c:pt idx="712">
                  <c:v>16.977266964000002</c:v>
                </c:pt>
                <c:pt idx="713">
                  <c:v>17.838882964000003</c:v>
                </c:pt>
                <c:pt idx="714">
                  <c:v>18.656046164000003</c:v>
                </c:pt>
                <c:pt idx="715">
                  <c:v>19.480782804</c:v>
                </c:pt>
                <c:pt idx="716">
                  <c:v>20.332630164000001</c:v>
                </c:pt>
                <c:pt idx="717">
                  <c:v>21.219930004000002</c:v>
                </c:pt>
                <c:pt idx="718">
                  <c:v>22.039507923999999</c:v>
                </c:pt>
                <c:pt idx="719">
                  <c:v>22.758216404000002</c:v>
                </c:pt>
                <c:pt idx="720">
                  <c:v>23.335883284000005</c:v>
                </c:pt>
                <c:pt idx="721">
                  <c:v>23.830132564000003</c:v>
                </c:pt>
                <c:pt idx="722">
                  <c:v>24.322735443999999</c:v>
                </c:pt>
                <c:pt idx="723">
                  <c:v>24.835643923999999</c:v>
                </c:pt>
                <c:pt idx="724">
                  <c:v>25.396407764000003</c:v>
                </c:pt>
                <c:pt idx="725">
                  <c:v>26.008758804000003</c:v>
                </c:pt>
                <c:pt idx="726">
                  <c:v>26.590377044</c:v>
                </c:pt>
                <c:pt idx="727">
                  <c:v>27.151031124000003</c:v>
                </c:pt>
                <c:pt idx="728">
                  <c:v>27.586558804000003</c:v>
                </c:pt>
                <c:pt idx="729">
                  <c:v>27.994426964000002</c:v>
                </c:pt>
                <c:pt idx="730">
                  <c:v>28.394502164000002</c:v>
                </c:pt>
                <c:pt idx="731">
                  <c:v>28.825310164000001</c:v>
                </c:pt>
                <c:pt idx="732">
                  <c:v>29.286850964000003</c:v>
                </c:pt>
                <c:pt idx="733">
                  <c:v>29.770124244000002</c:v>
                </c:pt>
                <c:pt idx="734">
                  <c:v>30.196871124000005</c:v>
                </c:pt>
                <c:pt idx="735">
                  <c:v>30.466441684000003</c:v>
                </c:pt>
                <c:pt idx="736">
                  <c:v>30.659290003999999</c:v>
                </c:pt>
                <c:pt idx="737">
                  <c:v>30.854114004000003</c:v>
                </c:pt>
                <c:pt idx="738">
                  <c:v>31.008326804000003</c:v>
                </c:pt>
                <c:pt idx="739">
                  <c:v>31.206443604</c:v>
                </c:pt>
                <c:pt idx="740">
                  <c:v>31.572163924000005</c:v>
                </c:pt>
                <c:pt idx="741">
                  <c:v>32.025802003999999</c:v>
                </c:pt>
                <c:pt idx="742">
                  <c:v>32.474171604000006</c:v>
                </c:pt>
                <c:pt idx="743">
                  <c:v>32.926053524000004</c:v>
                </c:pt>
                <c:pt idx="744">
                  <c:v>33.320530964000007</c:v>
                </c:pt>
                <c:pt idx="745">
                  <c:v>33.517989204000003</c:v>
                </c:pt>
                <c:pt idx="746">
                  <c:v>33.497793364000003</c:v>
                </c:pt>
                <c:pt idx="747">
                  <c:v>33.377496403999999</c:v>
                </c:pt>
                <c:pt idx="748">
                  <c:v>33.401753364000001</c:v>
                </c:pt>
                <c:pt idx="749">
                  <c:v>33.625224723999999</c:v>
                </c:pt>
                <c:pt idx="750">
                  <c:v>33.875367764000003</c:v>
                </c:pt>
                <c:pt idx="751">
                  <c:v>34.077765204000002</c:v>
                </c:pt>
                <c:pt idx="752">
                  <c:v>34.208489364000002</c:v>
                </c:pt>
                <c:pt idx="753">
                  <c:v>34.338445204000003</c:v>
                </c:pt>
                <c:pt idx="754">
                  <c:v>34.461925204000003</c:v>
                </c:pt>
                <c:pt idx="755">
                  <c:v>34.651590484000003</c:v>
                </c:pt>
                <c:pt idx="756">
                  <c:v>34.928405204000001</c:v>
                </c:pt>
                <c:pt idx="757">
                  <c:v>35.103582164000002</c:v>
                </c:pt>
                <c:pt idx="758">
                  <c:v>35.226952404000002</c:v>
                </c:pt>
                <c:pt idx="759">
                  <c:v>35.342639444</c:v>
                </c:pt>
                <c:pt idx="760">
                  <c:v>35.364701203999999</c:v>
                </c:pt>
                <c:pt idx="761">
                  <c:v>35.260978004000002</c:v>
                </c:pt>
                <c:pt idx="762">
                  <c:v>35.155279124000003</c:v>
                </c:pt>
                <c:pt idx="763">
                  <c:v>35.198414804000002</c:v>
                </c:pt>
                <c:pt idx="764">
                  <c:v>35.364591444000006</c:v>
                </c:pt>
                <c:pt idx="765">
                  <c:v>35.474570964000002</c:v>
                </c:pt>
                <c:pt idx="766">
                  <c:v>35.481485843999998</c:v>
                </c:pt>
                <c:pt idx="767">
                  <c:v>35.419361684000002</c:v>
                </c:pt>
                <c:pt idx="768">
                  <c:v>35.399714644000007</c:v>
                </c:pt>
                <c:pt idx="769">
                  <c:v>35.385445844000003</c:v>
                </c:pt>
                <c:pt idx="770">
                  <c:v>35.367994004000003</c:v>
                </c:pt>
                <c:pt idx="771">
                  <c:v>35.371286804000007</c:v>
                </c:pt>
                <c:pt idx="772">
                  <c:v>35.376884564000001</c:v>
                </c:pt>
                <c:pt idx="773">
                  <c:v>35.398946324000001</c:v>
                </c:pt>
                <c:pt idx="774">
                  <c:v>35.354822804000001</c:v>
                </c:pt>
                <c:pt idx="775">
                  <c:v>35.280954324</c:v>
                </c:pt>
                <c:pt idx="776">
                  <c:v>35.236282004000003</c:v>
                </c:pt>
                <c:pt idx="777">
                  <c:v>35.272612564000006</c:v>
                </c:pt>
                <c:pt idx="778">
                  <c:v>35.339675923999998</c:v>
                </c:pt>
                <c:pt idx="779">
                  <c:v>35.324309524</c:v>
                </c:pt>
                <c:pt idx="780">
                  <c:v>35.283039764000002</c:v>
                </c:pt>
                <c:pt idx="781">
                  <c:v>35.226842644000001</c:v>
                </c:pt>
                <c:pt idx="782">
                  <c:v>35.214769044000001</c:v>
                </c:pt>
                <c:pt idx="783">
                  <c:v>35.299284243999999</c:v>
                </c:pt>
                <c:pt idx="784">
                  <c:v>35.457338644000004</c:v>
                </c:pt>
                <c:pt idx="785">
                  <c:v>35.606502484000004</c:v>
                </c:pt>
                <c:pt idx="786">
                  <c:v>35.574233044000003</c:v>
                </c:pt>
                <c:pt idx="787">
                  <c:v>35.269210004000001</c:v>
                </c:pt>
                <c:pt idx="788">
                  <c:v>34.987456084000002</c:v>
                </c:pt>
                <c:pt idx="789">
                  <c:v>34.931588244000004</c:v>
                </c:pt>
                <c:pt idx="790">
                  <c:v>35.112582484000001</c:v>
                </c:pt>
                <c:pt idx="791">
                  <c:v>35.368652564000001</c:v>
                </c:pt>
                <c:pt idx="792">
                  <c:v>35.479619924000005</c:v>
                </c:pt>
                <c:pt idx="793">
                  <c:v>35.322772884000003</c:v>
                </c:pt>
                <c:pt idx="794">
                  <c:v>34.979333844000003</c:v>
                </c:pt>
                <c:pt idx="795">
                  <c:v>34.567733844000003</c:v>
                </c:pt>
                <c:pt idx="796">
                  <c:v>34.218916564000004</c:v>
                </c:pt>
                <c:pt idx="797">
                  <c:v>34.048130004000001</c:v>
                </c:pt>
                <c:pt idx="798">
                  <c:v>34.176439444000003</c:v>
                </c:pt>
                <c:pt idx="799">
                  <c:v>34.286199444000005</c:v>
                </c:pt>
                <c:pt idx="800">
                  <c:v>34.195318164000007</c:v>
                </c:pt>
                <c:pt idx="801">
                  <c:v>33.893478164000001</c:v>
                </c:pt>
                <c:pt idx="802">
                  <c:v>33.528635924000007</c:v>
                </c:pt>
                <c:pt idx="803">
                  <c:v>33.229759444000003</c:v>
                </c:pt>
                <c:pt idx="804">
                  <c:v>32.999812244000005</c:v>
                </c:pt>
                <c:pt idx="805">
                  <c:v>32.779633684000004</c:v>
                </c:pt>
                <c:pt idx="806">
                  <c:v>32.609395923999998</c:v>
                </c:pt>
                <c:pt idx="807">
                  <c:v>32.366277524000004</c:v>
                </c:pt>
                <c:pt idx="808">
                  <c:v>32.055546964000001</c:v>
                </c:pt>
                <c:pt idx="809">
                  <c:v>31.729889044000004</c:v>
                </c:pt>
                <c:pt idx="810">
                  <c:v>31.389523284000003</c:v>
                </c:pt>
                <c:pt idx="811">
                  <c:v>31.042901204000003</c:v>
                </c:pt>
                <c:pt idx="812">
                  <c:v>30.684095764000006</c:v>
                </c:pt>
                <c:pt idx="813">
                  <c:v>30.232213844</c:v>
                </c:pt>
                <c:pt idx="814">
                  <c:v>29.689670164000002</c:v>
                </c:pt>
                <c:pt idx="815">
                  <c:v>29.152175444000001</c:v>
                </c:pt>
                <c:pt idx="816">
                  <c:v>28.924423444000002</c:v>
                </c:pt>
                <c:pt idx="817">
                  <c:v>28.478139284000001</c:v>
                </c:pt>
                <c:pt idx="818">
                  <c:v>28.017696084000001</c:v>
                </c:pt>
                <c:pt idx="819">
                  <c:v>27.628816404000002</c:v>
                </c:pt>
                <c:pt idx="820">
                  <c:v>27.180117524000003</c:v>
                </c:pt>
                <c:pt idx="821">
                  <c:v>26.570181204000004</c:v>
                </c:pt>
                <c:pt idx="822">
                  <c:v>25.824252244</c:v>
                </c:pt>
                <c:pt idx="823">
                  <c:v>25.078652564000002</c:v>
                </c:pt>
                <c:pt idx="824">
                  <c:v>24.366090644000003</c:v>
                </c:pt>
                <c:pt idx="825">
                  <c:v>23.753520084000002</c:v>
                </c:pt>
                <c:pt idx="826">
                  <c:v>23.243684884000004</c:v>
                </c:pt>
                <c:pt idx="827">
                  <c:v>22.823194323999999</c:v>
                </c:pt>
                <c:pt idx="828">
                  <c:v>22.367909844</c:v>
                </c:pt>
                <c:pt idx="829">
                  <c:v>21.772132564000003</c:v>
                </c:pt>
                <c:pt idx="830">
                  <c:v>21.030703764000002</c:v>
                </c:pt>
                <c:pt idx="831">
                  <c:v>20.280055124000004</c:v>
                </c:pt>
                <c:pt idx="832">
                  <c:v>19.634007764</c:v>
                </c:pt>
                <c:pt idx="833">
                  <c:v>19.083122324000001</c:v>
                </c:pt>
                <c:pt idx="834">
                  <c:v>18.605007764</c:v>
                </c:pt>
                <c:pt idx="835">
                  <c:v>18.237202004</c:v>
                </c:pt>
                <c:pt idx="836">
                  <c:v>17.746355284</c:v>
                </c:pt>
                <c:pt idx="837">
                  <c:v>17.044001044000002</c:v>
                </c:pt>
                <c:pt idx="838">
                  <c:v>16.280071444000001</c:v>
                </c:pt>
                <c:pt idx="839">
                  <c:v>15.543691604000001</c:v>
                </c:pt>
                <c:pt idx="840">
                  <c:v>14.868667604000001</c:v>
                </c:pt>
                <c:pt idx="841">
                  <c:v>14.245340564000001</c:v>
                </c:pt>
                <c:pt idx="842">
                  <c:v>13.668002963999999</c:v>
                </c:pt>
                <c:pt idx="843">
                  <c:v>13.025028884000001</c:v>
                </c:pt>
                <c:pt idx="844">
                  <c:v>12.349785364000001</c:v>
                </c:pt>
                <c:pt idx="845">
                  <c:v>11.628223124000002</c:v>
                </c:pt>
                <c:pt idx="846">
                  <c:v>10.915441684000001</c:v>
                </c:pt>
                <c:pt idx="847">
                  <c:v>10.246015444000001</c:v>
                </c:pt>
                <c:pt idx="848">
                  <c:v>9.6416768840000007</c:v>
                </c:pt>
                <c:pt idx="849">
                  <c:v>9.0648880839999997</c:v>
                </c:pt>
                <c:pt idx="850">
                  <c:v>8.5670167240000001</c:v>
                </c:pt>
                <c:pt idx="851">
                  <c:v>8.0827556040000008</c:v>
                </c:pt>
                <c:pt idx="852">
                  <c:v>7.5540416840000004</c:v>
                </c:pt>
                <c:pt idx="853">
                  <c:v>7.0034855240000002</c:v>
                </c:pt>
                <c:pt idx="854">
                  <c:v>6.4617101640000003</c:v>
                </c:pt>
                <c:pt idx="855">
                  <c:v>5.9830468040000007</c:v>
                </c:pt>
                <c:pt idx="856">
                  <c:v>5.5190912840000008</c:v>
                </c:pt>
                <c:pt idx="857">
                  <c:v>5.0669898440000001</c:v>
                </c:pt>
                <c:pt idx="858">
                  <c:v>4.6969888840000005</c:v>
                </c:pt>
                <c:pt idx="859">
                  <c:v>4.3919658440000005</c:v>
                </c:pt>
                <c:pt idx="860">
                  <c:v>4.1418228040000002</c:v>
                </c:pt>
                <c:pt idx="861">
                  <c:v>3.9552308040000002</c:v>
                </c:pt>
                <c:pt idx="862">
                  <c:v>3.761614164</c:v>
                </c:pt>
                <c:pt idx="863">
                  <c:v>3.5026903240000005</c:v>
                </c:pt>
                <c:pt idx="864">
                  <c:v>3.2556205640000004</c:v>
                </c:pt>
                <c:pt idx="865">
                  <c:v>3.0108557640000004</c:v>
                </c:pt>
                <c:pt idx="866">
                  <c:v>2.7826647240000004</c:v>
                </c:pt>
                <c:pt idx="867">
                  <c:v>2.5797184840000003</c:v>
                </c:pt>
                <c:pt idx="868">
                  <c:v>2.3611863240000002</c:v>
                </c:pt>
                <c:pt idx="869">
                  <c:v>2.1951194440000004</c:v>
                </c:pt>
                <c:pt idx="870">
                  <c:v>2.097981844</c:v>
                </c:pt>
                <c:pt idx="871">
                  <c:v>2.0271866439999999</c:v>
                </c:pt>
                <c:pt idx="872">
                  <c:v>1.9759287240000001</c:v>
                </c:pt>
                <c:pt idx="873">
                  <c:v>1.9303783240000003</c:v>
                </c:pt>
                <c:pt idx="874">
                  <c:v>1.8270941640000002</c:v>
                </c:pt>
                <c:pt idx="875">
                  <c:v>1.7921904840000003</c:v>
                </c:pt>
                <c:pt idx="876">
                  <c:v>1.8008615240000001</c:v>
                </c:pt>
                <c:pt idx="877">
                  <c:v>1.820618324</c:v>
                </c:pt>
                <c:pt idx="878">
                  <c:v>1.838948244</c:v>
                </c:pt>
                <c:pt idx="879">
                  <c:v>1.8337895240000002</c:v>
                </c:pt>
                <c:pt idx="880">
                  <c:v>1.8240208840000003</c:v>
                </c:pt>
                <c:pt idx="881">
                  <c:v>1.8123863240000002</c:v>
                </c:pt>
                <c:pt idx="882">
                  <c:v>1.7503719240000002</c:v>
                </c:pt>
                <c:pt idx="883">
                  <c:v>1.7031751240000002</c:v>
                </c:pt>
                <c:pt idx="884">
                  <c:v>1.6615760840000002</c:v>
                </c:pt>
                <c:pt idx="885">
                  <c:v>1.6257943240000001</c:v>
                </c:pt>
                <c:pt idx="886">
                  <c:v>1.618550164</c:v>
                </c:pt>
                <c:pt idx="887">
                  <c:v>1.6079034440000002</c:v>
                </c:pt>
                <c:pt idx="888">
                  <c:v>1.5914394440000001</c:v>
                </c:pt>
                <c:pt idx="889">
                  <c:v>1.5744266440000001</c:v>
                </c:pt>
                <c:pt idx="890">
                  <c:v>1.5513770440000001</c:v>
                </c:pt>
                <c:pt idx="891">
                  <c:v>1.5079120840000002</c:v>
                </c:pt>
                <c:pt idx="892">
                  <c:v>1.471142484</c:v>
                </c:pt>
                <c:pt idx="893">
                  <c:v>1.4323972040000001</c:v>
                </c:pt>
                <c:pt idx="894">
                  <c:v>1.385968724</c:v>
                </c:pt>
                <c:pt idx="895">
                  <c:v>1.365882644</c:v>
                </c:pt>
                <c:pt idx="896">
                  <c:v>1.3621508040000001</c:v>
                </c:pt>
                <c:pt idx="897">
                  <c:v>1.3247226439999999</c:v>
                </c:pt>
                <c:pt idx="898">
                  <c:v>1.3017828039999999</c:v>
                </c:pt>
                <c:pt idx="899">
                  <c:v>1.3131978440000003</c:v>
                </c:pt>
                <c:pt idx="900">
                  <c:v>1.3293325640000002</c:v>
                </c:pt>
                <c:pt idx="901">
                  <c:v>1.3734560840000001</c:v>
                </c:pt>
                <c:pt idx="902">
                  <c:v>1.4430439240000001</c:v>
                </c:pt>
                <c:pt idx="903">
                  <c:v>1.5638896840000001</c:v>
                </c:pt>
                <c:pt idx="904">
                  <c:v>1.738956884</c:v>
                </c:pt>
                <c:pt idx="905">
                  <c:v>1.9392688840000001</c:v>
                </c:pt>
                <c:pt idx="906">
                  <c:v>2.1178484040000001</c:v>
                </c:pt>
                <c:pt idx="907">
                  <c:v>2.2854519240000002</c:v>
                </c:pt>
                <c:pt idx="908">
                  <c:v>2.5016791240000003</c:v>
                </c:pt>
                <c:pt idx="909">
                  <c:v>2.7424925640000004</c:v>
                </c:pt>
                <c:pt idx="910">
                  <c:v>2.9909892040000003</c:v>
                </c:pt>
                <c:pt idx="911">
                  <c:v>3.280426324</c:v>
                </c:pt>
                <c:pt idx="912">
                  <c:v>3.6498784840000003</c:v>
                </c:pt>
                <c:pt idx="913">
                  <c:v>4.0915527240000005</c:v>
                </c:pt>
                <c:pt idx="914">
                  <c:v>4.499530644</c:v>
                </c:pt>
                <c:pt idx="915">
                  <c:v>4.8248592840000004</c:v>
                </c:pt>
                <c:pt idx="916">
                  <c:v>5.4568573640000011</c:v>
                </c:pt>
                <c:pt idx="917">
                  <c:v>6.0680010439999998</c:v>
                </c:pt>
                <c:pt idx="918">
                  <c:v>6.6380944840000007</c:v>
                </c:pt>
                <c:pt idx="919">
                  <c:v>7.1602228040000009</c:v>
                </c:pt>
                <c:pt idx="920">
                  <c:v>7.6382276039999999</c:v>
                </c:pt>
                <c:pt idx="921">
                  <c:v>8.1184276040000007</c:v>
                </c:pt>
                <c:pt idx="922">
                  <c:v>8.6695325640000007</c:v>
                </c:pt>
                <c:pt idx="923">
                  <c:v>9.3022989640000002</c:v>
                </c:pt>
                <c:pt idx="924">
                  <c:v>9.9898356039999996</c:v>
                </c:pt>
                <c:pt idx="925">
                  <c:v>10.681323604000001</c:v>
                </c:pt>
                <c:pt idx="926">
                  <c:v>11.346249684000002</c:v>
                </c:pt>
                <c:pt idx="927">
                  <c:v>12.000199764000001</c:v>
                </c:pt>
                <c:pt idx="928">
                  <c:v>12.657113364000001</c:v>
                </c:pt>
                <c:pt idx="929">
                  <c:v>13.350906324000002</c:v>
                </c:pt>
                <c:pt idx="930">
                  <c:v>14.107921044000001</c:v>
                </c:pt>
                <c:pt idx="931">
                  <c:v>14.937816404000001</c:v>
                </c:pt>
                <c:pt idx="932">
                  <c:v>15.825884564000003</c:v>
                </c:pt>
                <c:pt idx="933">
                  <c:v>16.736563283999999</c:v>
                </c:pt>
                <c:pt idx="934">
                  <c:v>17.634180564000001</c:v>
                </c:pt>
                <c:pt idx="935">
                  <c:v>18.509845844000001</c:v>
                </c:pt>
                <c:pt idx="936">
                  <c:v>19.274543764000001</c:v>
                </c:pt>
                <c:pt idx="937">
                  <c:v>19.838271124000002</c:v>
                </c:pt>
                <c:pt idx="938">
                  <c:v>20.579151123999999</c:v>
                </c:pt>
                <c:pt idx="939">
                  <c:v>21.480829524000004</c:v>
                </c:pt>
                <c:pt idx="940">
                  <c:v>22.345628564000002</c:v>
                </c:pt>
                <c:pt idx="941">
                  <c:v>23.120863444000001</c:v>
                </c:pt>
                <c:pt idx="942">
                  <c:v>23.830791124000005</c:v>
                </c:pt>
                <c:pt idx="943">
                  <c:v>24.442483604000003</c:v>
                </c:pt>
                <c:pt idx="944">
                  <c:v>25.028053204000003</c:v>
                </c:pt>
                <c:pt idx="945">
                  <c:v>25.677942164000001</c:v>
                </c:pt>
                <c:pt idx="946">
                  <c:v>26.363173844000002</c:v>
                </c:pt>
                <c:pt idx="947">
                  <c:v>27.084845844000004</c:v>
                </c:pt>
                <c:pt idx="948">
                  <c:v>27.794773524</c:v>
                </c:pt>
                <c:pt idx="949">
                  <c:v>28.400099924000003</c:v>
                </c:pt>
                <c:pt idx="950">
                  <c:v>28.909935124</c:v>
                </c:pt>
                <c:pt idx="951">
                  <c:v>29.437002644</c:v>
                </c:pt>
                <c:pt idx="952">
                  <c:v>29.988656404000004</c:v>
                </c:pt>
                <c:pt idx="953">
                  <c:v>30.533944084000005</c:v>
                </c:pt>
                <c:pt idx="954">
                  <c:v>31.044876884000004</c:v>
                </c:pt>
                <c:pt idx="955">
                  <c:v>31.502466324</c:v>
                </c:pt>
                <c:pt idx="956">
                  <c:v>31.818245844000003</c:v>
                </c:pt>
                <c:pt idx="957">
                  <c:v>32.078925844000004</c:v>
                </c:pt>
                <c:pt idx="958">
                  <c:v>32.319519764000006</c:v>
                </c:pt>
                <c:pt idx="959">
                  <c:v>32.616749844000005</c:v>
                </c:pt>
                <c:pt idx="960">
                  <c:v>33.008373524</c:v>
                </c:pt>
                <c:pt idx="961">
                  <c:v>33.499330004000001</c:v>
                </c:pt>
                <c:pt idx="962">
                  <c:v>34.016299604000004</c:v>
                </c:pt>
                <c:pt idx="963">
                  <c:v>34.591112723999998</c:v>
                </c:pt>
                <c:pt idx="964">
                  <c:v>35.091947603999998</c:v>
                </c:pt>
                <c:pt idx="965">
                  <c:v>35.390385043999999</c:v>
                </c:pt>
                <c:pt idx="966">
                  <c:v>35.510682004000003</c:v>
                </c:pt>
                <c:pt idx="967">
                  <c:v>35.567866964000004</c:v>
                </c:pt>
                <c:pt idx="968">
                  <c:v>35.677187924000002</c:v>
                </c:pt>
                <c:pt idx="969">
                  <c:v>35.862243284000002</c:v>
                </c:pt>
                <c:pt idx="970">
                  <c:v>36.078909524000004</c:v>
                </c:pt>
                <c:pt idx="971">
                  <c:v>36.284160724000003</c:v>
                </c:pt>
                <c:pt idx="972">
                  <c:v>36.263196563999998</c:v>
                </c:pt>
                <c:pt idx="973">
                  <c:v>35.975625364000003</c:v>
                </c:pt>
                <c:pt idx="974">
                  <c:v>35.712311124000003</c:v>
                </c:pt>
                <c:pt idx="975">
                  <c:v>35.871353364000001</c:v>
                </c:pt>
                <c:pt idx="976">
                  <c:v>36.387444884000004</c:v>
                </c:pt>
                <c:pt idx="977">
                  <c:v>37.002759444000006</c:v>
                </c:pt>
                <c:pt idx="978">
                  <c:v>37.471544403999999</c:v>
                </c:pt>
                <c:pt idx="979">
                  <c:v>37.519290004000005</c:v>
                </c:pt>
                <c:pt idx="980">
                  <c:v>37.242036244000005</c:v>
                </c:pt>
                <c:pt idx="981">
                  <c:v>36.951721044000003</c:v>
                </c:pt>
                <c:pt idx="982">
                  <c:v>36.804752403999998</c:v>
                </c:pt>
                <c:pt idx="983">
                  <c:v>36.937891284000003</c:v>
                </c:pt>
                <c:pt idx="984">
                  <c:v>37.179802324000001</c:v>
                </c:pt>
                <c:pt idx="985">
                  <c:v>37.333905364000003</c:v>
                </c:pt>
                <c:pt idx="986">
                  <c:v>37.238414164000005</c:v>
                </c:pt>
                <c:pt idx="987">
                  <c:v>36.841522004000005</c:v>
                </c:pt>
                <c:pt idx="988">
                  <c:v>36.309734804000001</c:v>
                </c:pt>
                <c:pt idx="989">
                  <c:v>36.020626964000002</c:v>
                </c:pt>
                <c:pt idx="990">
                  <c:v>35.983747604000001</c:v>
                </c:pt>
                <c:pt idx="991">
                  <c:v>35.872011923999999</c:v>
                </c:pt>
                <c:pt idx="992">
                  <c:v>35.509803924000003</c:v>
                </c:pt>
                <c:pt idx="993">
                  <c:v>35.072739603999999</c:v>
                </c:pt>
                <c:pt idx="994">
                  <c:v>34.596710484000006</c:v>
                </c:pt>
                <c:pt idx="995">
                  <c:v>34.186866643999998</c:v>
                </c:pt>
                <c:pt idx="996">
                  <c:v>33.768571284000004</c:v>
                </c:pt>
                <c:pt idx="997">
                  <c:v>33.300883923999997</c:v>
                </c:pt>
                <c:pt idx="998">
                  <c:v>32.870075924000005</c:v>
                </c:pt>
                <c:pt idx="999">
                  <c:v>32.749669204000007</c:v>
                </c:pt>
                <c:pt idx="1000">
                  <c:v>32.883795923999998</c:v>
                </c:pt>
                <c:pt idx="1001">
                  <c:v>32.933846484000007</c:v>
                </c:pt>
                <c:pt idx="1002">
                  <c:v>32.687984084</c:v>
                </c:pt>
                <c:pt idx="1003">
                  <c:v>32.224357844000004</c:v>
                </c:pt>
                <c:pt idx="1004">
                  <c:v>31.841075924000002</c:v>
                </c:pt>
                <c:pt idx="1005">
                  <c:v>31.806282004000003</c:v>
                </c:pt>
                <c:pt idx="1006">
                  <c:v>32.162782484000005</c:v>
                </c:pt>
                <c:pt idx="1007">
                  <c:v>32.598639444</c:v>
                </c:pt>
                <c:pt idx="1008">
                  <c:v>32.654617044000005</c:v>
                </c:pt>
                <c:pt idx="1009">
                  <c:v>32.152904084000006</c:v>
                </c:pt>
                <c:pt idx="1010">
                  <c:v>31.530235604000005</c:v>
                </c:pt>
                <c:pt idx="1011">
                  <c:v>31.170771604000002</c:v>
                </c:pt>
                <c:pt idx="1012">
                  <c:v>31.185479444000002</c:v>
                </c:pt>
                <c:pt idx="1013">
                  <c:v>31.469757844</c:v>
                </c:pt>
                <c:pt idx="1014">
                  <c:v>31.679728724000004</c:v>
                </c:pt>
                <c:pt idx="1015">
                  <c:v>31.541870164000002</c:v>
                </c:pt>
                <c:pt idx="1016">
                  <c:v>31.165173844000002</c:v>
                </c:pt>
                <c:pt idx="1017">
                  <c:v>30.899993684000002</c:v>
                </c:pt>
                <c:pt idx="1018">
                  <c:v>30.877492884000002</c:v>
                </c:pt>
                <c:pt idx="1019">
                  <c:v>30.952898004000001</c:v>
                </c:pt>
                <c:pt idx="1020">
                  <c:v>30.938299924000003</c:v>
                </c:pt>
                <c:pt idx="1021">
                  <c:v>30.775306324000002</c:v>
                </c:pt>
                <c:pt idx="1022">
                  <c:v>30.502772244000003</c:v>
                </c:pt>
                <c:pt idx="1023">
                  <c:v>30.129588244000001</c:v>
                </c:pt>
                <c:pt idx="1024">
                  <c:v>29.820943124000003</c:v>
                </c:pt>
                <c:pt idx="1025">
                  <c:v>29.630838804000003</c:v>
                </c:pt>
                <c:pt idx="1026">
                  <c:v>29.397159764000005</c:v>
                </c:pt>
                <c:pt idx="1027">
                  <c:v>29.075892243999998</c:v>
                </c:pt>
                <c:pt idx="1028">
                  <c:v>28.797870163999999</c:v>
                </c:pt>
                <c:pt idx="1029">
                  <c:v>28.574398804000001</c:v>
                </c:pt>
                <c:pt idx="1030">
                  <c:v>27.866337044000002</c:v>
                </c:pt>
                <c:pt idx="1031">
                  <c:v>27.172983124000005</c:v>
                </c:pt>
                <c:pt idx="1032">
                  <c:v>26.672367764000001</c:v>
                </c:pt>
                <c:pt idx="1033">
                  <c:v>26.268780244000002</c:v>
                </c:pt>
                <c:pt idx="1034">
                  <c:v>25.739078484000004</c:v>
                </c:pt>
                <c:pt idx="1035">
                  <c:v>25.077445204000004</c:v>
                </c:pt>
                <c:pt idx="1036">
                  <c:v>24.303637204000001</c:v>
                </c:pt>
                <c:pt idx="1037">
                  <c:v>23.514901844000001</c:v>
                </c:pt>
                <c:pt idx="1038">
                  <c:v>22.859085844000003</c:v>
                </c:pt>
                <c:pt idx="1039">
                  <c:v>22.345957844000001</c:v>
                </c:pt>
                <c:pt idx="1040">
                  <c:v>21.843366803999999</c:v>
                </c:pt>
                <c:pt idx="1041">
                  <c:v>21.214332244000005</c:v>
                </c:pt>
                <c:pt idx="1042">
                  <c:v>20.339545044000005</c:v>
                </c:pt>
                <c:pt idx="1043">
                  <c:v>19.267848404000002</c:v>
                </c:pt>
                <c:pt idx="1044">
                  <c:v>18.206688723999999</c:v>
                </c:pt>
                <c:pt idx="1045">
                  <c:v>17.528152404</c:v>
                </c:pt>
                <c:pt idx="1046">
                  <c:v>17.228178324000002</c:v>
                </c:pt>
                <c:pt idx="1047">
                  <c:v>16.925240724000002</c:v>
                </c:pt>
                <c:pt idx="1048">
                  <c:v>16.594204564000002</c:v>
                </c:pt>
                <c:pt idx="1049">
                  <c:v>16.154506004000002</c:v>
                </c:pt>
                <c:pt idx="1050">
                  <c:v>15.530081364000003</c:v>
                </c:pt>
                <c:pt idx="1051">
                  <c:v>14.862191764000002</c:v>
                </c:pt>
                <c:pt idx="1052">
                  <c:v>14.180252884</c:v>
                </c:pt>
                <c:pt idx="1053">
                  <c:v>13.601707924000001</c:v>
                </c:pt>
                <c:pt idx="1054">
                  <c:v>13.079908884000002</c:v>
                </c:pt>
                <c:pt idx="1055">
                  <c:v>12.568427284</c:v>
                </c:pt>
                <c:pt idx="1056">
                  <c:v>11.977808724000001</c:v>
                </c:pt>
                <c:pt idx="1057">
                  <c:v>11.250099924000001</c:v>
                </c:pt>
                <c:pt idx="1058">
                  <c:v>10.501207444000002</c:v>
                </c:pt>
                <c:pt idx="1059">
                  <c:v>9.8017069639999992</c:v>
                </c:pt>
                <c:pt idx="1060">
                  <c:v>9.2310647240000012</c:v>
                </c:pt>
                <c:pt idx="1061">
                  <c:v>8.7660116040000009</c:v>
                </c:pt>
                <c:pt idx="1062">
                  <c:v>8.3817418440000004</c:v>
                </c:pt>
                <c:pt idx="1063">
                  <c:v>8.0682672840000009</c:v>
                </c:pt>
                <c:pt idx="1064">
                  <c:v>7.7210964040000007</c:v>
                </c:pt>
                <c:pt idx="1065">
                  <c:v>7.2831540040000009</c:v>
                </c:pt>
                <c:pt idx="1066">
                  <c:v>6.7965879240000007</c:v>
                </c:pt>
                <c:pt idx="1067">
                  <c:v>6.3234125640000007</c:v>
                </c:pt>
                <c:pt idx="1068">
                  <c:v>5.8877751240000009</c:v>
                </c:pt>
                <c:pt idx="1069">
                  <c:v>5.5070176840000009</c:v>
                </c:pt>
                <c:pt idx="1070">
                  <c:v>5.1517245640000002</c:v>
                </c:pt>
                <c:pt idx="1071">
                  <c:v>4.790394644</c:v>
                </c:pt>
                <c:pt idx="1072">
                  <c:v>4.4557364040000005</c:v>
                </c:pt>
                <c:pt idx="1073">
                  <c:v>4.1203098440000003</c:v>
                </c:pt>
                <c:pt idx="1074">
                  <c:v>3.7893834440000003</c:v>
                </c:pt>
                <c:pt idx="1075">
                  <c:v>3.5283741640000001</c:v>
                </c:pt>
                <c:pt idx="1076">
                  <c:v>3.2967805640000001</c:v>
                </c:pt>
                <c:pt idx="1077">
                  <c:v>3.1210548040000003</c:v>
                </c:pt>
                <c:pt idx="1078">
                  <c:v>2.9433533640000005</c:v>
                </c:pt>
                <c:pt idx="1079">
                  <c:v>2.7582980040000002</c:v>
                </c:pt>
                <c:pt idx="1080">
                  <c:v>2.5672058440000001</c:v>
                </c:pt>
                <c:pt idx="1081">
                  <c:v>2.4036634440000002</c:v>
                </c:pt>
                <c:pt idx="1082">
                  <c:v>2.2957693639999999</c:v>
                </c:pt>
                <c:pt idx="1083">
                  <c:v>2.1785456839999999</c:v>
                </c:pt>
                <c:pt idx="1084">
                  <c:v>2.0593463240000003</c:v>
                </c:pt>
                <c:pt idx="1085">
                  <c:v>2.0141252039999999</c:v>
                </c:pt>
                <c:pt idx="1086">
                  <c:v>1.9465130440000002</c:v>
                </c:pt>
                <c:pt idx="1087">
                  <c:v>1.8437776840000002</c:v>
                </c:pt>
                <c:pt idx="1088">
                  <c:v>1.734786004</c:v>
                </c:pt>
                <c:pt idx="1089">
                  <c:v>1.630733524</c:v>
                </c:pt>
                <c:pt idx="1090">
                  <c:v>1.5579626440000003</c:v>
                </c:pt>
                <c:pt idx="1091">
                  <c:v>1.4667520840000001</c:v>
                </c:pt>
                <c:pt idx="1092">
                  <c:v>1.3855296840000002</c:v>
                </c:pt>
                <c:pt idx="1093">
                  <c:v>1.3101245639999999</c:v>
                </c:pt>
                <c:pt idx="1094">
                  <c:v>1.2504151240000001</c:v>
                </c:pt>
                <c:pt idx="1095">
                  <c:v>1.2238532040000001</c:v>
                </c:pt>
                <c:pt idx="1096">
                  <c:v>1.2636960840000002</c:v>
                </c:pt>
                <c:pt idx="1097">
                  <c:v>1.2585373640000002</c:v>
                </c:pt>
                <c:pt idx="1098">
                  <c:v>1.2035476040000002</c:v>
                </c:pt>
                <c:pt idx="1099">
                  <c:v>1.159533844</c:v>
                </c:pt>
                <c:pt idx="1100">
                  <c:v>1.110032084</c:v>
                </c:pt>
                <c:pt idx="1101">
                  <c:v>1.112885844</c:v>
                </c:pt>
                <c:pt idx="1102">
                  <c:v>1.088628884</c:v>
                </c:pt>
                <c:pt idx="1103">
                  <c:v>1.102787924</c:v>
                </c:pt>
                <c:pt idx="1104">
                  <c:v>1.0765552840000001</c:v>
                </c:pt>
              </c:numCache>
            </c:numRef>
          </c:xVal>
          <c:yVal>
            <c:numRef>
              <c:f>[1]Sheet1!$S$2:$S$1293</c:f>
              <c:numCache>
                <c:formatCode>General</c:formatCode>
                <c:ptCount val="1292"/>
                <c:pt idx="1">
                  <c:v>71.3</c:v>
                </c:pt>
                <c:pt idx="2">
                  <c:v>71.3</c:v>
                </c:pt>
                <c:pt idx="3">
                  <c:v>71.3</c:v>
                </c:pt>
                <c:pt idx="4">
                  <c:v>71.3</c:v>
                </c:pt>
                <c:pt idx="5">
                  <c:v>71.3</c:v>
                </c:pt>
                <c:pt idx="6">
                  <c:v>71.3</c:v>
                </c:pt>
                <c:pt idx="7">
                  <c:v>71.5</c:v>
                </c:pt>
                <c:pt idx="8">
                  <c:v>71.599999999999994</c:v>
                </c:pt>
                <c:pt idx="9">
                  <c:v>71.8</c:v>
                </c:pt>
                <c:pt idx="10">
                  <c:v>71.900000000000006</c:v>
                </c:pt>
                <c:pt idx="11">
                  <c:v>72.5</c:v>
                </c:pt>
                <c:pt idx="12">
                  <c:v>72.900000000000006</c:v>
                </c:pt>
                <c:pt idx="13">
                  <c:v>73.099999999999994</c:v>
                </c:pt>
                <c:pt idx="14">
                  <c:v>73</c:v>
                </c:pt>
                <c:pt idx="15">
                  <c:v>73.2</c:v>
                </c:pt>
                <c:pt idx="16">
                  <c:v>73.3</c:v>
                </c:pt>
                <c:pt idx="17">
                  <c:v>73.400000000000006</c:v>
                </c:pt>
                <c:pt idx="18">
                  <c:v>73.5</c:v>
                </c:pt>
                <c:pt idx="19">
                  <c:v>73.400000000000006</c:v>
                </c:pt>
                <c:pt idx="20">
                  <c:v>73.400000000000006</c:v>
                </c:pt>
                <c:pt idx="21">
                  <c:v>73.5</c:v>
                </c:pt>
                <c:pt idx="22">
                  <c:v>73.600000000000009</c:v>
                </c:pt>
                <c:pt idx="23">
                  <c:v>73.7</c:v>
                </c:pt>
                <c:pt idx="24">
                  <c:v>73.7</c:v>
                </c:pt>
                <c:pt idx="25">
                  <c:v>73.7</c:v>
                </c:pt>
                <c:pt idx="26">
                  <c:v>73.7</c:v>
                </c:pt>
                <c:pt idx="27">
                  <c:v>73.7</c:v>
                </c:pt>
                <c:pt idx="28">
                  <c:v>73.7</c:v>
                </c:pt>
                <c:pt idx="29">
                  <c:v>73.8</c:v>
                </c:pt>
                <c:pt idx="30">
                  <c:v>73.7</c:v>
                </c:pt>
                <c:pt idx="31">
                  <c:v>73.7</c:v>
                </c:pt>
                <c:pt idx="32">
                  <c:v>73.8</c:v>
                </c:pt>
                <c:pt idx="33">
                  <c:v>73.8</c:v>
                </c:pt>
                <c:pt idx="34">
                  <c:v>73.8</c:v>
                </c:pt>
                <c:pt idx="35">
                  <c:v>73.8</c:v>
                </c:pt>
                <c:pt idx="36">
                  <c:v>73.8</c:v>
                </c:pt>
                <c:pt idx="37">
                  <c:v>73.7</c:v>
                </c:pt>
                <c:pt idx="38">
                  <c:v>73.8</c:v>
                </c:pt>
                <c:pt idx="39">
                  <c:v>73.899999999999991</c:v>
                </c:pt>
                <c:pt idx="40">
                  <c:v>73.899999999999991</c:v>
                </c:pt>
                <c:pt idx="41">
                  <c:v>74</c:v>
                </c:pt>
                <c:pt idx="42">
                  <c:v>74</c:v>
                </c:pt>
                <c:pt idx="43">
                  <c:v>74</c:v>
                </c:pt>
                <c:pt idx="44">
                  <c:v>74</c:v>
                </c:pt>
                <c:pt idx="45">
                  <c:v>74</c:v>
                </c:pt>
                <c:pt idx="46">
                  <c:v>74</c:v>
                </c:pt>
                <c:pt idx="47">
                  <c:v>73.8</c:v>
                </c:pt>
                <c:pt idx="48">
                  <c:v>73.8</c:v>
                </c:pt>
                <c:pt idx="49">
                  <c:v>73.8</c:v>
                </c:pt>
                <c:pt idx="50">
                  <c:v>73.8</c:v>
                </c:pt>
                <c:pt idx="51">
                  <c:v>73.7</c:v>
                </c:pt>
                <c:pt idx="52">
                  <c:v>73.8</c:v>
                </c:pt>
                <c:pt idx="53">
                  <c:v>73.7</c:v>
                </c:pt>
                <c:pt idx="54">
                  <c:v>73.7</c:v>
                </c:pt>
                <c:pt idx="55">
                  <c:v>73.600000000000009</c:v>
                </c:pt>
                <c:pt idx="56">
                  <c:v>73.600000000000009</c:v>
                </c:pt>
                <c:pt idx="57">
                  <c:v>73.400000000000006</c:v>
                </c:pt>
                <c:pt idx="58">
                  <c:v>73.400000000000006</c:v>
                </c:pt>
                <c:pt idx="59">
                  <c:v>73.3</c:v>
                </c:pt>
                <c:pt idx="60">
                  <c:v>73.3</c:v>
                </c:pt>
                <c:pt idx="61">
                  <c:v>73.2</c:v>
                </c:pt>
                <c:pt idx="62">
                  <c:v>73</c:v>
                </c:pt>
                <c:pt idx="63">
                  <c:v>73.099999999999994</c:v>
                </c:pt>
                <c:pt idx="64">
                  <c:v>73.099999999999994</c:v>
                </c:pt>
                <c:pt idx="65">
                  <c:v>72.900000000000006</c:v>
                </c:pt>
                <c:pt idx="66">
                  <c:v>72.8</c:v>
                </c:pt>
                <c:pt idx="67">
                  <c:v>72.8</c:v>
                </c:pt>
                <c:pt idx="68">
                  <c:v>72.599999999999994</c:v>
                </c:pt>
                <c:pt idx="69">
                  <c:v>72.599999999999994</c:v>
                </c:pt>
                <c:pt idx="70">
                  <c:v>72.300000000000011</c:v>
                </c:pt>
                <c:pt idx="71">
                  <c:v>72.2</c:v>
                </c:pt>
                <c:pt idx="72">
                  <c:v>71.8</c:v>
                </c:pt>
                <c:pt idx="73">
                  <c:v>72</c:v>
                </c:pt>
                <c:pt idx="74">
                  <c:v>71.900000000000006</c:v>
                </c:pt>
                <c:pt idx="75">
                  <c:v>71.900000000000006</c:v>
                </c:pt>
                <c:pt idx="76">
                  <c:v>71.900000000000006</c:v>
                </c:pt>
                <c:pt idx="77">
                  <c:v>71.599999999999994</c:v>
                </c:pt>
                <c:pt idx="78">
                  <c:v>71.5</c:v>
                </c:pt>
                <c:pt idx="79">
                  <c:v>71.7</c:v>
                </c:pt>
                <c:pt idx="80">
                  <c:v>71.399999999999991</c:v>
                </c:pt>
                <c:pt idx="81">
                  <c:v>71.5</c:v>
                </c:pt>
                <c:pt idx="82">
                  <c:v>71.3</c:v>
                </c:pt>
                <c:pt idx="83">
                  <c:v>71.3</c:v>
                </c:pt>
                <c:pt idx="84">
                  <c:v>71.2</c:v>
                </c:pt>
                <c:pt idx="85">
                  <c:v>71.2</c:v>
                </c:pt>
                <c:pt idx="86">
                  <c:v>71.2</c:v>
                </c:pt>
                <c:pt idx="87">
                  <c:v>71.3</c:v>
                </c:pt>
                <c:pt idx="88">
                  <c:v>71.5</c:v>
                </c:pt>
                <c:pt idx="89">
                  <c:v>71.399999999999991</c:v>
                </c:pt>
                <c:pt idx="90">
                  <c:v>71.399999999999991</c:v>
                </c:pt>
                <c:pt idx="91">
                  <c:v>71.5</c:v>
                </c:pt>
                <c:pt idx="92">
                  <c:v>72</c:v>
                </c:pt>
                <c:pt idx="93">
                  <c:v>72.300000000000011</c:v>
                </c:pt>
                <c:pt idx="94">
                  <c:v>72.8</c:v>
                </c:pt>
                <c:pt idx="95">
                  <c:v>72.8</c:v>
                </c:pt>
                <c:pt idx="96">
                  <c:v>73</c:v>
                </c:pt>
                <c:pt idx="97">
                  <c:v>73.2</c:v>
                </c:pt>
                <c:pt idx="98">
                  <c:v>73.2</c:v>
                </c:pt>
                <c:pt idx="99">
                  <c:v>73.3</c:v>
                </c:pt>
                <c:pt idx="100">
                  <c:v>73.2</c:v>
                </c:pt>
                <c:pt idx="101">
                  <c:v>73.400000000000006</c:v>
                </c:pt>
                <c:pt idx="102">
                  <c:v>73.600000000000009</c:v>
                </c:pt>
                <c:pt idx="103">
                  <c:v>73.5</c:v>
                </c:pt>
                <c:pt idx="104">
                  <c:v>73.600000000000009</c:v>
                </c:pt>
                <c:pt idx="105">
                  <c:v>73.7</c:v>
                </c:pt>
                <c:pt idx="106">
                  <c:v>73.7</c:v>
                </c:pt>
                <c:pt idx="107">
                  <c:v>73.600000000000009</c:v>
                </c:pt>
                <c:pt idx="108">
                  <c:v>73.5</c:v>
                </c:pt>
                <c:pt idx="109">
                  <c:v>73.600000000000009</c:v>
                </c:pt>
                <c:pt idx="110">
                  <c:v>73.7</c:v>
                </c:pt>
                <c:pt idx="111">
                  <c:v>73.8</c:v>
                </c:pt>
                <c:pt idx="112">
                  <c:v>73.8</c:v>
                </c:pt>
                <c:pt idx="113">
                  <c:v>73.8</c:v>
                </c:pt>
                <c:pt idx="114">
                  <c:v>73.600000000000009</c:v>
                </c:pt>
                <c:pt idx="115">
                  <c:v>73.600000000000009</c:v>
                </c:pt>
                <c:pt idx="116">
                  <c:v>73.8</c:v>
                </c:pt>
                <c:pt idx="117">
                  <c:v>73.7</c:v>
                </c:pt>
                <c:pt idx="118">
                  <c:v>73.7</c:v>
                </c:pt>
                <c:pt idx="119">
                  <c:v>73.600000000000009</c:v>
                </c:pt>
                <c:pt idx="120">
                  <c:v>73.5</c:v>
                </c:pt>
                <c:pt idx="121">
                  <c:v>73.7</c:v>
                </c:pt>
                <c:pt idx="122">
                  <c:v>73.8</c:v>
                </c:pt>
                <c:pt idx="123">
                  <c:v>73.8</c:v>
                </c:pt>
                <c:pt idx="124">
                  <c:v>73.7</c:v>
                </c:pt>
                <c:pt idx="125">
                  <c:v>73.8</c:v>
                </c:pt>
                <c:pt idx="126">
                  <c:v>73.899999999999991</c:v>
                </c:pt>
                <c:pt idx="127">
                  <c:v>73.899999999999991</c:v>
                </c:pt>
                <c:pt idx="128">
                  <c:v>74</c:v>
                </c:pt>
                <c:pt idx="129">
                  <c:v>73.8</c:v>
                </c:pt>
                <c:pt idx="130">
                  <c:v>73.8</c:v>
                </c:pt>
                <c:pt idx="131">
                  <c:v>73.8</c:v>
                </c:pt>
                <c:pt idx="132">
                  <c:v>73.8</c:v>
                </c:pt>
                <c:pt idx="133">
                  <c:v>73.8</c:v>
                </c:pt>
                <c:pt idx="134">
                  <c:v>73.8</c:v>
                </c:pt>
                <c:pt idx="135">
                  <c:v>73.7</c:v>
                </c:pt>
                <c:pt idx="136">
                  <c:v>73.8</c:v>
                </c:pt>
                <c:pt idx="137">
                  <c:v>73.7</c:v>
                </c:pt>
                <c:pt idx="138">
                  <c:v>73.400000000000006</c:v>
                </c:pt>
                <c:pt idx="139">
                  <c:v>73.400000000000006</c:v>
                </c:pt>
                <c:pt idx="140">
                  <c:v>73.400000000000006</c:v>
                </c:pt>
                <c:pt idx="141">
                  <c:v>73.3</c:v>
                </c:pt>
                <c:pt idx="142">
                  <c:v>73.3</c:v>
                </c:pt>
                <c:pt idx="143">
                  <c:v>73.3</c:v>
                </c:pt>
                <c:pt idx="144">
                  <c:v>72.900000000000006</c:v>
                </c:pt>
                <c:pt idx="145">
                  <c:v>72.8</c:v>
                </c:pt>
                <c:pt idx="146">
                  <c:v>72.699999999999989</c:v>
                </c:pt>
                <c:pt idx="147">
                  <c:v>72.699999999999989</c:v>
                </c:pt>
                <c:pt idx="148">
                  <c:v>72.599999999999994</c:v>
                </c:pt>
                <c:pt idx="149">
                  <c:v>72.400000000000006</c:v>
                </c:pt>
                <c:pt idx="150">
                  <c:v>72.2</c:v>
                </c:pt>
                <c:pt idx="151">
                  <c:v>71.900000000000006</c:v>
                </c:pt>
                <c:pt idx="152">
                  <c:v>71.900000000000006</c:v>
                </c:pt>
                <c:pt idx="153">
                  <c:v>71.599999999999994</c:v>
                </c:pt>
                <c:pt idx="154">
                  <c:v>71.7</c:v>
                </c:pt>
                <c:pt idx="155">
                  <c:v>71.399999999999991</c:v>
                </c:pt>
                <c:pt idx="156">
                  <c:v>71.2</c:v>
                </c:pt>
                <c:pt idx="157">
                  <c:v>71</c:v>
                </c:pt>
                <c:pt idx="158">
                  <c:v>70.900000000000006</c:v>
                </c:pt>
                <c:pt idx="159">
                  <c:v>71</c:v>
                </c:pt>
                <c:pt idx="160">
                  <c:v>70.7</c:v>
                </c:pt>
                <c:pt idx="161">
                  <c:v>70.8</c:v>
                </c:pt>
                <c:pt idx="162">
                  <c:v>70.599999999999994</c:v>
                </c:pt>
                <c:pt idx="163">
                  <c:v>70.400000000000006</c:v>
                </c:pt>
                <c:pt idx="164">
                  <c:v>70.5</c:v>
                </c:pt>
                <c:pt idx="165">
                  <c:v>70.400000000000006</c:v>
                </c:pt>
                <c:pt idx="166">
                  <c:v>70.400000000000006</c:v>
                </c:pt>
                <c:pt idx="167">
                  <c:v>70.5</c:v>
                </c:pt>
                <c:pt idx="168">
                  <c:v>70.7</c:v>
                </c:pt>
                <c:pt idx="169">
                  <c:v>70.7</c:v>
                </c:pt>
                <c:pt idx="170">
                  <c:v>71</c:v>
                </c:pt>
                <c:pt idx="171">
                  <c:v>71.399999999999991</c:v>
                </c:pt>
                <c:pt idx="172">
                  <c:v>71.5</c:v>
                </c:pt>
                <c:pt idx="173">
                  <c:v>71.900000000000006</c:v>
                </c:pt>
                <c:pt idx="174">
                  <c:v>72.2</c:v>
                </c:pt>
                <c:pt idx="175">
                  <c:v>72.5</c:v>
                </c:pt>
                <c:pt idx="176">
                  <c:v>72.699999999999989</c:v>
                </c:pt>
                <c:pt idx="177">
                  <c:v>72.8</c:v>
                </c:pt>
                <c:pt idx="178">
                  <c:v>73</c:v>
                </c:pt>
                <c:pt idx="179">
                  <c:v>73.099999999999994</c:v>
                </c:pt>
                <c:pt idx="180">
                  <c:v>73.400000000000006</c:v>
                </c:pt>
                <c:pt idx="181">
                  <c:v>73.3</c:v>
                </c:pt>
                <c:pt idx="182">
                  <c:v>73.400000000000006</c:v>
                </c:pt>
                <c:pt idx="183">
                  <c:v>73.600000000000009</c:v>
                </c:pt>
                <c:pt idx="184">
                  <c:v>73.400000000000006</c:v>
                </c:pt>
                <c:pt idx="185">
                  <c:v>73.600000000000009</c:v>
                </c:pt>
                <c:pt idx="186">
                  <c:v>73.600000000000009</c:v>
                </c:pt>
                <c:pt idx="187">
                  <c:v>73.600000000000009</c:v>
                </c:pt>
                <c:pt idx="188">
                  <c:v>73.600000000000009</c:v>
                </c:pt>
                <c:pt idx="189">
                  <c:v>73.600000000000009</c:v>
                </c:pt>
                <c:pt idx="190">
                  <c:v>73.5</c:v>
                </c:pt>
                <c:pt idx="191">
                  <c:v>73.5</c:v>
                </c:pt>
                <c:pt idx="192">
                  <c:v>73.400000000000006</c:v>
                </c:pt>
                <c:pt idx="193">
                  <c:v>73.600000000000009</c:v>
                </c:pt>
                <c:pt idx="194">
                  <c:v>73.5</c:v>
                </c:pt>
                <c:pt idx="195">
                  <c:v>73.600000000000009</c:v>
                </c:pt>
                <c:pt idx="196">
                  <c:v>73.600000000000009</c:v>
                </c:pt>
                <c:pt idx="197">
                  <c:v>73.400000000000006</c:v>
                </c:pt>
                <c:pt idx="198">
                  <c:v>73.600000000000009</c:v>
                </c:pt>
                <c:pt idx="199">
                  <c:v>73.600000000000009</c:v>
                </c:pt>
                <c:pt idx="200">
                  <c:v>73.600000000000009</c:v>
                </c:pt>
                <c:pt idx="201">
                  <c:v>73.600000000000009</c:v>
                </c:pt>
                <c:pt idx="202">
                  <c:v>73.600000000000009</c:v>
                </c:pt>
                <c:pt idx="203">
                  <c:v>73.600000000000009</c:v>
                </c:pt>
                <c:pt idx="204">
                  <c:v>73.600000000000009</c:v>
                </c:pt>
                <c:pt idx="205">
                  <c:v>73.600000000000009</c:v>
                </c:pt>
                <c:pt idx="206">
                  <c:v>73.7</c:v>
                </c:pt>
                <c:pt idx="207">
                  <c:v>73.7</c:v>
                </c:pt>
                <c:pt idx="208">
                  <c:v>73.7</c:v>
                </c:pt>
                <c:pt idx="209">
                  <c:v>73.7</c:v>
                </c:pt>
                <c:pt idx="210">
                  <c:v>73.7</c:v>
                </c:pt>
                <c:pt idx="211">
                  <c:v>73.7</c:v>
                </c:pt>
                <c:pt idx="212">
                  <c:v>73.600000000000009</c:v>
                </c:pt>
                <c:pt idx="213">
                  <c:v>73.7</c:v>
                </c:pt>
                <c:pt idx="214">
                  <c:v>73.7</c:v>
                </c:pt>
                <c:pt idx="215">
                  <c:v>73.600000000000009</c:v>
                </c:pt>
                <c:pt idx="216">
                  <c:v>73.600000000000009</c:v>
                </c:pt>
                <c:pt idx="217">
                  <c:v>73.5</c:v>
                </c:pt>
                <c:pt idx="218">
                  <c:v>73.600000000000009</c:v>
                </c:pt>
                <c:pt idx="219">
                  <c:v>73.600000000000009</c:v>
                </c:pt>
                <c:pt idx="220">
                  <c:v>73.5</c:v>
                </c:pt>
                <c:pt idx="221">
                  <c:v>73.3</c:v>
                </c:pt>
                <c:pt idx="222">
                  <c:v>73.2</c:v>
                </c:pt>
                <c:pt idx="223">
                  <c:v>73.3</c:v>
                </c:pt>
                <c:pt idx="224">
                  <c:v>73.2</c:v>
                </c:pt>
                <c:pt idx="225">
                  <c:v>73.099999999999994</c:v>
                </c:pt>
                <c:pt idx="226">
                  <c:v>73.099999999999994</c:v>
                </c:pt>
                <c:pt idx="227">
                  <c:v>73.2</c:v>
                </c:pt>
                <c:pt idx="228">
                  <c:v>73.099999999999994</c:v>
                </c:pt>
                <c:pt idx="229">
                  <c:v>72.8</c:v>
                </c:pt>
                <c:pt idx="230">
                  <c:v>72.900000000000006</c:v>
                </c:pt>
                <c:pt idx="231">
                  <c:v>72.8</c:v>
                </c:pt>
                <c:pt idx="232">
                  <c:v>72.599999999999994</c:v>
                </c:pt>
                <c:pt idx="233">
                  <c:v>72.300000000000011</c:v>
                </c:pt>
                <c:pt idx="234">
                  <c:v>72.099999999999994</c:v>
                </c:pt>
                <c:pt idx="235">
                  <c:v>71.599999999999994</c:v>
                </c:pt>
                <c:pt idx="236">
                  <c:v>71.7</c:v>
                </c:pt>
                <c:pt idx="237">
                  <c:v>71.599999999999994</c:v>
                </c:pt>
                <c:pt idx="238">
                  <c:v>71.2</c:v>
                </c:pt>
                <c:pt idx="239">
                  <c:v>71.2</c:v>
                </c:pt>
                <c:pt idx="240">
                  <c:v>71.2</c:v>
                </c:pt>
                <c:pt idx="241">
                  <c:v>71.3</c:v>
                </c:pt>
                <c:pt idx="242">
                  <c:v>71.399999999999991</c:v>
                </c:pt>
                <c:pt idx="243">
                  <c:v>71.399999999999991</c:v>
                </c:pt>
                <c:pt idx="244">
                  <c:v>71.2</c:v>
                </c:pt>
                <c:pt idx="245">
                  <c:v>71.100000000000009</c:v>
                </c:pt>
                <c:pt idx="246">
                  <c:v>71.2</c:v>
                </c:pt>
                <c:pt idx="247">
                  <c:v>71.100000000000009</c:v>
                </c:pt>
                <c:pt idx="248">
                  <c:v>71</c:v>
                </c:pt>
                <c:pt idx="249">
                  <c:v>70.900000000000006</c:v>
                </c:pt>
                <c:pt idx="250">
                  <c:v>70.900000000000006</c:v>
                </c:pt>
                <c:pt idx="251">
                  <c:v>70.8</c:v>
                </c:pt>
                <c:pt idx="252">
                  <c:v>70.8</c:v>
                </c:pt>
                <c:pt idx="253">
                  <c:v>70.900000000000006</c:v>
                </c:pt>
                <c:pt idx="254">
                  <c:v>71.100000000000009</c:v>
                </c:pt>
                <c:pt idx="255">
                  <c:v>71.100000000000009</c:v>
                </c:pt>
                <c:pt idx="256">
                  <c:v>71.599999999999994</c:v>
                </c:pt>
                <c:pt idx="257">
                  <c:v>71.7</c:v>
                </c:pt>
                <c:pt idx="258">
                  <c:v>72</c:v>
                </c:pt>
                <c:pt idx="259">
                  <c:v>72.300000000000011</c:v>
                </c:pt>
                <c:pt idx="260">
                  <c:v>72.699999999999989</c:v>
                </c:pt>
                <c:pt idx="261">
                  <c:v>73</c:v>
                </c:pt>
                <c:pt idx="262">
                  <c:v>73.3</c:v>
                </c:pt>
                <c:pt idx="263">
                  <c:v>73.2</c:v>
                </c:pt>
                <c:pt idx="264">
                  <c:v>73.400000000000006</c:v>
                </c:pt>
                <c:pt idx="265">
                  <c:v>73.5</c:v>
                </c:pt>
                <c:pt idx="266">
                  <c:v>73.600000000000009</c:v>
                </c:pt>
                <c:pt idx="267">
                  <c:v>73.600000000000009</c:v>
                </c:pt>
                <c:pt idx="268">
                  <c:v>73.8</c:v>
                </c:pt>
                <c:pt idx="269">
                  <c:v>73.600000000000009</c:v>
                </c:pt>
                <c:pt idx="270">
                  <c:v>73.600000000000009</c:v>
                </c:pt>
                <c:pt idx="271">
                  <c:v>73.8</c:v>
                </c:pt>
                <c:pt idx="272">
                  <c:v>73.8</c:v>
                </c:pt>
                <c:pt idx="273">
                  <c:v>73.899999999999991</c:v>
                </c:pt>
                <c:pt idx="274">
                  <c:v>74</c:v>
                </c:pt>
                <c:pt idx="275">
                  <c:v>73.899999999999991</c:v>
                </c:pt>
                <c:pt idx="276">
                  <c:v>73.7</c:v>
                </c:pt>
                <c:pt idx="277">
                  <c:v>73.7</c:v>
                </c:pt>
                <c:pt idx="278">
                  <c:v>73.899999999999991</c:v>
                </c:pt>
                <c:pt idx="279">
                  <c:v>73.8</c:v>
                </c:pt>
                <c:pt idx="280">
                  <c:v>73.5</c:v>
                </c:pt>
                <c:pt idx="281">
                  <c:v>73.7</c:v>
                </c:pt>
                <c:pt idx="282">
                  <c:v>73.7</c:v>
                </c:pt>
                <c:pt idx="283">
                  <c:v>73.8</c:v>
                </c:pt>
                <c:pt idx="284">
                  <c:v>73.8</c:v>
                </c:pt>
                <c:pt idx="285">
                  <c:v>73.899999999999991</c:v>
                </c:pt>
                <c:pt idx="286">
                  <c:v>73.8</c:v>
                </c:pt>
                <c:pt idx="287">
                  <c:v>73.8</c:v>
                </c:pt>
                <c:pt idx="288">
                  <c:v>73.899999999999991</c:v>
                </c:pt>
                <c:pt idx="289">
                  <c:v>73.899999999999991</c:v>
                </c:pt>
                <c:pt idx="290">
                  <c:v>73.899999999999991</c:v>
                </c:pt>
                <c:pt idx="291">
                  <c:v>73.899999999999991</c:v>
                </c:pt>
                <c:pt idx="292">
                  <c:v>73.899999999999991</c:v>
                </c:pt>
                <c:pt idx="293">
                  <c:v>73.899999999999991</c:v>
                </c:pt>
                <c:pt idx="294">
                  <c:v>74</c:v>
                </c:pt>
                <c:pt idx="295">
                  <c:v>73.899999999999991</c:v>
                </c:pt>
                <c:pt idx="296">
                  <c:v>73.899999999999991</c:v>
                </c:pt>
                <c:pt idx="297">
                  <c:v>74</c:v>
                </c:pt>
                <c:pt idx="298">
                  <c:v>73.899999999999991</c:v>
                </c:pt>
                <c:pt idx="299">
                  <c:v>73.7</c:v>
                </c:pt>
                <c:pt idx="300">
                  <c:v>73.8</c:v>
                </c:pt>
                <c:pt idx="301">
                  <c:v>73.8</c:v>
                </c:pt>
                <c:pt idx="302">
                  <c:v>73.7</c:v>
                </c:pt>
                <c:pt idx="303">
                  <c:v>73.7</c:v>
                </c:pt>
                <c:pt idx="304">
                  <c:v>73.7</c:v>
                </c:pt>
                <c:pt idx="305">
                  <c:v>73.5</c:v>
                </c:pt>
                <c:pt idx="306">
                  <c:v>73.5</c:v>
                </c:pt>
                <c:pt idx="307">
                  <c:v>73.5</c:v>
                </c:pt>
                <c:pt idx="308">
                  <c:v>73.400000000000006</c:v>
                </c:pt>
                <c:pt idx="309">
                  <c:v>73.400000000000006</c:v>
                </c:pt>
                <c:pt idx="310">
                  <c:v>73.400000000000006</c:v>
                </c:pt>
                <c:pt idx="311">
                  <c:v>73.2</c:v>
                </c:pt>
                <c:pt idx="312">
                  <c:v>73.2</c:v>
                </c:pt>
                <c:pt idx="313">
                  <c:v>73</c:v>
                </c:pt>
                <c:pt idx="314">
                  <c:v>72.699999999999989</c:v>
                </c:pt>
                <c:pt idx="315">
                  <c:v>72.400000000000006</c:v>
                </c:pt>
                <c:pt idx="316">
                  <c:v>72.300000000000011</c:v>
                </c:pt>
                <c:pt idx="317">
                  <c:v>72.2</c:v>
                </c:pt>
                <c:pt idx="318">
                  <c:v>72.099999999999994</c:v>
                </c:pt>
                <c:pt idx="319">
                  <c:v>71.900000000000006</c:v>
                </c:pt>
                <c:pt idx="320">
                  <c:v>71.8</c:v>
                </c:pt>
                <c:pt idx="321">
                  <c:v>71.5</c:v>
                </c:pt>
                <c:pt idx="322">
                  <c:v>71.5</c:v>
                </c:pt>
                <c:pt idx="323">
                  <c:v>71.399999999999991</c:v>
                </c:pt>
                <c:pt idx="324">
                  <c:v>71.399999999999991</c:v>
                </c:pt>
                <c:pt idx="325">
                  <c:v>71.2</c:v>
                </c:pt>
                <c:pt idx="326">
                  <c:v>71.2</c:v>
                </c:pt>
                <c:pt idx="327">
                  <c:v>71.100000000000009</c:v>
                </c:pt>
                <c:pt idx="328">
                  <c:v>71</c:v>
                </c:pt>
                <c:pt idx="329">
                  <c:v>71</c:v>
                </c:pt>
                <c:pt idx="330">
                  <c:v>70.7</c:v>
                </c:pt>
                <c:pt idx="331">
                  <c:v>70.8</c:v>
                </c:pt>
                <c:pt idx="332">
                  <c:v>70.599999999999994</c:v>
                </c:pt>
                <c:pt idx="333">
                  <c:v>70.599999999999994</c:v>
                </c:pt>
                <c:pt idx="334">
                  <c:v>70.599999999999994</c:v>
                </c:pt>
                <c:pt idx="335">
                  <c:v>70.7</c:v>
                </c:pt>
                <c:pt idx="336">
                  <c:v>70.900000000000006</c:v>
                </c:pt>
                <c:pt idx="337">
                  <c:v>71.2</c:v>
                </c:pt>
                <c:pt idx="338">
                  <c:v>71.5</c:v>
                </c:pt>
                <c:pt idx="339">
                  <c:v>71.599999999999994</c:v>
                </c:pt>
                <c:pt idx="340">
                  <c:v>71.900000000000006</c:v>
                </c:pt>
                <c:pt idx="341">
                  <c:v>72.300000000000011</c:v>
                </c:pt>
                <c:pt idx="342">
                  <c:v>72.5</c:v>
                </c:pt>
                <c:pt idx="343">
                  <c:v>72.599999999999994</c:v>
                </c:pt>
                <c:pt idx="344">
                  <c:v>72.8</c:v>
                </c:pt>
                <c:pt idx="345">
                  <c:v>72.900000000000006</c:v>
                </c:pt>
                <c:pt idx="346">
                  <c:v>73.099999999999994</c:v>
                </c:pt>
                <c:pt idx="347">
                  <c:v>73</c:v>
                </c:pt>
                <c:pt idx="348">
                  <c:v>73.2</c:v>
                </c:pt>
                <c:pt idx="349">
                  <c:v>73.2</c:v>
                </c:pt>
                <c:pt idx="350">
                  <c:v>73.3</c:v>
                </c:pt>
                <c:pt idx="351">
                  <c:v>73.3</c:v>
                </c:pt>
                <c:pt idx="352">
                  <c:v>73.099999999999994</c:v>
                </c:pt>
                <c:pt idx="353">
                  <c:v>73.3</c:v>
                </c:pt>
                <c:pt idx="354">
                  <c:v>73.3</c:v>
                </c:pt>
                <c:pt idx="355">
                  <c:v>73.3</c:v>
                </c:pt>
                <c:pt idx="356">
                  <c:v>73.2</c:v>
                </c:pt>
                <c:pt idx="357">
                  <c:v>73.400000000000006</c:v>
                </c:pt>
                <c:pt idx="358">
                  <c:v>73.5</c:v>
                </c:pt>
                <c:pt idx="359">
                  <c:v>73.5</c:v>
                </c:pt>
                <c:pt idx="360">
                  <c:v>73.3</c:v>
                </c:pt>
                <c:pt idx="361">
                  <c:v>73.3</c:v>
                </c:pt>
                <c:pt idx="362">
                  <c:v>73.400000000000006</c:v>
                </c:pt>
                <c:pt idx="363">
                  <c:v>73.3</c:v>
                </c:pt>
                <c:pt idx="364">
                  <c:v>73.3</c:v>
                </c:pt>
                <c:pt idx="365">
                  <c:v>73.400000000000006</c:v>
                </c:pt>
                <c:pt idx="366">
                  <c:v>73.3</c:v>
                </c:pt>
                <c:pt idx="367">
                  <c:v>73.3</c:v>
                </c:pt>
                <c:pt idx="368">
                  <c:v>73.400000000000006</c:v>
                </c:pt>
                <c:pt idx="369">
                  <c:v>73.400000000000006</c:v>
                </c:pt>
                <c:pt idx="370">
                  <c:v>73.400000000000006</c:v>
                </c:pt>
                <c:pt idx="371">
                  <c:v>73.400000000000006</c:v>
                </c:pt>
                <c:pt idx="372">
                  <c:v>73.400000000000006</c:v>
                </c:pt>
                <c:pt idx="373">
                  <c:v>73.5</c:v>
                </c:pt>
                <c:pt idx="374">
                  <c:v>73.5</c:v>
                </c:pt>
                <c:pt idx="375">
                  <c:v>73.600000000000009</c:v>
                </c:pt>
                <c:pt idx="376">
                  <c:v>73.7</c:v>
                </c:pt>
                <c:pt idx="377">
                  <c:v>73.600000000000009</c:v>
                </c:pt>
                <c:pt idx="378">
                  <c:v>73.600000000000009</c:v>
                </c:pt>
                <c:pt idx="379">
                  <c:v>73.7</c:v>
                </c:pt>
                <c:pt idx="380">
                  <c:v>73.600000000000009</c:v>
                </c:pt>
                <c:pt idx="381">
                  <c:v>73.400000000000006</c:v>
                </c:pt>
                <c:pt idx="382">
                  <c:v>73.400000000000006</c:v>
                </c:pt>
                <c:pt idx="383">
                  <c:v>73.400000000000006</c:v>
                </c:pt>
                <c:pt idx="384">
                  <c:v>73.2</c:v>
                </c:pt>
                <c:pt idx="385">
                  <c:v>73.3</c:v>
                </c:pt>
                <c:pt idx="386">
                  <c:v>73.2</c:v>
                </c:pt>
                <c:pt idx="387">
                  <c:v>73.099999999999994</c:v>
                </c:pt>
                <c:pt idx="388">
                  <c:v>73.099999999999994</c:v>
                </c:pt>
                <c:pt idx="389">
                  <c:v>72.900000000000006</c:v>
                </c:pt>
                <c:pt idx="390">
                  <c:v>72.8</c:v>
                </c:pt>
                <c:pt idx="391">
                  <c:v>72.599999999999994</c:v>
                </c:pt>
                <c:pt idx="392">
                  <c:v>72.699999999999989</c:v>
                </c:pt>
                <c:pt idx="393">
                  <c:v>72.699999999999989</c:v>
                </c:pt>
                <c:pt idx="394">
                  <c:v>72.400000000000006</c:v>
                </c:pt>
                <c:pt idx="395">
                  <c:v>72.2</c:v>
                </c:pt>
                <c:pt idx="396">
                  <c:v>72.2</c:v>
                </c:pt>
                <c:pt idx="397">
                  <c:v>72</c:v>
                </c:pt>
                <c:pt idx="398">
                  <c:v>71.8</c:v>
                </c:pt>
                <c:pt idx="399">
                  <c:v>71.5</c:v>
                </c:pt>
                <c:pt idx="400">
                  <c:v>71.2</c:v>
                </c:pt>
                <c:pt idx="401">
                  <c:v>71.100000000000009</c:v>
                </c:pt>
                <c:pt idx="402">
                  <c:v>70.900000000000006</c:v>
                </c:pt>
                <c:pt idx="403">
                  <c:v>70.599999999999994</c:v>
                </c:pt>
                <c:pt idx="404">
                  <c:v>70.5</c:v>
                </c:pt>
                <c:pt idx="405">
                  <c:v>70.599999999999994</c:v>
                </c:pt>
                <c:pt idx="406">
                  <c:v>70.5</c:v>
                </c:pt>
                <c:pt idx="407">
                  <c:v>70.5</c:v>
                </c:pt>
                <c:pt idx="408">
                  <c:v>70.5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C4-47F9-8EDE-6A8F8C55ECDD}"/>
            </c:ext>
          </c:extLst>
        </c:ser>
        <c:ser>
          <c:idx val="2"/>
          <c:order val="1"/>
          <c:tx>
            <c:strRef>
              <c:f>[1]Sheet1!$T$1</c:f>
              <c:strCache>
                <c:ptCount val="1"/>
                <c:pt idx="0">
                  <c:v>B: 90mm</c:v>
                </c:pt>
              </c:strCache>
            </c:strRef>
          </c:tx>
          <c:spPr>
            <a:ln w="508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>
                <a:solidFill>
                  <a:schemeClr val="accent6"/>
                </a:solidFill>
              </a:ln>
            </c:spPr>
          </c:marker>
          <c:xVal>
            <c:numRef>
              <c:f>[1]Sheet1!$K$2:$K$1293</c:f>
              <c:numCache>
                <c:formatCode>General</c:formatCode>
                <c:ptCount val="1292"/>
                <c:pt idx="1">
                  <c:v>2.8908880840000002</c:v>
                </c:pt>
                <c:pt idx="2">
                  <c:v>2.8439108040000001</c:v>
                </c:pt>
                <c:pt idx="3">
                  <c:v>2.8506061640000002</c:v>
                </c:pt>
                <c:pt idx="4">
                  <c:v>2.8652042440000005</c:v>
                </c:pt>
                <c:pt idx="5">
                  <c:v>2.8933028040000002</c:v>
                </c:pt>
                <c:pt idx="6">
                  <c:v>2.9970260040000003</c:v>
                </c:pt>
                <c:pt idx="7">
                  <c:v>3.2286196040000004</c:v>
                </c:pt>
                <c:pt idx="8">
                  <c:v>3.5602045640000002</c:v>
                </c:pt>
                <c:pt idx="9">
                  <c:v>3.985195284</c:v>
                </c:pt>
                <c:pt idx="10">
                  <c:v>4.3590378440000004</c:v>
                </c:pt>
                <c:pt idx="11">
                  <c:v>4.7082941640000007</c:v>
                </c:pt>
                <c:pt idx="12">
                  <c:v>5.0393303239999998</c:v>
                </c:pt>
                <c:pt idx="13">
                  <c:v>5.3596100040000003</c:v>
                </c:pt>
                <c:pt idx="14">
                  <c:v>5.715012884000001</c:v>
                </c:pt>
                <c:pt idx="15">
                  <c:v>6.1435159240000008</c:v>
                </c:pt>
                <c:pt idx="16">
                  <c:v>6.6588391240000009</c:v>
                </c:pt>
                <c:pt idx="17">
                  <c:v>7.2560432840000004</c:v>
                </c:pt>
                <c:pt idx="18">
                  <c:v>7.9614708040000002</c:v>
                </c:pt>
                <c:pt idx="19">
                  <c:v>8.6940090440000013</c:v>
                </c:pt>
                <c:pt idx="20">
                  <c:v>9.4550848840000015</c:v>
                </c:pt>
                <c:pt idx="21">
                  <c:v>10.233502804</c:v>
                </c:pt>
                <c:pt idx="22">
                  <c:v>10.997212884</c:v>
                </c:pt>
                <c:pt idx="23">
                  <c:v>11.780021204000002</c:v>
                </c:pt>
                <c:pt idx="24">
                  <c:v>12.636368724</c:v>
                </c:pt>
                <c:pt idx="25">
                  <c:v>13.668222484000001</c:v>
                </c:pt>
                <c:pt idx="26">
                  <c:v>14.962731924000002</c:v>
                </c:pt>
                <c:pt idx="27">
                  <c:v>16.438235604000003</c:v>
                </c:pt>
                <c:pt idx="28">
                  <c:v>17.921202964000003</c:v>
                </c:pt>
                <c:pt idx="29">
                  <c:v>19.250506324</c:v>
                </c:pt>
                <c:pt idx="30">
                  <c:v>20.343057364</c:v>
                </c:pt>
                <c:pt idx="31">
                  <c:v>21.191502163999999</c:v>
                </c:pt>
                <c:pt idx="32">
                  <c:v>21.925686804000001</c:v>
                </c:pt>
                <c:pt idx="33">
                  <c:v>22.669859603999999</c:v>
                </c:pt>
                <c:pt idx="34">
                  <c:v>23.491742484000003</c:v>
                </c:pt>
                <c:pt idx="35">
                  <c:v>24.363785684000003</c:v>
                </c:pt>
                <c:pt idx="36">
                  <c:v>25.247024404000001</c:v>
                </c:pt>
                <c:pt idx="37">
                  <c:v>26.046296724000001</c:v>
                </c:pt>
                <c:pt idx="38">
                  <c:v>26.601572564000001</c:v>
                </c:pt>
                <c:pt idx="39">
                  <c:v>26.937657684000005</c:v>
                </c:pt>
                <c:pt idx="40">
                  <c:v>27.149494484000002</c:v>
                </c:pt>
                <c:pt idx="41">
                  <c:v>27.320171284000001</c:v>
                </c:pt>
                <c:pt idx="42">
                  <c:v>27.593034643999999</c:v>
                </c:pt>
                <c:pt idx="43">
                  <c:v>27.885874324</c:v>
                </c:pt>
                <c:pt idx="44">
                  <c:v>28.192982804</c:v>
                </c:pt>
                <c:pt idx="45">
                  <c:v>28.457065364000002</c:v>
                </c:pt>
                <c:pt idx="46">
                  <c:v>28.649364884000004</c:v>
                </c:pt>
                <c:pt idx="47">
                  <c:v>28.710940244000003</c:v>
                </c:pt>
                <c:pt idx="48">
                  <c:v>28.728062804000004</c:v>
                </c:pt>
                <c:pt idx="49">
                  <c:v>28.836066644000002</c:v>
                </c:pt>
                <c:pt idx="50">
                  <c:v>29.208372564000001</c:v>
                </c:pt>
                <c:pt idx="51">
                  <c:v>29.701634004000002</c:v>
                </c:pt>
                <c:pt idx="52">
                  <c:v>30.275239764000002</c:v>
                </c:pt>
                <c:pt idx="53">
                  <c:v>30.851479764000004</c:v>
                </c:pt>
                <c:pt idx="54">
                  <c:v>31.245408404000003</c:v>
                </c:pt>
                <c:pt idx="55">
                  <c:v>31.400609043999999</c:v>
                </c:pt>
                <c:pt idx="56">
                  <c:v>31.387328084000004</c:v>
                </c:pt>
                <c:pt idx="57">
                  <c:v>31.420146324000001</c:v>
                </c:pt>
                <c:pt idx="58">
                  <c:v>31.566785684000003</c:v>
                </c:pt>
                <c:pt idx="59">
                  <c:v>31.840088084000001</c:v>
                </c:pt>
                <c:pt idx="60">
                  <c:v>32.246419604000003</c:v>
                </c:pt>
                <c:pt idx="61">
                  <c:v>32.695777044000003</c:v>
                </c:pt>
                <c:pt idx="62">
                  <c:v>33.088498324000007</c:v>
                </c:pt>
                <c:pt idx="63">
                  <c:v>33.326787283999998</c:v>
                </c:pt>
                <c:pt idx="64">
                  <c:v>33.430181204</c:v>
                </c:pt>
                <c:pt idx="65">
                  <c:v>33.332824084000002</c:v>
                </c:pt>
                <c:pt idx="66">
                  <c:v>33.242820884000004</c:v>
                </c:pt>
                <c:pt idx="67">
                  <c:v>33.194746004000002</c:v>
                </c:pt>
                <c:pt idx="68">
                  <c:v>33.182013844000004</c:v>
                </c:pt>
                <c:pt idx="69">
                  <c:v>33.183001684000004</c:v>
                </c:pt>
                <c:pt idx="70">
                  <c:v>33.228332564000006</c:v>
                </c:pt>
                <c:pt idx="71">
                  <c:v>33.286724884000002</c:v>
                </c:pt>
                <c:pt idx="72">
                  <c:v>33.530172563999997</c:v>
                </c:pt>
                <c:pt idx="73">
                  <c:v>33.931784404000005</c:v>
                </c:pt>
                <c:pt idx="74">
                  <c:v>34.326481364000003</c:v>
                </c:pt>
                <c:pt idx="75">
                  <c:v>34.543915924000004</c:v>
                </c:pt>
                <c:pt idx="76">
                  <c:v>34.548196564000001</c:v>
                </c:pt>
                <c:pt idx="77">
                  <c:v>34.302334164000001</c:v>
                </c:pt>
                <c:pt idx="78">
                  <c:v>33.948248404000005</c:v>
                </c:pt>
                <c:pt idx="79">
                  <c:v>33.732789524000005</c:v>
                </c:pt>
                <c:pt idx="80">
                  <c:v>33.828500244000004</c:v>
                </c:pt>
                <c:pt idx="81">
                  <c:v>34.309907604000003</c:v>
                </c:pt>
                <c:pt idx="82">
                  <c:v>34.747630483999998</c:v>
                </c:pt>
                <c:pt idx="83">
                  <c:v>34.717117204000004</c:v>
                </c:pt>
                <c:pt idx="84">
                  <c:v>34.355348243999998</c:v>
                </c:pt>
                <c:pt idx="85">
                  <c:v>33.915430164</c:v>
                </c:pt>
                <c:pt idx="86">
                  <c:v>33.704471444000006</c:v>
                </c:pt>
                <c:pt idx="87">
                  <c:v>33.944845844000007</c:v>
                </c:pt>
                <c:pt idx="88">
                  <c:v>34.340750164000006</c:v>
                </c:pt>
                <c:pt idx="89">
                  <c:v>34.525476244000004</c:v>
                </c:pt>
                <c:pt idx="90">
                  <c:v>34.554891924000003</c:v>
                </c:pt>
                <c:pt idx="91">
                  <c:v>34.382568724000002</c:v>
                </c:pt>
                <c:pt idx="92">
                  <c:v>34.222648404000005</c:v>
                </c:pt>
                <c:pt idx="93">
                  <c:v>34.271272084000003</c:v>
                </c:pt>
                <c:pt idx="94">
                  <c:v>34.404191444000006</c:v>
                </c:pt>
                <c:pt idx="95">
                  <c:v>34.528330004000004</c:v>
                </c:pt>
                <c:pt idx="96">
                  <c:v>34.489584724000004</c:v>
                </c:pt>
                <c:pt idx="97">
                  <c:v>34.392886164000004</c:v>
                </c:pt>
                <c:pt idx="98">
                  <c:v>34.372909843999999</c:v>
                </c:pt>
                <c:pt idx="99">
                  <c:v>34.363360724000003</c:v>
                </c:pt>
                <c:pt idx="100">
                  <c:v>34.290699604000004</c:v>
                </c:pt>
                <c:pt idx="101">
                  <c:v>34.112778644000002</c:v>
                </c:pt>
                <c:pt idx="102">
                  <c:v>33.986774164000003</c:v>
                </c:pt>
                <c:pt idx="103">
                  <c:v>34.060423124000003</c:v>
                </c:pt>
                <c:pt idx="104">
                  <c:v>34.168756244000001</c:v>
                </c:pt>
                <c:pt idx="105">
                  <c:v>34.249320084000004</c:v>
                </c:pt>
                <c:pt idx="106">
                  <c:v>34.192025364000003</c:v>
                </c:pt>
                <c:pt idx="107">
                  <c:v>34.103339284</c:v>
                </c:pt>
                <c:pt idx="108">
                  <c:v>34.154267924000003</c:v>
                </c:pt>
                <c:pt idx="109">
                  <c:v>34.362153364000001</c:v>
                </c:pt>
                <c:pt idx="110">
                  <c:v>34.582002644000006</c:v>
                </c:pt>
                <c:pt idx="111">
                  <c:v>34.671786324000003</c:v>
                </c:pt>
                <c:pt idx="112">
                  <c:v>34.684518484000002</c:v>
                </c:pt>
                <c:pt idx="113">
                  <c:v>34.481133204000002</c:v>
                </c:pt>
                <c:pt idx="114">
                  <c:v>34.123535124</c:v>
                </c:pt>
                <c:pt idx="115">
                  <c:v>33.870648084000003</c:v>
                </c:pt>
                <c:pt idx="116">
                  <c:v>34.062618323999999</c:v>
                </c:pt>
                <c:pt idx="117">
                  <c:v>34.466315604000002</c:v>
                </c:pt>
                <c:pt idx="118">
                  <c:v>34.812718164000003</c:v>
                </c:pt>
                <c:pt idx="119">
                  <c:v>34.957272084000003</c:v>
                </c:pt>
                <c:pt idx="120">
                  <c:v>34.798449364000007</c:v>
                </c:pt>
                <c:pt idx="121">
                  <c:v>34.531403284</c:v>
                </c:pt>
                <c:pt idx="122">
                  <c:v>34.489914003999999</c:v>
                </c:pt>
                <c:pt idx="123">
                  <c:v>34.595722644000006</c:v>
                </c:pt>
                <c:pt idx="124">
                  <c:v>34.575636564000007</c:v>
                </c:pt>
                <c:pt idx="125">
                  <c:v>34.455120084000001</c:v>
                </c:pt>
                <c:pt idx="126">
                  <c:v>34.528659284</c:v>
                </c:pt>
                <c:pt idx="127">
                  <c:v>34.877037524000002</c:v>
                </c:pt>
                <c:pt idx="128">
                  <c:v>35.234196564000001</c:v>
                </c:pt>
                <c:pt idx="129">
                  <c:v>35.169218644000004</c:v>
                </c:pt>
                <c:pt idx="130">
                  <c:v>34.747520724000005</c:v>
                </c:pt>
                <c:pt idx="131">
                  <c:v>34.216721364000001</c:v>
                </c:pt>
                <c:pt idx="132">
                  <c:v>33.915210643999998</c:v>
                </c:pt>
                <c:pt idx="133">
                  <c:v>34.070082004</c:v>
                </c:pt>
                <c:pt idx="134">
                  <c:v>34.441070804000006</c:v>
                </c:pt>
                <c:pt idx="135">
                  <c:v>34.669042324000003</c:v>
                </c:pt>
                <c:pt idx="136">
                  <c:v>34.429216724</c:v>
                </c:pt>
                <c:pt idx="137">
                  <c:v>33.902149204000004</c:v>
                </c:pt>
                <c:pt idx="138">
                  <c:v>33.448181844000004</c:v>
                </c:pt>
                <c:pt idx="139">
                  <c:v>33.466841044000006</c:v>
                </c:pt>
                <c:pt idx="140">
                  <c:v>33.785474324000006</c:v>
                </c:pt>
                <c:pt idx="141">
                  <c:v>33.806658004000006</c:v>
                </c:pt>
                <c:pt idx="142">
                  <c:v>33.636420244</c:v>
                </c:pt>
                <c:pt idx="143">
                  <c:v>33.390009044000003</c:v>
                </c:pt>
                <c:pt idx="144">
                  <c:v>32.938785684000003</c:v>
                </c:pt>
                <c:pt idx="145">
                  <c:v>32.261566484000006</c:v>
                </c:pt>
                <c:pt idx="146">
                  <c:v>31.548894804</c:v>
                </c:pt>
                <c:pt idx="147">
                  <c:v>30.959703124000001</c:v>
                </c:pt>
                <c:pt idx="148">
                  <c:v>30.517370324000002</c:v>
                </c:pt>
                <c:pt idx="149">
                  <c:v>30.005888724000005</c:v>
                </c:pt>
                <c:pt idx="150">
                  <c:v>29.410440724000001</c:v>
                </c:pt>
                <c:pt idx="151">
                  <c:v>28.827615124000001</c:v>
                </c:pt>
                <c:pt idx="152">
                  <c:v>28.283644564000003</c:v>
                </c:pt>
                <c:pt idx="153">
                  <c:v>27.729027284000004</c:v>
                </c:pt>
                <c:pt idx="154">
                  <c:v>27.166726804000003</c:v>
                </c:pt>
                <c:pt idx="155">
                  <c:v>26.589938004</c:v>
                </c:pt>
                <c:pt idx="156">
                  <c:v>25.912170004</c:v>
                </c:pt>
                <c:pt idx="157">
                  <c:v>25.234511764000004</c:v>
                </c:pt>
                <c:pt idx="158">
                  <c:v>24.445995924000002</c:v>
                </c:pt>
                <c:pt idx="159">
                  <c:v>23.689749524000003</c:v>
                </c:pt>
                <c:pt idx="160">
                  <c:v>23.149181523999999</c:v>
                </c:pt>
                <c:pt idx="161">
                  <c:v>22.859854164000001</c:v>
                </c:pt>
                <c:pt idx="162">
                  <c:v>22.647029524000001</c:v>
                </c:pt>
                <c:pt idx="163">
                  <c:v>22.264625684000002</c:v>
                </c:pt>
                <c:pt idx="164">
                  <c:v>21.669287443999998</c:v>
                </c:pt>
                <c:pt idx="165">
                  <c:v>20.982080084</c:v>
                </c:pt>
                <c:pt idx="166">
                  <c:v>20.311666004000003</c:v>
                </c:pt>
                <c:pt idx="167">
                  <c:v>19.777573844000003</c:v>
                </c:pt>
                <c:pt idx="168">
                  <c:v>19.437647124000001</c:v>
                </c:pt>
                <c:pt idx="169">
                  <c:v>19.148649043999999</c:v>
                </c:pt>
                <c:pt idx="170">
                  <c:v>18.894993683999999</c:v>
                </c:pt>
                <c:pt idx="171">
                  <c:v>18.631130644000002</c:v>
                </c:pt>
                <c:pt idx="172">
                  <c:v>18.297679764000002</c:v>
                </c:pt>
                <c:pt idx="173">
                  <c:v>17.845358804</c:v>
                </c:pt>
                <c:pt idx="174">
                  <c:v>17.303802963999999</c:v>
                </c:pt>
                <c:pt idx="175">
                  <c:v>16.701440084000001</c:v>
                </c:pt>
                <c:pt idx="176">
                  <c:v>16.036184724000002</c:v>
                </c:pt>
                <c:pt idx="177">
                  <c:v>15.397381524</c:v>
                </c:pt>
                <c:pt idx="178">
                  <c:v>14.866033364000002</c:v>
                </c:pt>
                <c:pt idx="179">
                  <c:v>14.414041684000001</c:v>
                </c:pt>
                <c:pt idx="180">
                  <c:v>14.070712404000002</c:v>
                </c:pt>
                <c:pt idx="181">
                  <c:v>13.754164564000002</c:v>
                </c:pt>
                <c:pt idx="182">
                  <c:v>13.382517204000001</c:v>
                </c:pt>
                <c:pt idx="183">
                  <c:v>12.936781844</c:v>
                </c:pt>
                <c:pt idx="184">
                  <c:v>12.438361684000002</c:v>
                </c:pt>
                <c:pt idx="185">
                  <c:v>11.853779924000001</c:v>
                </c:pt>
                <c:pt idx="186">
                  <c:v>11.233196884000002</c:v>
                </c:pt>
                <c:pt idx="187">
                  <c:v>10.644663764000001</c:v>
                </c:pt>
                <c:pt idx="188">
                  <c:v>10.103986004000001</c:v>
                </c:pt>
                <c:pt idx="189">
                  <c:v>9.5786746439999995</c:v>
                </c:pt>
                <c:pt idx="190">
                  <c:v>9.0145082439999999</c:v>
                </c:pt>
                <c:pt idx="191">
                  <c:v>8.4507808840000003</c:v>
                </c:pt>
                <c:pt idx="192">
                  <c:v>7.9289818440000008</c:v>
                </c:pt>
                <c:pt idx="193">
                  <c:v>7.4640384840000005</c:v>
                </c:pt>
                <c:pt idx="194">
                  <c:v>7.0307060040000007</c:v>
                </c:pt>
                <c:pt idx="195">
                  <c:v>6.6491802440000001</c:v>
                </c:pt>
                <c:pt idx="196">
                  <c:v>6.2891674440000003</c:v>
                </c:pt>
                <c:pt idx="197">
                  <c:v>5.9446308040000009</c:v>
                </c:pt>
                <c:pt idx="198">
                  <c:v>5.6731943240000007</c:v>
                </c:pt>
                <c:pt idx="199">
                  <c:v>5.4662967240000002</c:v>
                </c:pt>
                <c:pt idx="200">
                  <c:v>5.3560976840000007</c:v>
                </c:pt>
                <c:pt idx="201">
                  <c:v>5.3355725640000005</c:v>
                </c:pt>
                <c:pt idx="202">
                  <c:v>5.4248074440000007</c:v>
                </c:pt>
                <c:pt idx="203">
                  <c:v>5.5848375240000001</c:v>
                </c:pt>
                <c:pt idx="204">
                  <c:v>5.804906324000001</c:v>
                </c:pt>
                <c:pt idx="205">
                  <c:v>5.9033610440000004</c:v>
                </c:pt>
                <c:pt idx="206">
                  <c:v>5.7939303240000006</c:v>
                </c:pt>
                <c:pt idx="207">
                  <c:v>5.490114644000001</c:v>
                </c:pt>
                <c:pt idx="208">
                  <c:v>5.2876074440000007</c:v>
                </c:pt>
                <c:pt idx="209">
                  <c:v>5.2159341640000001</c:v>
                </c:pt>
                <c:pt idx="210">
                  <c:v>5.1027716040000008</c:v>
                </c:pt>
                <c:pt idx="211">
                  <c:v>5.0001460040000003</c:v>
                </c:pt>
                <c:pt idx="212">
                  <c:v>4.9270458440000002</c:v>
                </c:pt>
                <c:pt idx="213">
                  <c:v>4.8228836040000003</c:v>
                </c:pt>
                <c:pt idx="214">
                  <c:v>4.6585728839999998</c:v>
                </c:pt>
                <c:pt idx="215">
                  <c:v>4.5471664839999999</c:v>
                </c:pt>
                <c:pt idx="216">
                  <c:v>4.4445408840000002</c:v>
                </c:pt>
                <c:pt idx="217">
                  <c:v>4.3378541640000003</c:v>
                </c:pt>
                <c:pt idx="218">
                  <c:v>4.288791444000001</c:v>
                </c:pt>
                <c:pt idx="219">
                  <c:v>4.3048164040000003</c:v>
                </c:pt>
                <c:pt idx="220">
                  <c:v>4.2816570440000001</c:v>
                </c:pt>
                <c:pt idx="221">
                  <c:v>4.2305088839999998</c:v>
                </c:pt>
                <c:pt idx="222">
                  <c:v>4.1776045640000001</c:v>
                </c:pt>
                <c:pt idx="223">
                  <c:v>4.1186634440000001</c:v>
                </c:pt>
                <c:pt idx="224">
                  <c:v>4.0678445640000005</c:v>
                </c:pt>
                <c:pt idx="225">
                  <c:v>4.0231722440000004</c:v>
                </c:pt>
                <c:pt idx="226">
                  <c:v>4.0098912840000001</c:v>
                </c:pt>
                <c:pt idx="227">
                  <c:v>4.0462218439999997</c:v>
                </c:pt>
                <c:pt idx="228">
                  <c:v>4.1186634440000001</c:v>
                </c:pt>
                <c:pt idx="229">
                  <c:v>4.2005444040000004</c:v>
                </c:pt>
                <c:pt idx="230">
                  <c:v>4.3194144840000002</c:v>
                </c:pt>
                <c:pt idx="231">
                  <c:v>4.412161684</c:v>
                </c:pt>
                <c:pt idx="232">
                  <c:v>4.4122714440000008</c:v>
                </c:pt>
                <c:pt idx="233">
                  <c:v>4.3560743240000006</c:v>
                </c:pt>
                <c:pt idx="234">
                  <c:v>4.270242004</c:v>
                </c:pt>
                <c:pt idx="235">
                  <c:v>4.2283136839999997</c:v>
                </c:pt>
                <c:pt idx="236">
                  <c:v>4.2422532039999998</c:v>
                </c:pt>
                <c:pt idx="237">
                  <c:v>4.3133776840000007</c:v>
                </c:pt>
                <c:pt idx="238">
                  <c:v>4.3890023240000007</c:v>
                </c:pt>
                <c:pt idx="239">
                  <c:v>4.4790055240000006</c:v>
                </c:pt>
                <c:pt idx="240">
                  <c:v>4.5643988040000005</c:v>
                </c:pt>
                <c:pt idx="241">
                  <c:v>4.6513287239999999</c:v>
                </c:pt>
                <c:pt idx="242">
                  <c:v>4.7542836040000003</c:v>
                </c:pt>
                <c:pt idx="243">
                  <c:v>4.8528480840000006</c:v>
                </c:pt>
                <c:pt idx="244">
                  <c:v>4.9736938440000005</c:v>
                </c:pt>
                <c:pt idx="245">
                  <c:v>5.1555661639999997</c:v>
                </c:pt>
                <c:pt idx="246">
                  <c:v>5.3796960840000008</c:v>
                </c:pt>
                <c:pt idx="247">
                  <c:v>5.5811056840000006</c:v>
                </c:pt>
                <c:pt idx="248">
                  <c:v>5.8238948040000009</c:v>
                </c:pt>
                <c:pt idx="249">
                  <c:v>6.1874199240000003</c:v>
                </c:pt>
                <c:pt idx="250">
                  <c:v>6.5812388040000007</c:v>
                </c:pt>
                <c:pt idx="251">
                  <c:v>6.9714356040000007</c:v>
                </c:pt>
                <c:pt idx="252">
                  <c:v>7.4459280840000011</c:v>
                </c:pt>
                <c:pt idx="253">
                  <c:v>7.9694832839999998</c:v>
                </c:pt>
                <c:pt idx="254">
                  <c:v>8.6153111240000015</c:v>
                </c:pt>
                <c:pt idx="255">
                  <c:v>9.3240314440000009</c:v>
                </c:pt>
                <c:pt idx="256">
                  <c:v>10.052289044</c:v>
                </c:pt>
                <c:pt idx="257">
                  <c:v>10.732801044</c:v>
                </c:pt>
                <c:pt idx="258">
                  <c:v>11.416166804000001</c:v>
                </c:pt>
                <c:pt idx="259">
                  <c:v>12.075275604000002</c:v>
                </c:pt>
                <c:pt idx="260">
                  <c:v>12.671821204000002</c:v>
                </c:pt>
                <c:pt idx="261">
                  <c:v>13.244768404</c:v>
                </c:pt>
                <c:pt idx="262">
                  <c:v>13.793897684000001</c:v>
                </c:pt>
                <c:pt idx="263">
                  <c:v>14.498776404000001</c:v>
                </c:pt>
                <c:pt idx="264">
                  <c:v>15.376527124000001</c:v>
                </c:pt>
                <c:pt idx="265">
                  <c:v>16.360086484</c:v>
                </c:pt>
                <c:pt idx="266">
                  <c:v>17.403794324</c:v>
                </c:pt>
                <c:pt idx="267">
                  <c:v>18.497772244000004</c:v>
                </c:pt>
                <c:pt idx="268">
                  <c:v>19.618421844</c:v>
                </c:pt>
                <c:pt idx="269">
                  <c:v>20.623933204</c:v>
                </c:pt>
                <c:pt idx="270">
                  <c:v>21.522428564000002</c:v>
                </c:pt>
                <c:pt idx="271">
                  <c:v>22.310176084000002</c:v>
                </c:pt>
                <c:pt idx="272">
                  <c:v>22.989590484000004</c:v>
                </c:pt>
                <c:pt idx="273">
                  <c:v>23.655394644000005</c:v>
                </c:pt>
                <c:pt idx="274">
                  <c:v>24.306600724000003</c:v>
                </c:pt>
                <c:pt idx="275">
                  <c:v>24.947708884000004</c:v>
                </c:pt>
                <c:pt idx="276">
                  <c:v>25.604622484</c:v>
                </c:pt>
                <c:pt idx="277">
                  <c:v>26.248803924000001</c:v>
                </c:pt>
                <c:pt idx="278">
                  <c:v>26.852813204</c:v>
                </c:pt>
                <c:pt idx="279">
                  <c:v>27.320939604000003</c:v>
                </c:pt>
                <c:pt idx="280">
                  <c:v>27.625523604000005</c:v>
                </c:pt>
                <c:pt idx="281">
                  <c:v>27.873910484</c:v>
                </c:pt>
                <c:pt idx="282">
                  <c:v>28.119663124000002</c:v>
                </c:pt>
                <c:pt idx="283">
                  <c:v>28.420844564000003</c:v>
                </c:pt>
                <c:pt idx="284">
                  <c:v>28.766149524000003</c:v>
                </c:pt>
                <c:pt idx="285">
                  <c:v>29.169407764000002</c:v>
                </c:pt>
                <c:pt idx="286">
                  <c:v>29.641924564</c:v>
                </c:pt>
                <c:pt idx="287">
                  <c:v>30.136722644000002</c:v>
                </c:pt>
                <c:pt idx="288">
                  <c:v>30.569616084000003</c:v>
                </c:pt>
                <c:pt idx="289">
                  <c:v>30.786940884000003</c:v>
                </c:pt>
                <c:pt idx="290">
                  <c:v>30.830515604000002</c:v>
                </c:pt>
                <c:pt idx="291">
                  <c:v>30.865309524000001</c:v>
                </c:pt>
                <c:pt idx="292">
                  <c:v>31.006351124000002</c:v>
                </c:pt>
                <c:pt idx="293">
                  <c:v>31.286678164000001</c:v>
                </c:pt>
                <c:pt idx="294">
                  <c:v>31.569529684000003</c:v>
                </c:pt>
                <c:pt idx="295">
                  <c:v>31.775549204000004</c:v>
                </c:pt>
                <c:pt idx="296">
                  <c:v>31.878613844000004</c:v>
                </c:pt>
                <c:pt idx="297">
                  <c:v>31.947872404000002</c:v>
                </c:pt>
                <c:pt idx="298">
                  <c:v>32.024484884000003</c:v>
                </c:pt>
                <c:pt idx="299">
                  <c:v>32.160806804000003</c:v>
                </c:pt>
                <c:pt idx="300">
                  <c:v>32.326983444</c:v>
                </c:pt>
                <c:pt idx="301">
                  <c:v>32.551113364000003</c:v>
                </c:pt>
                <c:pt idx="302">
                  <c:v>32.802244244000001</c:v>
                </c:pt>
                <c:pt idx="303">
                  <c:v>32.898833044</c:v>
                </c:pt>
                <c:pt idx="304">
                  <c:v>32.879734804000002</c:v>
                </c:pt>
                <c:pt idx="305">
                  <c:v>32.889832724000001</c:v>
                </c:pt>
                <c:pt idx="306">
                  <c:v>32.923968084000002</c:v>
                </c:pt>
                <c:pt idx="307">
                  <c:v>32.979067604000001</c:v>
                </c:pt>
                <c:pt idx="308">
                  <c:v>33.071266004000002</c:v>
                </c:pt>
                <c:pt idx="309">
                  <c:v>33.192770324000001</c:v>
                </c:pt>
                <c:pt idx="310">
                  <c:v>33.268834003999999</c:v>
                </c:pt>
                <c:pt idx="311">
                  <c:v>33.212856404</c:v>
                </c:pt>
                <c:pt idx="312">
                  <c:v>33.150732244000004</c:v>
                </c:pt>
                <c:pt idx="313">
                  <c:v>33.150732244000004</c:v>
                </c:pt>
                <c:pt idx="314">
                  <c:v>33.227564244</c:v>
                </c:pt>
                <c:pt idx="315">
                  <c:v>33.317347924000003</c:v>
                </c:pt>
                <c:pt idx="316">
                  <c:v>33.388911444000001</c:v>
                </c:pt>
                <c:pt idx="317">
                  <c:v>33.387704084000006</c:v>
                </c:pt>
                <c:pt idx="318">
                  <c:v>33.299018004000004</c:v>
                </c:pt>
                <c:pt idx="319">
                  <c:v>33.290566484000003</c:v>
                </c:pt>
                <c:pt idx="320">
                  <c:v>33.399997204000002</c:v>
                </c:pt>
                <c:pt idx="321">
                  <c:v>33.551575763999999</c:v>
                </c:pt>
                <c:pt idx="322">
                  <c:v>33.608650964000006</c:v>
                </c:pt>
                <c:pt idx="323">
                  <c:v>33.524026004</c:v>
                </c:pt>
                <c:pt idx="324">
                  <c:v>33.297371604000006</c:v>
                </c:pt>
                <c:pt idx="325">
                  <c:v>33.057875284000005</c:v>
                </c:pt>
                <c:pt idx="326">
                  <c:v>33.066546324000001</c:v>
                </c:pt>
                <c:pt idx="327">
                  <c:v>33.237442644000005</c:v>
                </c:pt>
                <c:pt idx="328">
                  <c:v>33.555746644000003</c:v>
                </c:pt>
                <c:pt idx="329">
                  <c:v>33.746180244000001</c:v>
                </c:pt>
                <c:pt idx="330">
                  <c:v>33.556405204000001</c:v>
                </c:pt>
                <c:pt idx="331">
                  <c:v>33.129987604000007</c:v>
                </c:pt>
                <c:pt idx="332">
                  <c:v>32.866563604</c:v>
                </c:pt>
                <c:pt idx="333">
                  <c:v>32.811244564000006</c:v>
                </c:pt>
                <c:pt idx="334">
                  <c:v>33.003983124000001</c:v>
                </c:pt>
                <c:pt idx="335">
                  <c:v>33.326348244000002</c:v>
                </c:pt>
                <c:pt idx="336">
                  <c:v>33.586040404000002</c:v>
                </c:pt>
                <c:pt idx="337">
                  <c:v>33.601736084000002</c:v>
                </c:pt>
                <c:pt idx="338">
                  <c:v>33.348300244000001</c:v>
                </c:pt>
                <c:pt idx="339">
                  <c:v>33.185635924000003</c:v>
                </c:pt>
                <c:pt idx="340">
                  <c:v>33.292981204000007</c:v>
                </c:pt>
                <c:pt idx="341">
                  <c:v>33.467828883999999</c:v>
                </c:pt>
                <c:pt idx="342">
                  <c:v>33.649701204000003</c:v>
                </c:pt>
                <c:pt idx="343">
                  <c:v>33.825646484000004</c:v>
                </c:pt>
                <c:pt idx="344">
                  <c:v>33.991164564000002</c:v>
                </c:pt>
                <c:pt idx="345">
                  <c:v>34.108937044000001</c:v>
                </c:pt>
                <c:pt idx="346">
                  <c:v>34.014543444000005</c:v>
                </c:pt>
                <c:pt idx="347">
                  <c:v>33.799194324000005</c:v>
                </c:pt>
                <c:pt idx="348">
                  <c:v>33.651567124000003</c:v>
                </c:pt>
                <c:pt idx="349">
                  <c:v>33.683397524</c:v>
                </c:pt>
                <c:pt idx="350">
                  <c:v>33.834427284</c:v>
                </c:pt>
                <c:pt idx="351">
                  <c:v>34.014543444000005</c:v>
                </c:pt>
                <c:pt idx="352">
                  <c:v>34.048020244</c:v>
                </c:pt>
                <c:pt idx="353">
                  <c:v>33.975359124000001</c:v>
                </c:pt>
                <c:pt idx="354">
                  <c:v>34.012567764000003</c:v>
                </c:pt>
                <c:pt idx="355">
                  <c:v>34.026836564</c:v>
                </c:pt>
                <c:pt idx="356">
                  <c:v>34.018824084000002</c:v>
                </c:pt>
                <c:pt idx="357">
                  <c:v>34.016080084000002</c:v>
                </c:pt>
                <c:pt idx="358">
                  <c:v>33.974261523999999</c:v>
                </c:pt>
                <c:pt idx="359">
                  <c:v>33.871416404000001</c:v>
                </c:pt>
                <c:pt idx="360">
                  <c:v>33.775376403999999</c:v>
                </c:pt>
                <c:pt idx="361">
                  <c:v>33.768022483999999</c:v>
                </c:pt>
                <c:pt idx="362">
                  <c:v>33.915539924000001</c:v>
                </c:pt>
                <c:pt idx="363">
                  <c:v>34.039788244</c:v>
                </c:pt>
                <c:pt idx="364">
                  <c:v>34.119913044</c:v>
                </c:pt>
                <c:pt idx="365">
                  <c:v>34.121339923999997</c:v>
                </c:pt>
                <c:pt idx="366">
                  <c:v>33.928381844</c:v>
                </c:pt>
                <c:pt idx="367">
                  <c:v>33.739375123999999</c:v>
                </c:pt>
                <c:pt idx="368">
                  <c:v>33.713691283999999</c:v>
                </c:pt>
                <c:pt idx="369">
                  <c:v>33.852647444000006</c:v>
                </c:pt>
                <c:pt idx="370">
                  <c:v>34.029800084000001</c:v>
                </c:pt>
                <c:pt idx="371">
                  <c:v>34.155146004000002</c:v>
                </c:pt>
                <c:pt idx="372">
                  <c:v>34.224075284000001</c:v>
                </c:pt>
                <c:pt idx="373">
                  <c:v>34.223197204000002</c:v>
                </c:pt>
                <c:pt idx="374">
                  <c:v>34.173805204000004</c:v>
                </c:pt>
                <c:pt idx="375">
                  <c:v>34.281809043999999</c:v>
                </c:pt>
                <c:pt idx="376">
                  <c:v>34.485852884000003</c:v>
                </c:pt>
                <c:pt idx="377">
                  <c:v>34.587710164000001</c:v>
                </c:pt>
                <c:pt idx="378">
                  <c:v>34.523390804000002</c:v>
                </c:pt>
                <c:pt idx="379">
                  <c:v>34.297504723999999</c:v>
                </c:pt>
                <c:pt idx="380">
                  <c:v>34.133413524000005</c:v>
                </c:pt>
                <c:pt idx="381">
                  <c:v>34.026287764000003</c:v>
                </c:pt>
                <c:pt idx="382">
                  <c:v>33.949894804000003</c:v>
                </c:pt>
                <c:pt idx="383">
                  <c:v>33.932882004000007</c:v>
                </c:pt>
                <c:pt idx="384">
                  <c:v>34.043629844000002</c:v>
                </c:pt>
                <c:pt idx="385">
                  <c:v>34.251405523999999</c:v>
                </c:pt>
                <c:pt idx="386">
                  <c:v>34.528220244000003</c:v>
                </c:pt>
                <c:pt idx="387">
                  <c:v>34.831267604000004</c:v>
                </c:pt>
                <c:pt idx="388">
                  <c:v>34.825121043999999</c:v>
                </c:pt>
                <c:pt idx="389">
                  <c:v>34.620089364000002</c:v>
                </c:pt>
                <c:pt idx="390">
                  <c:v>34.340091604000001</c:v>
                </c:pt>
                <c:pt idx="391">
                  <c:v>34.018933844000003</c:v>
                </c:pt>
                <c:pt idx="392">
                  <c:v>33.742228883999999</c:v>
                </c:pt>
                <c:pt idx="393">
                  <c:v>33.699861523999999</c:v>
                </c:pt>
                <c:pt idx="394">
                  <c:v>33.667921364000001</c:v>
                </c:pt>
                <c:pt idx="395">
                  <c:v>33.243479444000002</c:v>
                </c:pt>
                <c:pt idx="396">
                  <c:v>32.344325524000006</c:v>
                </c:pt>
                <c:pt idx="397">
                  <c:v>31.268458003999999</c:v>
                </c:pt>
                <c:pt idx="398">
                  <c:v>30.362279444000002</c:v>
                </c:pt>
                <c:pt idx="399">
                  <c:v>29.580239444000004</c:v>
                </c:pt>
                <c:pt idx="400">
                  <c:v>28.767905683999999</c:v>
                </c:pt>
                <c:pt idx="401">
                  <c:v>28.005732244000001</c:v>
                </c:pt>
                <c:pt idx="402">
                  <c:v>27.320829844000002</c:v>
                </c:pt>
                <c:pt idx="403">
                  <c:v>26.750736404000005</c:v>
                </c:pt>
                <c:pt idx="404">
                  <c:v>26.275036564000004</c:v>
                </c:pt>
                <c:pt idx="405">
                  <c:v>25.847960404000005</c:v>
                </c:pt>
                <c:pt idx="406">
                  <c:v>25.403871444000004</c:v>
                </c:pt>
                <c:pt idx="407">
                  <c:v>24.959782484000002</c:v>
                </c:pt>
                <c:pt idx="408">
                  <c:v>24.479802004</c:v>
                </c:pt>
                <c:pt idx="409">
                  <c:v>23.931331283999999</c:v>
                </c:pt>
                <c:pt idx="410">
                  <c:v>23.405910164000002</c:v>
                </c:pt>
                <c:pt idx="411">
                  <c:v>22.928454164000001</c:v>
                </c:pt>
                <c:pt idx="412">
                  <c:v>22.497646163999999</c:v>
                </c:pt>
                <c:pt idx="413">
                  <c:v>22.200196564000002</c:v>
                </c:pt>
                <c:pt idx="414">
                  <c:v>22.004055444000002</c:v>
                </c:pt>
                <c:pt idx="415">
                  <c:v>21.809341204000003</c:v>
                </c:pt>
                <c:pt idx="416">
                  <c:v>21.437145044000001</c:v>
                </c:pt>
                <c:pt idx="417">
                  <c:v>20.857831764</c:v>
                </c:pt>
                <c:pt idx="418">
                  <c:v>20.225943444000002</c:v>
                </c:pt>
                <c:pt idx="419">
                  <c:v>19.575834964000002</c:v>
                </c:pt>
                <c:pt idx="420">
                  <c:v>19.025827604</c:v>
                </c:pt>
                <c:pt idx="421">
                  <c:v>18.542334804000003</c:v>
                </c:pt>
                <c:pt idx="422">
                  <c:v>18.157626004000001</c:v>
                </c:pt>
                <c:pt idx="423">
                  <c:v>17.795198484</c:v>
                </c:pt>
                <c:pt idx="424">
                  <c:v>17.384476564</c:v>
                </c:pt>
                <c:pt idx="425">
                  <c:v>16.807138964000004</c:v>
                </c:pt>
                <c:pt idx="426">
                  <c:v>16.086235284000001</c:v>
                </c:pt>
                <c:pt idx="427">
                  <c:v>15.317915284</c:v>
                </c:pt>
                <c:pt idx="428">
                  <c:v>14.573303444</c:v>
                </c:pt>
                <c:pt idx="429">
                  <c:v>13.851960724000001</c:v>
                </c:pt>
                <c:pt idx="430">
                  <c:v>13.246414804000002</c:v>
                </c:pt>
                <c:pt idx="431">
                  <c:v>12.754580244000001</c:v>
                </c:pt>
                <c:pt idx="432">
                  <c:v>12.336723924000001</c:v>
                </c:pt>
                <c:pt idx="433">
                  <c:v>11.947514964</c:v>
                </c:pt>
                <c:pt idx="434">
                  <c:v>11.573562644000001</c:v>
                </c:pt>
                <c:pt idx="435">
                  <c:v>11.205756883999999</c:v>
                </c:pt>
                <c:pt idx="436">
                  <c:v>10.844975764000001</c:v>
                </c:pt>
                <c:pt idx="437">
                  <c:v>10.470035604000001</c:v>
                </c:pt>
                <c:pt idx="438">
                  <c:v>10.112986324000001</c:v>
                </c:pt>
                <c:pt idx="439">
                  <c:v>9.7515466439999994</c:v>
                </c:pt>
                <c:pt idx="440">
                  <c:v>9.4075588040000007</c:v>
                </c:pt>
                <c:pt idx="441">
                  <c:v>9.007044564000001</c:v>
                </c:pt>
                <c:pt idx="442">
                  <c:v>8.5873223240000005</c:v>
                </c:pt>
                <c:pt idx="443">
                  <c:v>8.2594692040000002</c:v>
                </c:pt>
                <c:pt idx="444">
                  <c:v>7.9474215240000001</c:v>
                </c:pt>
                <c:pt idx="445">
                  <c:v>7.6703872840000002</c:v>
                </c:pt>
                <c:pt idx="446">
                  <c:v>7.3898407240000008</c:v>
                </c:pt>
                <c:pt idx="447">
                  <c:v>7.0280717639999999</c:v>
                </c:pt>
                <c:pt idx="448">
                  <c:v>6.6232768840000009</c:v>
                </c:pt>
                <c:pt idx="449">
                  <c:v>6.1508698440000007</c:v>
                </c:pt>
                <c:pt idx="450">
                  <c:v>5.7153421640000008</c:v>
                </c:pt>
                <c:pt idx="451">
                  <c:v>5.3362311240000011</c:v>
                </c:pt>
                <c:pt idx="452">
                  <c:v>4.9809380040000004</c:v>
                </c:pt>
                <c:pt idx="453">
                  <c:v>4.6676829640000008</c:v>
                </c:pt>
                <c:pt idx="454">
                  <c:v>4.3949293640000002</c:v>
                </c:pt>
                <c:pt idx="455">
                  <c:v>4.1239319240000007</c:v>
                </c:pt>
                <c:pt idx="456">
                  <c:v>3.9276810440000003</c:v>
                </c:pt>
                <c:pt idx="457">
                  <c:v>3.7539309640000007</c:v>
                </c:pt>
                <c:pt idx="458">
                  <c:v>3.599827924</c:v>
                </c:pt>
                <c:pt idx="459">
                  <c:v>3.4834823240000001</c:v>
                </c:pt>
                <c:pt idx="460">
                  <c:v>3.4057722440000004</c:v>
                </c:pt>
                <c:pt idx="461">
                  <c:v>3.3321232840000001</c:v>
                </c:pt>
                <c:pt idx="462">
                  <c:v>3.2535351240000003</c:v>
                </c:pt>
                <c:pt idx="463">
                  <c:v>3.1611172040000004</c:v>
                </c:pt>
                <c:pt idx="464">
                  <c:v>3.0542109640000001</c:v>
                </c:pt>
                <c:pt idx="465">
                  <c:v>2.9905501640000001</c:v>
                </c:pt>
                <c:pt idx="466">
                  <c:v>2.948073044</c:v>
                </c:pt>
                <c:pt idx="467">
                  <c:v>2.9025226440000003</c:v>
                </c:pt>
                <c:pt idx="468">
                  <c:v>2.8397399240000003</c:v>
                </c:pt>
                <c:pt idx="469">
                  <c:v>2.7738839240000002</c:v>
                </c:pt>
                <c:pt idx="470">
                  <c:v>2.7125280840000001</c:v>
                </c:pt>
                <c:pt idx="471">
                  <c:v>2.5833405640000002</c:v>
                </c:pt>
                <c:pt idx="472">
                  <c:v>2.4577751240000003</c:v>
                </c:pt>
                <c:pt idx="473">
                  <c:v>2.3713940040000003</c:v>
                </c:pt>
                <c:pt idx="474">
                  <c:v>2.2625120839999999</c:v>
                </c:pt>
                <c:pt idx="475">
                  <c:v>2.1852410440000001</c:v>
                </c:pt>
                <c:pt idx="476">
                  <c:v>2.1275072840000004</c:v>
                </c:pt>
                <c:pt idx="477">
                  <c:v>2.0877741640000003</c:v>
                </c:pt>
                <c:pt idx="478">
                  <c:v>2.0685661640000004</c:v>
                </c:pt>
                <c:pt idx="479">
                  <c:v>2.0773469640000002</c:v>
                </c:pt>
                <c:pt idx="480">
                  <c:v>2.1294829640000001</c:v>
                </c:pt>
                <c:pt idx="481">
                  <c:v>2.1661428040000001</c:v>
                </c:pt>
                <c:pt idx="482">
                  <c:v>2.0941402440000001</c:v>
                </c:pt>
                <c:pt idx="483">
                  <c:v>1.9934903240000001</c:v>
                </c:pt>
                <c:pt idx="484">
                  <c:v>1.891523284</c:v>
                </c:pt>
                <c:pt idx="485">
                  <c:v>1.8068983240000003</c:v>
                </c:pt>
                <c:pt idx="486">
                  <c:v>1.736761684</c:v>
                </c:pt>
                <c:pt idx="487">
                  <c:v>1.7196391240000002</c:v>
                </c:pt>
                <c:pt idx="488">
                  <c:v>1.6654176840000001</c:v>
                </c:pt>
                <c:pt idx="489">
                  <c:v>1.6587223240000002</c:v>
                </c:pt>
                <c:pt idx="490">
                  <c:v>1.6621248840000002</c:v>
                </c:pt>
                <c:pt idx="491">
                  <c:v>1.6463194440000002</c:v>
                </c:pt>
                <c:pt idx="492">
                  <c:v>1.676942484</c:v>
                </c:pt>
                <c:pt idx="493">
                  <c:v>1.7316029640000001</c:v>
                </c:pt>
                <c:pt idx="494">
                  <c:v>1.7926295240000001</c:v>
                </c:pt>
                <c:pt idx="495">
                  <c:v>1.8044836040000001</c:v>
                </c:pt>
                <c:pt idx="496">
                  <c:v>1.8176548040000002</c:v>
                </c:pt>
                <c:pt idx="497">
                  <c:v>1.838289684</c:v>
                </c:pt>
                <c:pt idx="498">
                  <c:v>1.8599124040000001</c:v>
                </c:pt>
                <c:pt idx="499">
                  <c:v>1.890974484</c:v>
                </c:pt>
                <c:pt idx="500">
                  <c:v>1.9525498440000002</c:v>
                </c:pt>
                <c:pt idx="501">
                  <c:v>2.0332234439999999</c:v>
                </c:pt>
                <c:pt idx="502">
                  <c:v>2.1495690440000002</c:v>
                </c:pt>
                <c:pt idx="503">
                  <c:v>2.3625034440000001</c:v>
                </c:pt>
                <c:pt idx="504">
                  <c:v>2.6174759240000003</c:v>
                </c:pt>
                <c:pt idx="505">
                  <c:v>2.8407277639999999</c:v>
                </c:pt>
                <c:pt idx="506">
                  <c:v>3.0944928840000006</c:v>
                </c:pt>
                <c:pt idx="507">
                  <c:v>3.3815152840000002</c:v>
                </c:pt>
                <c:pt idx="508">
                  <c:v>3.7386743240000002</c:v>
                </c:pt>
                <c:pt idx="509">
                  <c:v>4.1627869640000004</c:v>
                </c:pt>
                <c:pt idx="510">
                  <c:v>4.5766919240000004</c:v>
                </c:pt>
                <c:pt idx="511">
                  <c:v>4.856360404000001</c:v>
                </c:pt>
                <c:pt idx="512">
                  <c:v>5.4633332040000004</c:v>
                </c:pt>
                <c:pt idx="513">
                  <c:v>6.0597690440000003</c:v>
                </c:pt>
                <c:pt idx="514">
                  <c:v>6.5056141640000007</c:v>
                </c:pt>
                <c:pt idx="515">
                  <c:v>6.9120554440000008</c:v>
                </c:pt>
                <c:pt idx="516">
                  <c:v>7.342424404</c:v>
                </c:pt>
                <c:pt idx="517">
                  <c:v>7.8263562440000003</c:v>
                </c:pt>
                <c:pt idx="518">
                  <c:v>8.4331095240000007</c:v>
                </c:pt>
                <c:pt idx="519">
                  <c:v>9.2136128840000016</c:v>
                </c:pt>
                <c:pt idx="520">
                  <c:v>10.193001364000002</c:v>
                </c:pt>
                <c:pt idx="521">
                  <c:v>11.200378644000001</c:v>
                </c:pt>
                <c:pt idx="522">
                  <c:v>12.107106004</c:v>
                </c:pt>
                <c:pt idx="523">
                  <c:v>12.981893204</c:v>
                </c:pt>
                <c:pt idx="524">
                  <c:v>13.858656084000001</c:v>
                </c:pt>
                <c:pt idx="525">
                  <c:v>14.748590164000001</c:v>
                </c:pt>
                <c:pt idx="526">
                  <c:v>15.810079124000001</c:v>
                </c:pt>
                <c:pt idx="527">
                  <c:v>17.186689044000001</c:v>
                </c:pt>
                <c:pt idx="528">
                  <c:v>18.630252564000003</c:v>
                </c:pt>
                <c:pt idx="529">
                  <c:v>19.896334164000002</c:v>
                </c:pt>
                <c:pt idx="530">
                  <c:v>20.877808084000002</c:v>
                </c:pt>
                <c:pt idx="531">
                  <c:v>21.612870804</c:v>
                </c:pt>
                <c:pt idx="532">
                  <c:v>22.210074964</c:v>
                </c:pt>
                <c:pt idx="533">
                  <c:v>22.893001684000001</c:v>
                </c:pt>
                <c:pt idx="534">
                  <c:v>23.649138324000003</c:v>
                </c:pt>
                <c:pt idx="535">
                  <c:v>24.379261844000002</c:v>
                </c:pt>
                <c:pt idx="536">
                  <c:v>25.068335124000004</c:v>
                </c:pt>
                <c:pt idx="537">
                  <c:v>25.721516884000003</c:v>
                </c:pt>
                <c:pt idx="538">
                  <c:v>26.303683924000001</c:v>
                </c:pt>
                <c:pt idx="539">
                  <c:v>26.791457364000003</c:v>
                </c:pt>
                <c:pt idx="540">
                  <c:v>27.185495764000002</c:v>
                </c:pt>
                <c:pt idx="541">
                  <c:v>27.512800084000002</c:v>
                </c:pt>
                <c:pt idx="542">
                  <c:v>27.823091604000002</c:v>
                </c:pt>
                <c:pt idx="543">
                  <c:v>28.140298004000002</c:v>
                </c:pt>
                <c:pt idx="544">
                  <c:v>28.448394324000002</c:v>
                </c:pt>
                <c:pt idx="545">
                  <c:v>28.796662804</c:v>
                </c:pt>
                <c:pt idx="546">
                  <c:v>29.149980244000002</c:v>
                </c:pt>
                <c:pt idx="547">
                  <c:v>29.442710164000005</c:v>
                </c:pt>
                <c:pt idx="548">
                  <c:v>29.695377684</c:v>
                </c:pt>
                <c:pt idx="549">
                  <c:v>30.036511764</c:v>
                </c:pt>
                <c:pt idx="550">
                  <c:v>30.468636884000002</c:v>
                </c:pt>
                <c:pt idx="551">
                  <c:v>30.939836564000004</c:v>
                </c:pt>
                <c:pt idx="552">
                  <c:v>31.449452244000003</c:v>
                </c:pt>
                <c:pt idx="553">
                  <c:v>31.860832724000002</c:v>
                </c:pt>
                <c:pt idx="554">
                  <c:v>32.090231124000006</c:v>
                </c:pt>
                <c:pt idx="555">
                  <c:v>32.233577684000004</c:v>
                </c:pt>
                <c:pt idx="556">
                  <c:v>32.291421204000002</c:v>
                </c:pt>
                <c:pt idx="557">
                  <c:v>32.382631764000003</c:v>
                </c:pt>
                <c:pt idx="558">
                  <c:v>32.588212243999997</c:v>
                </c:pt>
                <c:pt idx="559">
                  <c:v>32.875673684000006</c:v>
                </c:pt>
                <c:pt idx="560">
                  <c:v>33.103864724000005</c:v>
                </c:pt>
                <c:pt idx="561">
                  <c:v>33.189697043999999</c:v>
                </c:pt>
                <c:pt idx="562">
                  <c:v>33.176196564000001</c:v>
                </c:pt>
                <c:pt idx="563">
                  <c:v>33.095413204000003</c:v>
                </c:pt>
                <c:pt idx="564">
                  <c:v>33.024178964000001</c:v>
                </c:pt>
                <c:pt idx="565">
                  <c:v>32.972152724000004</c:v>
                </c:pt>
                <c:pt idx="566">
                  <c:v>32.961396244000007</c:v>
                </c:pt>
                <c:pt idx="567">
                  <c:v>32.999263444</c:v>
                </c:pt>
                <c:pt idx="568">
                  <c:v>33.085973844000002</c:v>
                </c:pt>
                <c:pt idx="569">
                  <c:v>33.172903764000004</c:v>
                </c:pt>
                <c:pt idx="570">
                  <c:v>33.301542484000002</c:v>
                </c:pt>
                <c:pt idx="571">
                  <c:v>33.382216084</c:v>
                </c:pt>
                <c:pt idx="572">
                  <c:v>33.324592084000003</c:v>
                </c:pt>
                <c:pt idx="573">
                  <c:v>33.221746963999998</c:v>
                </c:pt>
                <c:pt idx="574">
                  <c:v>33.123402003999999</c:v>
                </c:pt>
                <c:pt idx="575">
                  <c:v>33.234369364000003</c:v>
                </c:pt>
                <c:pt idx="576">
                  <c:v>33.488793044000005</c:v>
                </c:pt>
                <c:pt idx="577">
                  <c:v>33.693056404000004</c:v>
                </c:pt>
                <c:pt idx="578">
                  <c:v>33.850013204</c:v>
                </c:pt>
                <c:pt idx="579">
                  <c:v>33.908076244000007</c:v>
                </c:pt>
                <c:pt idx="580">
                  <c:v>33.843866644000002</c:v>
                </c:pt>
                <c:pt idx="581">
                  <c:v>33.681531604</c:v>
                </c:pt>
                <c:pt idx="582">
                  <c:v>33.631371284000004</c:v>
                </c:pt>
                <c:pt idx="583">
                  <c:v>33.825207444</c:v>
                </c:pt>
                <c:pt idx="584">
                  <c:v>34.084350804000003</c:v>
                </c:pt>
                <c:pt idx="585">
                  <c:v>34.320993364000003</c:v>
                </c:pt>
                <c:pt idx="586">
                  <c:v>34.426582484000001</c:v>
                </c:pt>
                <c:pt idx="587">
                  <c:v>34.429765524000004</c:v>
                </c:pt>
                <c:pt idx="588">
                  <c:v>34.307712404</c:v>
                </c:pt>
                <c:pt idx="589">
                  <c:v>34.140328404000002</c:v>
                </c:pt>
                <c:pt idx="590">
                  <c:v>34.101034324000004</c:v>
                </c:pt>
                <c:pt idx="591">
                  <c:v>34.198830483999998</c:v>
                </c:pt>
                <c:pt idx="592">
                  <c:v>34.251515284</c:v>
                </c:pt>
                <c:pt idx="593">
                  <c:v>34.218367764</c:v>
                </c:pt>
                <c:pt idx="594">
                  <c:v>34.165243924000002</c:v>
                </c:pt>
                <c:pt idx="595">
                  <c:v>34.231429204000001</c:v>
                </c:pt>
                <c:pt idx="596">
                  <c:v>34.406825684000005</c:v>
                </c:pt>
                <c:pt idx="597">
                  <c:v>34.562026324000001</c:v>
                </c:pt>
                <c:pt idx="598">
                  <c:v>34.697360404000001</c:v>
                </c:pt>
                <c:pt idx="599">
                  <c:v>34.734898324</c:v>
                </c:pt>
                <c:pt idx="600">
                  <c:v>34.575087764000003</c:v>
                </c:pt>
                <c:pt idx="601">
                  <c:v>34.126827924000004</c:v>
                </c:pt>
                <c:pt idx="602">
                  <c:v>33.734326164000002</c:v>
                </c:pt>
                <c:pt idx="603">
                  <c:v>33.623688084000001</c:v>
                </c:pt>
                <c:pt idx="604">
                  <c:v>33.816207124000002</c:v>
                </c:pt>
                <c:pt idx="605">
                  <c:v>34.181049364000003</c:v>
                </c:pt>
                <c:pt idx="606">
                  <c:v>34.536562004000004</c:v>
                </c:pt>
                <c:pt idx="607">
                  <c:v>34.711629204000005</c:v>
                </c:pt>
                <c:pt idx="608">
                  <c:v>34.700323924000003</c:v>
                </c:pt>
                <c:pt idx="609">
                  <c:v>34.651700244000004</c:v>
                </c:pt>
                <c:pt idx="610">
                  <c:v>34.591661524000003</c:v>
                </c:pt>
                <c:pt idx="611">
                  <c:v>34.585295444000003</c:v>
                </c:pt>
                <c:pt idx="612">
                  <c:v>34.577173204000005</c:v>
                </c:pt>
                <c:pt idx="613">
                  <c:v>34.466974164000007</c:v>
                </c:pt>
                <c:pt idx="614">
                  <c:v>34.256783764000005</c:v>
                </c:pt>
                <c:pt idx="615">
                  <c:v>34.075021204000002</c:v>
                </c:pt>
                <c:pt idx="616">
                  <c:v>34.081058004000006</c:v>
                </c:pt>
                <c:pt idx="617">
                  <c:v>34.157890004000002</c:v>
                </c:pt>
                <c:pt idx="618">
                  <c:v>34.206294163999999</c:v>
                </c:pt>
                <c:pt idx="619">
                  <c:v>34.155694803999999</c:v>
                </c:pt>
                <c:pt idx="620">
                  <c:v>34.060862164</c:v>
                </c:pt>
                <c:pt idx="621">
                  <c:v>34.012787284000005</c:v>
                </c:pt>
                <c:pt idx="622">
                  <c:v>34.024312084000002</c:v>
                </c:pt>
                <c:pt idx="623">
                  <c:v>34.089399763999999</c:v>
                </c:pt>
                <c:pt idx="624">
                  <c:v>34.115303124</c:v>
                </c:pt>
                <c:pt idx="625">
                  <c:v>34.103668564000003</c:v>
                </c:pt>
                <c:pt idx="626">
                  <c:v>34.019372883999999</c:v>
                </c:pt>
                <c:pt idx="627">
                  <c:v>33.954724243999998</c:v>
                </c:pt>
                <c:pt idx="628">
                  <c:v>33.988530324000003</c:v>
                </c:pt>
                <c:pt idx="629">
                  <c:v>33.906649364000003</c:v>
                </c:pt>
                <c:pt idx="630">
                  <c:v>33.654640404000006</c:v>
                </c:pt>
                <c:pt idx="631">
                  <c:v>33.297481363999999</c:v>
                </c:pt>
                <c:pt idx="632">
                  <c:v>33.067753684000003</c:v>
                </c:pt>
                <c:pt idx="633">
                  <c:v>33.152378644000002</c:v>
                </c:pt>
                <c:pt idx="634">
                  <c:v>33.345007444000004</c:v>
                </c:pt>
                <c:pt idx="635">
                  <c:v>33.335677844000003</c:v>
                </c:pt>
                <c:pt idx="636">
                  <c:v>33.285627284</c:v>
                </c:pt>
                <c:pt idx="637">
                  <c:v>33.221637204000004</c:v>
                </c:pt>
                <c:pt idx="638">
                  <c:v>33.039874644000001</c:v>
                </c:pt>
                <c:pt idx="639">
                  <c:v>32.832757524000002</c:v>
                </c:pt>
                <c:pt idx="640">
                  <c:v>32.535746964000005</c:v>
                </c:pt>
                <c:pt idx="641">
                  <c:v>32.161026324000005</c:v>
                </c:pt>
                <c:pt idx="642">
                  <c:v>31.903529364000001</c:v>
                </c:pt>
                <c:pt idx="643">
                  <c:v>31.669411284000002</c:v>
                </c:pt>
                <c:pt idx="644">
                  <c:v>31.312801044</c:v>
                </c:pt>
                <c:pt idx="645">
                  <c:v>30.892090964000001</c:v>
                </c:pt>
                <c:pt idx="646">
                  <c:v>30.519126484000004</c:v>
                </c:pt>
                <c:pt idx="647">
                  <c:v>30.095562644000001</c:v>
                </c:pt>
                <c:pt idx="648">
                  <c:v>29.546982164000003</c:v>
                </c:pt>
                <c:pt idx="649">
                  <c:v>29.109369044000001</c:v>
                </c:pt>
                <c:pt idx="650">
                  <c:v>28.862189524000001</c:v>
                </c:pt>
                <c:pt idx="651">
                  <c:v>28.565069204000004</c:v>
                </c:pt>
                <c:pt idx="652">
                  <c:v>28.150944724000002</c:v>
                </c:pt>
                <c:pt idx="653">
                  <c:v>27.612462164000004</c:v>
                </c:pt>
                <c:pt idx="654">
                  <c:v>26.993306004000004</c:v>
                </c:pt>
                <c:pt idx="655">
                  <c:v>26.377442644000002</c:v>
                </c:pt>
                <c:pt idx="656">
                  <c:v>25.850594644000001</c:v>
                </c:pt>
                <c:pt idx="657">
                  <c:v>25.496618644000002</c:v>
                </c:pt>
                <c:pt idx="658">
                  <c:v>25.234950804000004</c:v>
                </c:pt>
                <c:pt idx="659">
                  <c:v>24.908853844000003</c:v>
                </c:pt>
                <c:pt idx="660">
                  <c:v>24.504058964000002</c:v>
                </c:pt>
                <c:pt idx="661">
                  <c:v>24.062714004</c:v>
                </c:pt>
                <c:pt idx="662">
                  <c:v>23.657370324000002</c:v>
                </c:pt>
                <c:pt idx="663">
                  <c:v>23.330614804000003</c:v>
                </c:pt>
                <c:pt idx="664">
                  <c:v>23.074983764000002</c:v>
                </c:pt>
                <c:pt idx="665">
                  <c:v>22.773253524000001</c:v>
                </c:pt>
                <c:pt idx="666">
                  <c:v>22.421253204000003</c:v>
                </c:pt>
                <c:pt idx="667">
                  <c:v>22.028751444000001</c:v>
                </c:pt>
                <c:pt idx="668">
                  <c:v>21.606285204000002</c:v>
                </c:pt>
                <c:pt idx="669">
                  <c:v>21.194575444000002</c:v>
                </c:pt>
                <c:pt idx="670">
                  <c:v>20.866612564</c:v>
                </c:pt>
                <c:pt idx="671">
                  <c:v>20.568723924</c:v>
                </c:pt>
                <c:pt idx="672">
                  <c:v>20.254920084000002</c:v>
                </c:pt>
                <c:pt idx="673">
                  <c:v>19.892602324000002</c:v>
                </c:pt>
                <c:pt idx="674">
                  <c:v>19.499881044000002</c:v>
                </c:pt>
                <c:pt idx="675">
                  <c:v>19.062816724000001</c:v>
                </c:pt>
                <c:pt idx="676">
                  <c:v>18.576360404000003</c:v>
                </c:pt>
                <c:pt idx="677">
                  <c:v>18.039743764000001</c:v>
                </c:pt>
                <c:pt idx="678">
                  <c:v>17.463174484</c:v>
                </c:pt>
                <c:pt idx="679">
                  <c:v>16.969474004000002</c:v>
                </c:pt>
                <c:pt idx="680">
                  <c:v>16.543495444000001</c:v>
                </c:pt>
                <c:pt idx="681">
                  <c:v>16.170091924000001</c:v>
                </c:pt>
                <c:pt idx="682">
                  <c:v>15.752235604000001</c:v>
                </c:pt>
                <c:pt idx="683">
                  <c:v>15.247559124</c:v>
                </c:pt>
                <c:pt idx="684">
                  <c:v>14.694917524000001</c:v>
                </c:pt>
                <c:pt idx="685">
                  <c:v>14.100896404000002</c:v>
                </c:pt>
                <c:pt idx="686">
                  <c:v>13.541669204000002</c:v>
                </c:pt>
                <c:pt idx="687">
                  <c:v>13.090445844000001</c:v>
                </c:pt>
                <c:pt idx="688">
                  <c:v>12.786630164000002</c:v>
                </c:pt>
                <c:pt idx="689">
                  <c:v>12.556792724000001</c:v>
                </c:pt>
                <c:pt idx="690">
                  <c:v>12.314223124</c:v>
                </c:pt>
                <c:pt idx="691">
                  <c:v>11.978247764000001</c:v>
                </c:pt>
                <c:pt idx="692">
                  <c:v>11.527792724000001</c:v>
                </c:pt>
                <c:pt idx="693">
                  <c:v>11.047153684</c:v>
                </c:pt>
                <c:pt idx="694">
                  <c:v>10.573429524</c:v>
                </c:pt>
                <c:pt idx="695">
                  <c:v>10.152829204</c:v>
                </c:pt>
                <c:pt idx="696">
                  <c:v>9.8336471240000005</c:v>
                </c:pt>
                <c:pt idx="697">
                  <c:v>9.5271972040000001</c:v>
                </c:pt>
                <c:pt idx="698">
                  <c:v>9.2296378440000009</c:v>
                </c:pt>
                <c:pt idx="699">
                  <c:v>8.888723284000001</c:v>
                </c:pt>
                <c:pt idx="700">
                  <c:v>8.4661472840000016</c:v>
                </c:pt>
                <c:pt idx="701">
                  <c:v>7.990008404000001</c:v>
                </c:pt>
                <c:pt idx="702">
                  <c:v>7.5096986440000002</c:v>
                </c:pt>
                <c:pt idx="703">
                  <c:v>7.0474992840000006</c:v>
                </c:pt>
                <c:pt idx="704">
                  <c:v>6.6574122440000005</c:v>
                </c:pt>
                <c:pt idx="705">
                  <c:v>6.2956432840000005</c:v>
                </c:pt>
                <c:pt idx="706">
                  <c:v>5.9745952840000003</c:v>
                </c:pt>
                <c:pt idx="707">
                  <c:v>5.7201716039999999</c:v>
                </c:pt>
                <c:pt idx="708">
                  <c:v>5.4277709640000005</c:v>
                </c:pt>
                <c:pt idx="709">
                  <c:v>5.1440413640000004</c:v>
                </c:pt>
                <c:pt idx="710">
                  <c:v>4.8332010440000008</c:v>
                </c:pt>
                <c:pt idx="711">
                  <c:v>4.5339952840000004</c:v>
                </c:pt>
                <c:pt idx="712">
                  <c:v>4.2755104840000007</c:v>
                </c:pt>
                <c:pt idx="713">
                  <c:v>4.0418314440000005</c:v>
                </c:pt>
                <c:pt idx="714">
                  <c:v>3.8224212040000003</c:v>
                </c:pt>
                <c:pt idx="715">
                  <c:v>3.6384634440000001</c:v>
                </c:pt>
                <c:pt idx="716">
                  <c:v>3.4869946440000006</c:v>
                </c:pt>
                <c:pt idx="717">
                  <c:v>3.3650512840000002</c:v>
                </c:pt>
                <c:pt idx="718">
                  <c:v>3.240363924</c:v>
                </c:pt>
                <c:pt idx="719">
                  <c:v>3.1267623240000004</c:v>
                </c:pt>
                <c:pt idx="720">
                  <c:v>2.983525524</c:v>
                </c:pt>
                <c:pt idx="721">
                  <c:v>2.822836884</c:v>
                </c:pt>
                <c:pt idx="722">
                  <c:v>2.676307284</c:v>
                </c:pt>
                <c:pt idx="723">
                  <c:v>2.5546932040000003</c:v>
                </c:pt>
                <c:pt idx="724">
                  <c:v>2.4315424840000004</c:v>
                </c:pt>
                <c:pt idx="725">
                  <c:v>2.3306730440000001</c:v>
                </c:pt>
                <c:pt idx="726">
                  <c:v>2.2182788040000001</c:v>
                </c:pt>
                <c:pt idx="727">
                  <c:v>2.1301415239999999</c:v>
                </c:pt>
                <c:pt idx="728">
                  <c:v>2.0382724040000002</c:v>
                </c:pt>
                <c:pt idx="729">
                  <c:v>2.023454804</c:v>
                </c:pt>
                <c:pt idx="730">
                  <c:v>2.0354186439999999</c:v>
                </c:pt>
                <c:pt idx="731">
                  <c:v>1.9256586440000003</c:v>
                </c:pt>
                <c:pt idx="732">
                  <c:v>1.7565184840000001</c:v>
                </c:pt>
                <c:pt idx="733">
                  <c:v>1.6272212040000003</c:v>
                </c:pt>
                <c:pt idx="734">
                  <c:v>1.5814512839999999</c:v>
                </c:pt>
                <c:pt idx="735">
                  <c:v>1.555108884</c:v>
                </c:pt>
                <c:pt idx="736">
                  <c:v>1.4559956039999999</c:v>
                </c:pt>
                <c:pt idx="737">
                  <c:v>1.4183479240000001</c:v>
                </c:pt>
                <c:pt idx="738">
                  <c:v>1.4059450440000003</c:v>
                </c:pt>
                <c:pt idx="739">
                  <c:v>1.4079207240000002</c:v>
                </c:pt>
                <c:pt idx="740">
                  <c:v>1.401993684</c:v>
                </c:pt>
                <c:pt idx="741">
                  <c:v>1.2688548040000001</c:v>
                </c:pt>
                <c:pt idx="742">
                  <c:v>1.1834615240000002</c:v>
                </c:pt>
                <c:pt idx="743">
                  <c:v>1.1392282440000001</c:v>
                </c:pt>
                <c:pt idx="744">
                  <c:v>1.0876410440000002</c:v>
                </c:pt>
                <c:pt idx="745">
                  <c:v>1.0512007240000001</c:v>
                </c:pt>
                <c:pt idx="746">
                  <c:v>1.060310804</c:v>
                </c:pt>
                <c:pt idx="747">
                  <c:v>1.0723844039999999</c:v>
                </c:pt>
                <c:pt idx="748">
                  <c:v>1.0599815240000001</c:v>
                </c:pt>
                <c:pt idx="749">
                  <c:v>1.0468103240000002</c:v>
                </c:pt>
                <c:pt idx="750">
                  <c:v>1.070408724</c:v>
                </c:pt>
                <c:pt idx="751">
                  <c:v>1.0943364040000001</c:v>
                </c:pt>
                <c:pt idx="752">
                  <c:v>1.1204592840000001</c:v>
                </c:pt>
                <c:pt idx="753">
                  <c:v>1.177863764</c:v>
                </c:pt>
                <c:pt idx="754">
                  <c:v>1.2705012040000001</c:v>
                </c:pt>
                <c:pt idx="755">
                  <c:v>1.3744439240000002</c:v>
                </c:pt>
                <c:pt idx="756">
                  <c:v>1.4890333640000002</c:v>
                </c:pt>
                <c:pt idx="757">
                  <c:v>1.5552186440000002</c:v>
                </c:pt>
                <c:pt idx="758">
                  <c:v>1.6174525639999999</c:v>
                </c:pt>
                <c:pt idx="759">
                  <c:v>1.6417095240000001</c:v>
                </c:pt>
                <c:pt idx="760">
                  <c:v>1.6737594440000001</c:v>
                </c:pt>
                <c:pt idx="761">
                  <c:v>1.7361031240000002</c:v>
                </c:pt>
                <c:pt idx="762">
                  <c:v>1.8092032840000001</c:v>
                </c:pt>
                <c:pt idx="763">
                  <c:v>1.9043652040000001</c:v>
                </c:pt>
                <c:pt idx="764">
                  <c:v>1.9982100040000002</c:v>
                </c:pt>
                <c:pt idx="765">
                  <c:v>2.0996282440000003</c:v>
                </c:pt>
                <c:pt idx="766">
                  <c:v>2.2566948039999999</c:v>
                </c:pt>
                <c:pt idx="767">
                  <c:v>2.3967485640000001</c:v>
                </c:pt>
                <c:pt idx="768">
                  <c:v>2.5974996040000002</c:v>
                </c:pt>
                <c:pt idx="769">
                  <c:v>2.826239444</c:v>
                </c:pt>
                <c:pt idx="770">
                  <c:v>3.119737684</c:v>
                </c:pt>
                <c:pt idx="771">
                  <c:v>3.4622986440000001</c:v>
                </c:pt>
                <c:pt idx="772">
                  <c:v>3.9014484040000004</c:v>
                </c:pt>
                <c:pt idx="773">
                  <c:v>4.386148564</c:v>
                </c:pt>
                <c:pt idx="774">
                  <c:v>4.9421927240000008</c:v>
                </c:pt>
                <c:pt idx="775">
                  <c:v>5.5072372040000008</c:v>
                </c:pt>
                <c:pt idx="776">
                  <c:v>5.8157725640000013</c:v>
                </c:pt>
                <c:pt idx="777">
                  <c:v>6.5184560840000003</c:v>
                </c:pt>
                <c:pt idx="778">
                  <c:v>7.399170324</c:v>
                </c:pt>
                <c:pt idx="779">
                  <c:v>8.0275463240000011</c:v>
                </c:pt>
                <c:pt idx="780">
                  <c:v>8.5876516040000013</c:v>
                </c:pt>
                <c:pt idx="781">
                  <c:v>9.0758640840000009</c:v>
                </c:pt>
                <c:pt idx="782">
                  <c:v>9.513038164000001</c:v>
                </c:pt>
                <c:pt idx="783">
                  <c:v>10.033520084000001</c:v>
                </c:pt>
                <c:pt idx="784">
                  <c:v>10.628968084</c:v>
                </c:pt>
                <c:pt idx="785">
                  <c:v>11.307394644</c:v>
                </c:pt>
                <c:pt idx="786">
                  <c:v>12.082519764000001</c:v>
                </c:pt>
                <c:pt idx="787">
                  <c:v>12.858852244000001</c:v>
                </c:pt>
                <c:pt idx="788">
                  <c:v>13.551218324000002</c:v>
                </c:pt>
                <c:pt idx="789">
                  <c:v>14.102542804</c:v>
                </c:pt>
                <c:pt idx="790">
                  <c:v>14.573962004000002</c:v>
                </c:pt>
                <c:pt idx="791">
                  <c:v>15.100590484000001</c:v>
                </c:pt>
                <c:pt idx="792">
                  <c:v>15.629414164000002</c:v>
                </c:pt>
                <c:pt idx="793">
                  <c:v>16.232106324000004</c:v>
                </c:pt>
                <c:pt idx="794">
                  <c:v>16.933472724000001</c:v>
                </c:pt>
                <c:pt idx="795">
                  <c:v>17.731098644000003</c:v>
                </c:pt>
                <c:pt idx="796">
                  <c:v>18.582067924000004</c:v>
                </c:pt>
                <c:pt idx="797">
                  <c:v>19.433146964000002</c:v>
                </c:pt>
                <c:pt idx="798">
                  <c:v>20.256456724000003</c:v>
                </c:pt>
                <c:pt idx="799">
                  <c:v>21.046618964000004</c:v>
                </c:pt>
                <c:pt idx="800">
                  <c:v>21.839744723999999</c:v>
                </c:pt>
                <c:pt idx="801">
                  <c:v>22.622333523999998</c:v>
                </c:pt>
                <c:pt idx="802">
                  <c:v>23.357945044000001</c:v>
                </c:pt>
                <c:pt idx="803">
                  <c:v>24.042737684000002</c:v>
                </c:pt>
                <c:pt idx="804">
                  <c:v>24.578037204000001</c:v>
                </c:pt>
                <c:pt idx="805">
                  <c:v>25.005991444000003</c:v>
                </c:pt>
                <c:pt idx="806">
                  <c:v>25.359089364000003</c:v>
                </c:pt>
                <c:pt idx="807">
                  <c:v>25.764981844000001</c:v>
                </c:pt>
                <c:pt idx="808">
                  <c:v>26.256377364000002</c:v>
                </c:pt>
                <c:pt idx="809">
                  <c:v>26.810226324000006</c:v>
                </c:pt>
                <c:pt idx="810">
                  <c:v>27.371209684000004</c:v>
                </c:pt>
                <c:pt idx="811">
                  <c:v>27.982133844</c:v>
                </c:pt>
                <c:pt idx="812">
                  <c:v>28.526214163999999</c:v>
                </c:pt>
                <c:pt idx="813">
                  <c:v>28.995547924</c:v>
                </c:pt>
                <c:pt idx="814">
                  <c:v>29.335584404000002</c:v>
                </c:pt>
                <c:pt idx="815">
                  <c:v>29.562787604</c:v>
                </c:pt>
                <c:pt idx="816">
                  <c:v>29.749050324000002</c:v>
                </c:pt>
                <c:pt idx="817">
                  <c:v>29.923239444000004</c:v>
                </c:pt>
                <c:pt idx="818">
                  <c:v>30.194017364000004</c:v>
                </c:pt>
                <c:pt idx="819">
                  <c:v>30.577189524000001</c:v>
                </c:pt>
                <c:pt idx="820">
                  <c:v>31.021278484000003</c:v>
                </c:pt>
                <c:pt idx="821">
                  <c:v>31.407414164000002</c:v>
                </c:pt>
                <c:pt idx="822">
                  <c:v>31.699266004000002</c:v>
                </c:pt>
                <c:pt idx="823">
                  <c:v>31.845576084000001</c:v>
                </c:pt>
                <c:pt idx="824">
                  <c:v>31.948530964000003</c:v>
                </c:pt>
                <c:pt idx="825">
                  <c:v>32.050058964000002</c:v>
                </c:pt>
                <c:pt idx="826">
                  <c:v>32.184405204000001</c:v>
                </c:pt>
                <c:pt idx="827">
                  <c:v>32.340154644000002</c:v>
                </c:pt>
                <c:pt idx="828">
                  <c:v>32.492721044</c:v>
                </c:pt>
                <c:pt idx="829">
                  <c:v>32.573175124000002</c:v>
                </c:pt>
                <c:pt idx="830">
                  <c:v>32.602042004000005</c:v>
                </c:pt>
                <c:pt idx="831">
                  <c:v>32.602481044000001</c:v>
                </c:pt>
                <c:pt idx="832">
                  <c:v>32.602261524000006</c:v>
                </c:pt>
                <c:pt idx="833">
                  <c:v>32.615103444000006</c:v>
                </c:pt>
                <c:pt idx="834">
                  <c:v>32.609944724000002</c:v>
                </c:pt>
                <c:pt idx="835">
                  <c:v>32.589968404000004</c:v>
                </c:pt>
                <c:pt idx="836">
                  <c:v>32.736498004000005</c:v>
                </c:pt>
                <c:pt idx="837">
                  <c:v>32.962274324000006</c:v>
                </c:pt>
                <c:pt idx="838">
                  <c:v>33.184428564000001</c:v>
                </c:pt>
                <c:pt idx="839">
                  <c:v>33.317567443999998</c:v>
                </c:pt>
                <c:pt idx="840">
                  <c:v>33.335568084000002</c:v>
                </c:pt>
                <c:pt idx="841">
                  <c:v>33.186404244000002</c:v>
                </c:pt>
                <c:pt idx="842">
                  <c:v>33.066436564000007</c:v>
                </c:pt>
                <c:pt idx="843">
                  <c:v>33.138768404000004</c:v>
                </c:pt>
                <c:pt idx="844">
                  <c:v>33.378154964000004</c:v>
                </c:pt>
                <c:pt idx="845">
                  <c:v>33.686800084000005</c:v>
                </c:pt>
                <c:pt idx="846">
                  <c:v>33.818073044000002</c:v>
                </c:pt>
                <c:pt idx="847">
                  <c:v>33.687458644000003</c:v>
                </c:pt>
                <c:pt idx="848">
                  <c:v>33.367288724000005</c:v>
                </c:pt>
                <c:pt idx="849">
                  <c:v>32.999263444</c:v>
                </c:pt>
                <c:pt idx="850">
                  <c:v>32.935931924000002</c:v>
                </c:pt>
                <c:pt idx="851">
                  <c:v>33.269931604</c:v>
                </c:pt>
                <c:pt idx="852">
                  <c:v>33.750351124000005</c:v>
                </c:pt>
                <c:pt idx="853">
                  <c:v>34.105205204000001</c:v>
                </c:pt>
                <c:pt idx="854">
                  <c:v>34.242295444</c:v>
                </c:pt>
                <c:pt idx="855">
                  <c:v>34.060971924</c:v>
                </c:pt>
                <c:pt idx="856">
                  <c:v>33.754302484000007</c:v>
                </c:pt>
                <c:pt idx="857">
                  <c:v>33.507452244000007</c:v>
                </c:pt>
                <c:pt idx="858">
                  <c:v>33.485390484</c:v>
                </c:pt>
                <c:pt idx="859">
                  <c:v>33.712703443999999</c:v>
                </c:pt>
                <c:pt idx="860">
                  <c:v>33.917735124000004</c:v>
                </c:pt>
                <c:pt idx="861">
                  <c:v>33.982383764000005</c:v>
                </c:pt>
                <c:pt idx="862">
                  <c:v>33.810609364000001</c:v>
                </c:pt>
                <c:pt idx="863">
                  <c:v>33.419644244000004</c:v>
                </c:pt>
                <c:pt idx="864">
                  <c:v>33.046460244000002</c:v>
                </c:pt>
                <c:pt idx="865">
                  <c:v>33.093986324000007</c:v>
                </c:pt>
                <c:pt idx="866">
                  <c:v>33.450157524000005</c:v>
                </c:pt>
                <c:pt idx="867">
                  <c:v>33.829488084000005</c:v>
                </c:pt>
                <c:pt idx="868">
                  <c:v>34.097192724000003</c:v>
                </c:pt>
                <c:pt idx="869">
                  <c:v>34.060532884000004</c:v>
                </c:pt>
                <c:pt idx="870">
                  <c:v>33.715776724000001</c:v>
                </c:pt>
                <c:pt idx="871">
                  <c:v>33.331067924000003</c:v>
                </c:pt>
                <c:pt idx="872">
                  <c:v>33.154793364000007</c:v>
                </c:pt>
                <c:pt idx="873">
                  <c:v>33.365093524000002</c:v>
                </c:pt>
                <c:pt idx="874">
                  <c:v>33.841781204000007</c:v>
                </c:pt>
                <c:pt idx="875">
                  <c:v>34.175671123999997</c:v>
                </c:pt>
                <c:pt idx="876">
                  <c:v>34.145926164000002</c:v>
                </c:pt>
                <c:pt idx="877">
                  <c:v>33.792169684000001</c:v>
                </c:pt>
                <c:pt idx="878">
                  <c:v>33.360044564000006</c:v>
                </c:pt>
                <c:pt idx="879">
                  <c:v>33.094315604000002</c:v>
                </c:pt>
                <c:pt idx="880">
                  <c:v>33.055241044000006</c:v>
                </c:pt>
                <c:pt idx="881">
                  <c:v>33.244028243999999</c:v>
                </c:pt>
                <c:pt idx="882">
                  <c:v>33.445876884</c:v>
                </c:pt>
                <c:pt idx="883">
                  <c:v>33.458170004000003</c:v>
                </c:pt>
                <c:pt idx="884">
                  <c:v>33.174550164000003</c:v>
                </c:pt>
                <c:pt idx="885">
                  <c:v>32.825184084000007</c:v>
                </c:pt>
                <c:pt idx="886">
                  <c:v>32.687435284000003</c:v>
                </c:pt>
                <c:pt idx="887">
                  <c:v>32.689191444000002</c:v>
                </c:pt>
                <c:pt idx="888">
                  <c:v>32.691167124000003</c:v>
                </c:pt>
                <c:pt idx="889">
                  <c:v>32.638262804000007</c:v>
                </c:pt>
                <c:pt idx="890">
                  <c:v>32.540027604000002</c:v>
                </c:pt>
                <c:pt idx="891">
                  <c:v>32.416657364000002</c:v>
                </c:pt>
                <c:pt idx="892">
                  <c:v>32.416547604000002</c:v>
                </c:pt>
                <c:pt idx="893">
                  <c:v>32.442890004000006</c:v>
                </c:pt>
                <c:pt idx="894">
                  <c:v>32.392290644000006</c:v>
                </c:pt>
                <c:pt idx="895">
                  <c:v>32.268261844000001</c:v>
                </c:pt>
                <c:pt idx="896">
                  <c:v>32.101207123999998</c:v>
                </c:pt>
                <c:pt idx="897">
                  <c:v>31.873455124000003</c:v>
                </c:pt>
                <c:pt idx="898">
                  <c:v>31.561736724000003</c:v>
                </c:pt>
                <c:pt idx="899">
                  <c:v>31.197114004000003</c:v>
                </c:pt>
                <c:pt idx="900">
                  <c:v>30.897578964000001</c:v>
                </c:pt>
                <c:pt idx="901">
                  <c:v>30.678168724000002</c:v>
                </c:pt>
                <c:pt idx="902">
                  <c:v>30.554908244000003</c:v>
                </c:pt>
                <c:pt idx="903">
                  <c:v>30.213883924000001</c:v>
                </c:pt>
                <c:pt idx="904">
                  <c:v>29.714146643999999</c:v>
                </c:pt>
                <c:pt idx="905">
                  <c:v>29.273350484000002</c:v>
                </c:pt>
                <c:pt idx="906">
                  <c:v>28.970742164000001</c:v>
                </c:pt>
                <c:pt idx="907">
                  <c:v>28.673292564000004</c:v>
                </c:pt>
                <c:pt idx="908">
                  <c:v>28.392855764000004</c:v>
                </c:pt>
                <c:pt idx="909">
                  <c:v>28.058856084000002</c:v>
                </c:pt>
                <c:pt idx="910">
                  <c:v>27.616962324000003</c:v>
                </c:pt>
                <c:pt idx="911">
                  <c:v>27.162226644000004</c:v>
                </c:pt>
                <c:pt idx="912">
                  <c:v>26.776420244000004</c:v>
                </c:pt>
                <c:pt idx="913">
                  <c:v>26.507069204000004</c:v>
                </c:pt>
                <c:pt idx="914">
                  <c:v>26.352746644</c:v>
                </c:pt>
                <c:pt idx="915">
                  <c:v>26.133007124000002</c:v>
                </c:pt>
                <c:pt idx="916">
                  <c:v>25.798787923999999</c:v>
                </c:pt>
                <c:pt idx="917">
                  <c:v>25.342296084000004</c:v>
                </c:pt>
                <c:pt idx="918">
                  <c:v>24.802057363999999</c:v>
                </c:pt>
                <c:pt idx="919">
                  <c:v>24.371907924000002</c:v>
                </c:pt>
                <c:pt idx="920">
                  <c:v>24.060409044000004</c:v>
                </c:pt>
                <c:pt idx="921">
                  <c:v>23.846047764000001</c:v>
                </c:pt>
                <c:pt idx="922">
                  <c:v>23.580648084</c:v>
                </c:pt>
                <c:pt idx="923">
                  <c:v>23.167511444000002</c:v>
                </c:pt>
                <c:pt idx="924">
                  <c:v>22.603564563999999</c:v>
                </c:pt>
                <c:pt idx="925">
                  <c:v>22.063545363999999</c:v>
                </c:pt>
                <c:pt idx="926">
                  <c:v>21.707813204000001</c:v>
                </c:pt>
                <c:pt idx="927">
                  <c:v>21.483024724</c:v>
                </c:pt>
                <c:pt idx="928">
                  <c:v>21.244845524000002</c:v>
                </c:pt>
                <c:pt idx="929">
                  <c:v>20.988116884</c:v>
                </c:pt>
                <c:pt idx="930">
                  <c:v>20.605493524</c:v>
                </c:pt>
                <c:pt idx="931">
                  <c:v>20.107402644</c:v>
                </c:pt>
                <c:pt idx="932">
                  <c:v>19.616885203999999</c:v>
                </c:pt>
                <c:pt idx="933">
                  <c:v>19.240298643999999</c:v>
                </c:pt>
                <c:pt idx="934">
                  <c:v>19.053487124</c:v>
                </c:pt>
                <c:pt idx="935">
                  <c:v>18.865687764</c:v>
                </c:pt>
                <c:pt idx="936">
                  <c:v>18.610056724000003</c:v>
                </c:pt>
                <c:pt idx="937">
                  <c:v>18.192639444000001</c:v>
                </c:pt>
                <c:pt idx="938">
                  <c:v>17.689499604000002</c:v>
                </c:pt>
                <c:pt idx="939">
                  <c:v>17.127967443999999</c:v>
                </c:pt>
                <c:pt idx="940">
                  <c:v>16.563691284000001</c:v>
                </c:pt>
                <c:pt idx="941">
                  <c:v>16.078771604</c:v>
                </c:pt>
                <c:pt idx="942">
                  <c:v>15.625901843999999</c:v>
                </c:pt>
                <c:pt idx="943">
                  <c:v>15.140213844000002</c:v>
                </c:pt>
                <c:pt idx="944">
                  <c:v>14.616987924000002</c:v>
                </c:pt>
                <c:pt idx="945">
                  <c:v>14.073236884</c:v>
                </c:pt>
                <c:pt idx="946">
                  <c:v>13.514229204000001</c:v>
                </c:pt>
                <c:pt idx="947">
                  <c:v>12.904731924000002</c:v>
                </c:pt>
                <c:pt idx="948">
                  <c:v>12.340346004000001</c:v>
                </c:pt>
                <c:pt idx="949">
                  <c:v>11.801314644</c:v>
                </c:pt>
                <c:pt idx="950">
                  <c:v>11.210915604</c:v>
                </c:pt>
                <c:pt idx="951">
                  <c:v>10.703604884000001</c:v>
                </c:pt>
                <c:pt idx="952">
                  <c:v>10.262808724000001</c:v>
                </c:pt>
                <c:pt idx="953">
                  <c:v>9.9089424840000007</c:v>
                </c:pt>
                <c:pt idx="954">
                  <c:v>9.5503565640000012</c:v>
                </c:pt>
                <c:pt idx="955">
                  <c:v>9.2012100040000018</c:v>
                </c:pt>
                <c:pt idx="956">
                  <c:v>8.8245136839999994</c:v>
                </c:pt>
                <c:pt idx="957">
                  <c:v>8.4457319240000004</c:v>
                </c:pt>
                <c:pt idx="958">
                  <c:v>8.0518032840000018</c:v>
                </c:pt>
                <c:pt idx="959">
                  <c:v>7.6845463240000003</c:v>
                </c:pt>
                <c:pt idx="960">
                  <c:v>7.3619616840000006</c:v>
                </c:pt>
                <c:pt idx="961">
                  <c:v>7.0755978440000007</c:v>
                </c:pt>
                <c:pt idx="962">
                  <c:v>6.7712333640000004</c:v>
                </c:pt>
                <c:pt idx="963">
                  <c:v>6.4271357640000009</c:v>
                </c:pt>
                <c:pt idx="964">
                  <c:v>6.0284874440000005</c:v>
                </c:pt>
                <c:pt idx="965">
                  <c:v>5.5941671240000002</c:v>
                </c:pt>
                <c:pt idx="966">
                  <c:v>5.1899210440000001</c:v>
                </c:pt>
                <c:pt idx="967">
                  <c:v>4.804334164000001</c:v>
                </c:pt>
                <c:pt idx="968">
                  <c:v>4.4881156040000008</c:v>
                </c:pt>
                <c:pt idx="969">
                  <c:v>4.2288624840000004</c:v>
                </c:pt>
                <c:pt idx="970">
                  <c:v>4.0127450439999999</c:v>
                </c:pt>
                <c:pt idx="971">
                  <c:v>3.8067255240000004</c:v>
                </c:pt>
                <c:pt idx="972">
                  <c:v>3.5845712840000004</c:v>
                </c:pt>
                <c:pt idx="973">
                  <c:v>3.3565997640000003</c:v>
                </c:pt>
                <c:pt idx="974">
                  <c:v>3.1403725640000006</c:v>
                </c:pt>
                <c:pt idx="975">
                  <c:v>2.956414804</c:v>
                </c:pt>
                <c:pt idx="976">
                  <c:v>2.7737741639999998</c:v>
                </c:pt>
                <c:pt idx="977">
                  <c:v>2.587401684</c:v>
                </c:pt>
                <c:pt idx="978">
                  <c:v>2.3890653639999999</c:v>
                </c:pt>
                <c:pt idx="979">
                  <c:v>2.1764602440000003</c:v>
                </c:pt>
                <c:pt idx="980">
                  <c:v>2.0029296840000002</c:v>
                </c:pt>
                <c:pt idx="981">
                  <c:v>1.9658308040000001</c:v>
                </c:pt>
                <c:pt idx="982">
                  <c:v>1.9233536840000001</c:v>
                </c:pt>
                <c:pt idx="983">
                  <c:v>1.7775924040000002</c:v>
                </c:pt>
                <c:pt idx="984">
                  <c:v>1.6565271240000001</c:v>
                </c:pt>
                <c:pt idx="985">
                  <c:v>1.5602676040000001</c:v>
                </c:pt>
                <c:pt idx="986">
                  <c:v>1.5577431240000001</c:v>
                </c:pt>
                <c:pt idx="987">
                  <c:v>1.4562151240000001</c:v>
                </c:pt>
                <c:pt idx="988">
                  <c:v>1.3324058440000002</c:v>
                </c:pt>
                <c:pt idx="989">
                  <c:v>1.2756599240000002</c:v>
                </c:pt>
                <c:pt idx="990">
                  <c:v>1.185546964</c:v>
                </c:pt>
                <c:pt idx="991">
                  <c:v>1.1339597640000001</c:v>
                </c:pt>
                <c:pt idx="992">
                  <c:v>1.0974096840000001</c:v>
                </c:pt>
                <c:pt idx="993">
                  <c:v>1.1008122440000001</c:v>
                </c:pt>
                <c:pt idx="994">
                  <c:v>1.1115687240000001</c:v>
                </c:pt>
                <c:pt idx="995">
                  <c:v>1.1038855240000001</c:v>
                </c:pt>
                <c:pt idx="996">
                  <c:v>1.0828116040000002</c:v>
                </c:pt>
                <c:pt idx="997">
                  <c:v>1.0979584840000001</c:v>
                </c:pt>
                <c:pt idx="998">
                  <c:v>1.122874004</c:v>
                </c:pt>
                <c:pt idx="999">
                  <c:v>1.1786320840000002</c:v>
                </c:pt>
                <c:pt idx="1000">
                  <c:v>1.251951764</c:v>
                </c:pt>
                <c:pt idx="1001">
                  <c:v>1.3734560840000001</c:v>
                </c:pt>
                <c:pt idx="1002">
                  <c:v>1.4651056840000001</c:v>
                </c:pt>
                <c:pt idx="1003">
                  <c:v>1.4479831240000001</c:v>
                </c:pt>
                <c:pt idx="1004">
                  <c:v>1.3745536840000001</c:v>
                </c:pt>
                <c:pt idx="1005">
                  <c:v>1.2471223240000002</c:v>
                </c:pt>
                <c:pt idx="1006">
                  <c:v>1.1529482440000001</c:v>
                </c:pt>
                <c:pt idx="1007">
                  <c:v>1.0908240840000001</c:v>
                </c:pt>
                <c:pt idx="1008">
                  <c:v>1.0279316039999999</c:v>
                </c:pt>
                <c:pt idx="1009">
                  <c:v>0.99193032400000003</c:v>
                </c:pt>
                <c:pt idx="1010">
                  <c:v>0.96317320400000017</c:v>
                </c:pt>
                <c:pt idx="1011">
                  <c:v>0.98556424399999998</c:v>
                </c:pt>
                <c:pt idx="1012">
                  <c:v>0.99061320400000008</c:v>
                </c:pt>
                <c:pt idx="1013">
                  <c:v>0.94791656400000002</c:v>
                </c:pt>
                <c:pt idx="1014">
                  <c:v>0.94352616400000011</c:v>
                </c:pt>
                <c:pt idx="1015">
                  <c:v>0.96668552400000007</c:v>
                </c:pt>
                <c:pt idx="1016">
                  <c:v>0.97535656400000015</c:v>
                </c:pt>
                <c:pt idx="1017">
                  <c:v>1.019041044</c:v>
                </c:pt>
                <c:pt idx="1018">
                  <c:v>1.0801773640000001</c:v>
                </c:pt>
                <c:pt idx="1019">
                  <c:v>1.1517408840000001</c:v>
                </c:pt>
                <c:pt idx="1020">
                  <c:v>1.3100148040000001</c:v>
                </c:pt>
                <c:pt idx="1021">
                  <c:v>1.530961684</c:v>
                </c:pt>
                <c:pt idx="1022">
                  <c:v>1.7385178440000002</c:v>
                </c:pt>
                <c:pt idx="1023">
                  <c:v>1.9385005640000001</c:v>
                </c:pt>
                <c:pt idx="1024">
                  <c:v>2.1961072840000004</c:v>
                </c:pt>
                <c:pt idx="1025">
                  <c:v>2.4607386440000001</c:v>
                </c:pt>
                <c:pt idx="1026">
                  <c:v>2.7024301640000004</c:v>
                </c:pt>
                <c:pt idx="1027">
                  <c:v>2.9350116040000005</c:v>
                </c:pt>
                <c:pt idx="1028">
                  <c:v>3.2226925639999999</c:v>
                </c:pt>
                <c:pt idx="1029">
                  <c:v>3.5034586440000002</c:v>
                </c:pt>
                <c:pt idx="1030">
                  <c:v>3.8688496840000002</c:v>
                </c:pt>
                <c:pt idx="1031">
                  <c:v>4.2269965640000002</c:v>
                </c:pt>
                <c:pt idx="1032">
                  <c:v>4.5375076040000009</c:v>
                </c:pt>
                <c:pt idx="1033">
                  <c:v>4.7733818440000002</c:v>
                </c:pt>
                <c:pt idx="1034">
                  <c:v>5.1029911240000008</c:v>
                </c:pt>
                <c:pt idx="1035">
                  <c:v>5.5266647240000006</c:v>
                </c:pt>
                <c:pt idx="1036">
                  <c:v>5.9717415239999996</c:v>
                </c:pt>
                <c:pt idx="1037">
                  <c:v>6.2427389639999999</c:v>
                </c:pt>
                <c:pt idx="1038">
                  <c:v>6.9850458440000001</c:v>
                </c:pt>
                <c:pt idx="1039">
                  <c:v>8.1071223240000005</c:v>
                </c:pt>
                <c:pt idx="1040">
                  <c:v>9.0108861640000004</c:v>
                </c:pt>
                <c:pt idx="1041">
                  <c:v>9.8501111240000014</c:v>
                </c:pt>
                <c:pt idx="1042">
                  <c:v>10.620297044000001</c:v>
                </c:pt>
                <c:pt idx="1043">
                  <c:v>11.338346964000001</c:v>
                </c:pt>
                <c:pt idx="1044">
                  <c:v>12.091520084000001</c:v>
                </c:pt>
                <c:pt idx="1045">
                  <c:v>12.871035604000001</c:v>
                </c:pt>
                <c:pt idx="1046">
                  <c:v>13.640343444000001</c:v>
                </c:pt>
                <c:pt idx="1047">
                  <c:v>14.446091604000001</c:v>
                </c:pt>
                <c:pt idx="1048">
                  <c:v>15.435907284000001</c:v>
                </c:pt>
                <c:pt idx="1049">
                  <c:v>16.597168084</c:v>
                </c:pt>
                <c:pt idx="1050">
                  <c:v>17.734720724000002</c:v>
                </c:pt>
                <c:pt idx="1051">
                  <c:v>18.571091924000001</c:v>
                </c:pt>
                <c:pt idx="1052">
                  <c:v>19.134929044000003</c:v>
                </c:pt>
                <c:pt idx="1053">
                  <c:v>19.522162324000004</c:v>
                </c:pt>
                <c:pt idx="1054">
                  <c:v>19.858906004000001</c:v>
                </c:pt>
                <c:pt idx="1055">
                  <c:v>20.349752724000002</c:v>
                </c:pt>
                <c:pt idx="1056">
                  <c:v>20.974067604000002</c:v>
                </c:pt>
                <c:pt idx="1057">
                  <c:v>21.712313364</c:v>
                </c:pt>
                <c:pt idx="1058">
                  <c:v>22.543855124000004</c:v>
                </c:pt>
                <c:pt idx="1059">
                  <c:v>23.354542484</c:v>
                </c:pt>
                <c:pt idx="1060">
                  <c:v>24.134167764000001</c:v>
                </c:pt>
                <c:pt idx="1061">
                  <c:v>24.819728724000001</c:v>
                </c:pt>
                <c:pt idx="1062">
                  <c:v>25.394651604000003</c:v>
                </c:pt>
                <c:pt idx="1063">
                  <c:v>25.812507924000002</c:v>
                </c:pt>
                <c:pt idx="1064">
                  <c:v>26.180313684000005</c:v>
                </c:pt>
                <c:pt idx="1065">
                  <c:v>26.628354004000002</c:v>
                </c:pt>
                <c:pt idx="1066">
                  <c:v>27.135006164000004</c:v>
                </c:pt>
                <c:pt idx="1067">
                  <c:v>27.645170644000004</c:v>
                </c:pt>
                <c:pt idx="1068">
                  <c:v>28.115492244000002</c:v>
                </c:pt>
                <c:pt idx="1069">
                  <c:v>28.587899284000002</c:v>
                </c:pt>
                <c:pt idx="1070">
                  <c:v>29.182469204</c:v>
                </c:pt>
                <c:pt idx="1071">
                  <c:v>29.870335124</c:v>
                </c:pt>
                <c:pt idx="1072">
                  <c:v>30.502552724000001</c:v>
                </c:pt>
                <c:pt idx="1073">
                  <c:v>31.022485844000006</c:v>
                </c:pt>
                <c:pt idx="1074">
                  <c:v>31.488965843999999</c:v>
                </c:pt>
                <c:pt idx="1075">
                  <c:v>31.792891284</c:v>
                </c:pt>
                <c:pt idx="1076">
                  <c:v>31.951933524000001</c:v>
                </c:pt>
                <c:pt idx="1077">
                  <c:v>32.024265364000001</c:v>
                </c:pt>
                <c:pt idx="1078">
                  <c:v>32.050058964000002</c:v>
                </c:pt>
                <c:pt idx="1079">
                  <c:v>32.099670484000001</c:v>
                </c:pt>
                <c:pt idx="1080">
                  <c:v>32.302287444000001</c:v>
                </c:pt>
                <c:pt idx="1081">
                  <c:v>32.555394004</c:v>
                </c:pt>
                <c:pt idx="1082">
                  <c:v>32.861953684000007</c:v>
                </c:pt>
                <c:pt idx="1083">
                  <c:v>33.128780244000005</c:v>
                </c:pt>
                <c:pt idx="1084">
                  <c:v>33.271029204000001</c:v>
                </c:pt>
                <c:pt idx="1085">
                  <c:v>33.403399764</c:v>
                </c:pt>
                <c:pt idx="1086">
                  <c:v>33.635981204000004</c:v>
                </c:pt>
                <c:pt idx="1087">
                  <c:v>33.920479124000003</c:v>
                </c:pt>
                <c:pt idx="1088">
                  <c:v>34.163158484</c:v>
                </c:pt>
                <c:pt idx="1089">
                  <c:v>34.298163284000005</c:v>
                </c:pt>
                <c:pt idx="1090">
                  <c:v>34.326591124000004</c:v>
                </c:pt>
                <c:pt idx="1091">
                  <c:v>34.323078803999998</c:v>
                </c:pt>
                <c:pt idx="1092">
                  <c:v>34.354140884000003</c:v>
                </c:pt>
                <c:pt idx="1093">
                  <c:v>34.363690003999999</c:v>
                </c:pt>
                <c:pt idx="1094">
                  <c:v>34.324066644000006</c:v>
                </c:pt>
                <c:pt idx="1095">
                  <c:v>34.334603604000002</c:v>
                </c:pt>
                <c:pt idx="1096">
                  <c:v>34.406276884</c:v>
                </c:pt>
                <c:pt idx="1097">
                  <c:v>34.412642964000007</c:v>
                </c:pt>
                <c:pt idx="1098">
                  <c:v>34.373568404000004</c:v>
                </c:pt>
                <c:pt idx="1099">
                  <c:v>34.448314964000005</c:v>
                </c:pt>
                <c:pt idx="1100">
                  <c:v>34.764314003999999</c:v>
                </c:pt>
                <c:pt idx="1101">
                  <c:v>35.180523923999999</c:v>
                </c:pt>
                <c:pt idx="1102">
                  <c:v>35.532634004000002</c:v>
                </c:pt>
                <c:pt idx="1103">
                  <c:v>35.700237524000002</c:v>
                </c:pt>
                <c:pt idx="1104">
                  <c:v>35.634381523999998</c:v>
                </c:pt>
                <c:pt idx="1105">
                  <c:v>35.296101204000003</c:v>
                </c:pt>
                <c:pt idx="1106">
                  <c:v>34.906233684</c:v>
                </c:pt>
                <c:pt idx="1107">
                  <c:v>34.788131924000005</c:v>
                </c:pt>
                <c:pt idx="1108">
                  <c:v>35.100838164000002</c:v>
                </c:pt>
                <c:pt idx="1109">
                  <c:v>35.518914004000003</c:v>
                </c:pt>
                <c:pt idx="1110">
                  <c:v>35.794192084000002</c:v>
                </c:pt>
                <c:pt idx="1111">
                  <c:v>35.805826644</c:v>
                </c:pt>
                <c:pt idx="1112">
                  <c:v>35.544049044000005</c:v>
                </c:pt>
                <c:pt idx="1113">
                  <c:v>35.250331284000005</c:v>
                </c:pt>
                <c:pt idx="1114">
                  <c:v>35.232111123999999</c:v>
                </c:pt>
                <c:pt idx="1115">
                  <c:v>35.632954644000002</c:v>
                </c:pt>
                <c:pt idx="1116">
                  <c:v>36.208865363999998</c:v>
                </c:pt>
                <c:pt idx="1117">
                  <c:v>36.473826004000003</c:v>
                </c:pt>
                <c:pt idx="1118">
                  <c:v>36.391725524000002</c:v>
                </c:pt>
                <c:pt idx="1119">
                  <c:v>35.972881364000003</c:v>
                </c:pt>
                <c:pt idx="1120">
                  <c:v>35.423422804000005</c:v>
                </c:pt>
                <c:pt idx="1121">
                  <c:v>35.171962644000004</c:v>
                </c:pt>
                <c:pt idx="1122">
                  <c:v>35.447350484000005</c:v>
                </c:pt>
                <c:pt idx="1123">
                  <c:v>35.977710804000004</c:v>
                </c:pt>
                <c:pt idx="1124">
                  <c:v>36.302271124000001</c:v>
                </c:pt>
                <c:pt idx="1125">
                  <c:v>36.220060883999999</c:v>
                </c:pt>
                <c:pt idx="1126">
                  <c:v>35.809448724000006</c:v>
                </c:pt>
                <c:pt idx="1127">
                  <c:v>35.482363924000005</c:v>
                </c:pt>
                <c:pt idx="1128">
                  <c:v>35.344724884000001</c:v>
                </c:pt>
                <c:pt idx="1129">
                  <c:v>35.642064724000001</c:v>
                </c:pt>
                <c:pt idx="1130">
                  <c:v>36.179888724000001</c:v>
                </c:pt>
                <c:pt idx="1131">
                  <c:v>36.428604884000002</c:v>
                </c:pt>
                <c:pt idx="1132">
                  <c:v>36.388432724000005</c:v>
                </c:pt>
                <c:pt idx="1133">
                  <c:v>36.192511123999999</c:v>
                </c:pt>
                <c:pt idx="1134">
                  <c:v>35.891110164000004</c:v>
                </c:pt>
                <c:pt idx="1135">
                  <c:v>35.699359444000002</c:v>
                </c:pt>
                <c:pt idx="1136">
                  <c:v>35.733055763999999</c:v>
                </c:pt>
                <c:pt idx="1137">
                  <c:v>35.904830164000003</c:v>
                </c:pt>
                <c:pt idx="1138">
                  <c:v>35.934575124000006</c:v>
                </c:pt>
                <c:pt idx="1139">
                  <c:v>35.733714324000005</c:v>
                </c:pt>
                <c:pt idx="1140">
                  <c:v>35.315089684</c:v>
                </c:pt>
                <c:pt idx="1141">
                  <c:v>35.023457364000002</c:v>
                </c:pt>
                <c:pt idx="1142">
                  <c:v>35.167791764</c:v>
                </c:pt>
                <c:pt idx="1143">
                  <c:v>35.584879764</c:v>
                </c:pt>
                <c:pt idx="1144">
                  <c:v>35.875085204000001</c:v>
                </c:pt>
                <c:pt idx="1145">
                  <c:v>35.709237844000008</c:v>
                </c:pt>
                <c:pt idx="1146">
                  <c:v>35.251648404000001</c:v>
                </c:pt>
                <c:pt idx="1147">
                  <c:v>34.825669844000004</c:v>
                </c:pt>
                <c:pt idx="1148">
                  <c:v>34.663225044000001</c:v>
                </c:pt>
                <c:pt idx="1149">
                  <c:v>34.695604244000002</c:v>
                </c:pt>
                <c:pt idx="1150">
                  <c:v>34.749715924000007</c:v>
                </c:pt>
                <c:pt idx="1151">
                  <c:v>34.731715284000003</c:v>
                </c:pt>
                <c:pt idx="1152">
                  <c:v>34.566306963999999</c:v>
                </c:pt>
                <c:pt idx="1153">
                  <c:v>34.398703444000006</c:v>
                </c:pt>
                <c:pt idx="1154">
                  <c:v>34.222099604</c:v>
                </c:pt>
                <c:pt idx="1155">
                  <c:v>34.151523924000003</c:v>
                </c:pt>
                <c:pt idx="1156">
                  <c:v>34.193232723999998</c:v>
                </c:pt>
                <c:pt idx="1157">
                  <c:v>34.223526484000004</c:v>
                </c:pt>
                <c:pt idx="1158">
                  <c:v>34.073374804000004</c:v>
                </c:pt>
                <c:pt idx="1159">
                  <c:v>33.744424084000002</c:v>
                </c:pt>
                <c:pt idx="1160">
                  <c:v>33.370362004</c:v>
                </c:pt>
                <c:pt idx="1161">
                  <c:v>33.147658964000001</c:v>
                </c:pt>
                <c:pt idx="1162">
                  <c:v>33.085864084000001</c:v>
                </c:pt>
                <c:pt idx="1163">
                  <c:v>33.074558804000006</c:v>
                </c:pt>
                <c:pt idx="1164">
                  <c:v>33.036801363999999</c:v>
                </c:pt>
                <c:pt idx="1165">
                  <c:v>32.808061524000003</c:v>
                </c:pt>
                <c:pt idx="1166">
                  <c:v>32.383290324000001</c:v>
                </c:pt>
                <c:pt idx="1167">
                  <c:v>32.026789844</c:v>
                </c:pt>
                <c:pt idx="1168">
                  <c:v>31.667216084000003</c:v>
                </c:pt>
                <c:pt idx="1169">
                  <c:v>31.177576724000001</c:v>
                </c:pt>
                <c:pt idx="1170">
                  <c:v>30.791770324000002</c:v>
                </c:pt>
                <c:pt idx="1171">
                  <c:v>30.587397204000002</c:v>
                </c:pt>
                <c:pt idx="1172">
                  <c:v>30.402561364000004</c:v>
                </c:pt>
                <c:pt idx="1173">
                  <c:v>30.124758804000002</c:v>
                </c:pt>
                <c:pt idx="1174">
                  <c:v>29.784283284000004</c:v>
                </c:pt>
                <c:pt idx="1175">
                  <c:v>29.506919764000003</c:v>
                </c:pt>
                <c:pt idx="1176">
                  <c:v>29.346450644000004</c:v>
                </c:pt>
                <c:pt idx="1177">
                  <c:v>29.243276244000004</c:v>
                </c:pt>
                <c:pt idx="1178">
                  <c:v>29.070623764</c:v>
                </c:pt>
                <c:pt idx="1179">
                  <c:v>28.787223444000002</c:v>
                </c:pt>
                <c:pt idx="1180">
                  <c:v>28.415356564000003</c:v>
                </c:pt>
                <c:pt idx="1181">
                  <c:v>28.010232404000003</c:v>
                </c:pt>
                <c:pt idx="1182">
                  <c:v>27.594351764000002</c:v>
                </c:pt>
                <c:pt idx="1183">
                  <c:v>27.212386964</c:v>
                </c:pt>
                <c:pt idx="1184">
                  <c:v>26.892217044000002</c:v>
                </c:pt>
                <c:pt idx="1185">
                  <c:v>26.574242324000004</c:v>
                </c:pt>
                <c:pt idx="1186">
                  <c:v>26.253523604000002</c:v>
                </c:pt>
                <c:pt idx="1187">
                  <c:v>25.945537044000002</c:v>
                </c:pt>
                <c:pt idx="1188">
                  <c:v>25.510448404000005</c:v>
                </c:pt>
                <c:pt idx="1189">
                  <c:v>25.028272724000001</c:v>
                </c:pt>
                <c:pt idx="1190">
                  <c:v>24.621502164000002</c:v>
                </c:pt>
                <c:pt idx="1191">
                  <c:v>24.306490964000005</c:v>
                </c:pt>
                <c:pt idx="1192">
                  <c:v>24.075336404000002</c:v>
                </c:pt>
                <c:pt idx="1193">
                  <c:v>23.954819924000002</c:v>
                </c:pt>
                <c:pt idx="1194">
                  <c:v>23.839132884000005</c:v>
                </c:pt>
                <c:pt idx="1195">
                  <c:v>23.614673684000003</c:v>
                </c:pt>
                <c:pt idx="1196">
                  <c:v>23.183426644000001</c:v>
                </c:pt>
                <c:pt idx="1197">
                  <c:v>22.688299284000003</c:v>
                </c:pt>
                <c:pt idx="1198">
                  <c:v>22.231148884000003</c:v>
                </c:pt>
                <c:pt idx="1199">
                  <c:v>21.830195604</c:v>
                </c:pt>
                <c:pt idx="1200">
                  <c:v>21.480500244000002</c:v>
                </c:pt>
                <c:pt idx="1201">
                  <c:v>21.099962324</c:v>
                </c:pt>
                <c:pt idx="1202">
                  <c:v>20.676398484000003</c:v>
                </c:pt>
                <c:pt idx="1203">
                  <c:v>20.229236243999999</c:v>
                </c:pt>
                <c:pt idx="1204">
                  <c:v>19.902919764</c:v>
                </c:pt>
                <c:pt idx="1205">
                  <c:v>19.668362644000002</c:v>
                </c:pt>
                <c:pt idx="1206">
                  <c:v>19.526003924000001</c:v>
                </c:pt>
                <c:pt idx="1207">
                  <c:v>19.309996244000001</c:v>
                </c:pt>
                <c:pt idx="1208">
                  <c:v>18.979069844000001</c:v>
                </c:pt>
                <c:pt idx="1209">
                  <c:v>18.456392724000001</c:v>
                </c:pt>
                <c:pt idx="1210">
                  <c:v>17.732086484</c:v>
                </c:pt>
                <c:pt idx="1211">
                  <c:v>16.970571604</c:v>
                </c:pt>
                <c:pt idx="1212">
                  <c:v>16.367769684000002</c:v>
                </c:pt>
                <c:pt idx="1213">
                  <c:v>15.959242964</c:v>
                </c:pt>
                <c:pt idx="1214">
                  <c:v>15.637536404000002</c:v>
                </c:pt>
                <c:pt idx="1215">
                  <c:v>15.323183764000001</c:v>
                </c:pt>
                <c:pt idx="1216">
                  <c:v>14.835081044000001</c:v>
                </c:pt>
                <c:pt idx="1217">
                  <c:v>14.222730004000001</c:v>
                </c:pt>
                <c:pt idx="1218">
                  <c:v>13.583378004000002</c:v>
                </c:pt>
                <c:pt idx="1219">
                  <c:v>13.055761684</c:v>
                </c:pt>
                <c:pt idx="1220">
                  <c:v>12.721103444000001</c:v>
                </c:pt>
                <c:pt idx="1221">
                  <c:v>12.508937364000001</c:v>
                </c:pt>
                <c:pt idx="1222">
                  <c:v>12.333321364000001</c:v>
                </c:pt>
                <c:pt idx="1223">
                  <c:v>12.116106324</c:v>
                </c:pt>
                <c:pt idx="1224">
                  <c:v>11.751812884</c:v>
                </c:pt>
                <c:pt idx="1225">
                  <c:v>11.235611604000001</c:v>
                </c:pt>
                <c:pt idx="1226">
                  <c:v>10.673640404</c:v>
                </c:pt>
                <c:pt idx="1227">
                  <c:v>10.100034644000001</c:v>
                </c:pt>
                <c:pt idx="1228">
                  <c:v>9.5883335240000012</c:v>
                </c:pt>
                <c:pt idx="1229">
                  <c:v>9.1462202440000002</c:v>
                </c:pt>
                <c:pt idx="1230">
                  <c:v>8.7817072840000012</c:v>
                </c:pt>
                <c:pt idx="1231">
                  <c:v>8.4126941640000013</c:v>
                </c:pt>
                <c:pt idx="1232">
                  <c:v>7.9963744840000013</c:v>
                </c:pt>
                <c:pt idx="1233">
                  <c:v>7.6104583240000006</c:v>
                </c:pt>
                <c:pt idx="1234">
                  <c:v>7.1683450440000005</c:v>
                </c:pt>
                <c:pt idx="1235">
                  <c:v>6.7343540040000001</c:v>
                </c:pt>
                <c:pt idx="1236">
                  <c:v>6.3743412040000003</c:v>
                </c:pt>
                <c:pt idx="1237">
                  <c:v>6.0490125639999999</c:v>
                </c:pt>
                <c:pt idx="1238">
                  <c:v>5.7236839240000004</c:v>
                </c:pt>
                <c:pt idx="1239">
                  <c:v>5.4344663239999997</c:v>
                </c:pt>
                <c:pt idx="1240">
                  <c:v>5.1411876039999997</c:v>
                </c:pt>
                <c:pt idx="1241">
                  <c:v>4.8216762440000007</c:v>
                </c:pt>
                <c:pt idx="1242">
                  <c:v>4.5463981640000002</c:v>
                </c:pt>
                <c:pt idx="1243">
                  <c:v>4.2666199240000005</c:v>
                </c:pt>
                <c:pt idx="1244">
                  <c:v>4.0188916040000002</c:v>
                </c:pt>
                <c:pt idx="1245">
                  <c:v>3.8296653640000002</c:v>
                </c:pt>
                <c:pt idx="1246">
                  <c:v>3.6144260040000002</c:v>
                </c:pt>
                <c:pt idx="1247">
                  <c:v>3.3922717640000002</c:v>
                </c:pt>
                <c:pt idx="1248">
                  <c:v>3.2303757640000001</c:v>
                </c:pt>
                <c:pt idx="1249">
                  <c:v>3.0486132040000005</c:v>
                </c:pt>
                <c:pt idx="1250">
                  <c:v>2.8793632840000001</c:v>
                </c:pt>
                <c:pt idx="1251">
                  <c:v>2.7195527240000006</c:v>
                </c:pt>
                <c:pt idx="1252">
                  <c:v>2.5526077640000002</c:v>
                </c:pt>
                <c:pt idx="1253">
                  <c:v>2.4121149640000001</c:v>
                </c:pt>
                <c:pt idx="1254">
                  <c:v>2.2831469640000002</c:v>
                </c:pt>
                <c:pt idx="1255">
                  <c:v>2.1698746440000001</c:v>
                </c:pt>
                <c:pt idx="1256">
                  <c:v>2.1205924040000004</c:v>
                </c:pt>
                <c:pt idx="1257">
                  <c:v>2.1254218439999999</c:v>
                </c:pt>
                <c:pt idx="1258">
                  <c:v>2.1075309640000004</c:v>
                </c:pt>
                <c:pt idx="1259">
                  <c:v>2.0489191240000002</c:v>
                </c:pt>
                <c:pt idx="1260">
                  <c:v>1.8941575240000001</c:v>
                </c:pt>
                <c:pt idx="1261">
                  <c:v>1.6892356040000003</c:v>
                </c:pt>
                <c:pt idx="1262">
                  <c:v>1.5631213640000001</c:v>
                </c:pt>
                <c:pt idx="1263">
                  <c:v>1.4395316040000001</c:v>
                </c:pt>
                <c:pt idx="1264">
                  <c:v>1.340528084</c:v>
                </c:pt>
                <c:pt idx="1265">
                  <c:v>1.2791722440000002</c:v>
                </c:pt>
                <c:pt idx="1266">
                  <c:v>1.1846688840000001</c:v>
                </c:pt>
                <c:pt idx="1267">
                  <c:v>1.0588839240000001</c:v>
                </c:pt>
                <c:pt idx="1268">
                  <c:v>0.97294184400000006</c:v>
                </c:pt>
                <c:pt idx="1269">
                  <c:v>0.90203688400000004</c:v>
                </c:pt>
                <c:pt idx="1270">
                  <c:v>0.84551048400000006</c:v>
                </c:pt>
                <c:pt idx="1271">
                  <c:v>0.76538568400000007</c:v>
                </c:pt>
                <c:pt idx="1272">
                  <c:v>0.695797844</c:v>
                </c:pt>
                <c:pt idx="1273">
                  <c:v>0.66539432399999998</c:v>
                </c:pt>
                <c:pt idx="1274">
                  <c:v>0.65386952399999998</c:v>
                </c:pt>
                <c:pt idx="1275">
                  <c:v>0.67187016399999999</c:v>
                </c:pt>
                <c:pt idx="1276">
                  <c:v>0.66835784400000009</c:v>
                </c:pt>
                <c:pt idx="1277">
                  <c:v>0.67022376399999994</c:v>
                </c:pt>
                <c:pt idx="1278">
                  <c:v>0.65749160399999995</c:v>
                </c:pt>
                <c:pt idx="1279">
                  <c:v>0.63027112400000007</c:v>
                </c:pt>
                <c:pt idx="1280">
                  <c:v>0.62730760399999996</c:v>
                </c:pt>
                <c:pt idx="1281">
                  <c:v>0.67856552400000014</c:v>
                </c:pt>
                <c:pt idx="1282">
                  <c:v>0.68504136400000004</c:v>
                </c:pt>
                <c:pt idx="1283">
                  <c:v>0.71401800400000004</c:v>
                </c:pt>
                <c:pt idx="1284">
                  <c:v>0.75473896400000007</c:v>
                </c:pt>
                <c:pt idx="1285">
                  <c:v>0.78602056400000009</c:v>
                </c:pt>
                <c:pt idx="1286">
                  <c:v>0.78602056400000009</c:v>
                </c:pt>
                <c:pt idx="1287">
                  <c:v>0.78821576400000004</c:v>
                </c:pt>
                <c:pt idx="1288">
                  <c:v>0.78887432400000002</c:v>
                </c:pt>
                <c:pt idx="1289">
                  <c:v>0.78031304400000012</c:v>
                </c:pt>
                <c:pt idx="1290">
                  <c:v>0.7972160840000001</c:v>
                </c:pt>
                <c:pt idx="1291">
                  <c:v>0.81324104399999997</c:v>
                </c:pt>
              </c:numCache>
            </c:numRef>
          </c:xVal>
          <c:yVal>
            <c:numRef>
              <c:f>[1]Sheet1!$T$2:$T$1293</c:f>
              <c:numCache>
                <c:formatCode>General</c:formatCode>
                <c:ptCount val="1292"/>
                <c:pt idx="1">
                  <c:v>91.43822999999999</c:v>
                </c:pt>
                <c:pt idx="2">
                  <c:v>91.469450000000009</c:v>
                </c:pt>
                <c:pt idx="3">
                  <c:v>91.497870000000006</c:v>
                </c:pt>
                <c:pt idx="4">
                  <c:v>91.520089999999996</c:v>
                </c:pt>
                <c:pt idx="5">
                  <c:v>91.540769999999995</c:v>
                </c:pt>
                <c:pt idx="6">
                  <c:v>91.526700000000005</c:v>
                </c:pt>
                <c:pt idx="7">
                  <c:v>91.518810000000002</c:v>
                </c:pt>
                <c:pt idx="8">
                  <c:v>91.510499999999993</c:v>
                </c:pt>
                <c:pt idx="9">
                  <c:v>91.504279999999994</c:v>
                </c:pt>
                <c:pt idx="10">
                  <c:v>91.517219999999995</c:v>
                </c:pt>
                <c:pt idx="11">
                  <c:v>91.675470000000004</c:v>
                </c:pt>
                <c:pt idx="12">
                  <c:v>91.679359999999988</c:v>
                </c:pt>
                <c:pt idx="13">
                  <c:v>91.767959999999988</c:v>
                </c:pt>
                <c:pt idx="14">
                  <c:v>91.854320000000001</c:v>
                </c:pt>
                <c:pt idx="15">
                  <c:v>92.07208</c:v>
                </c:pt>
                <c:pt idx="16">
                  <c:v>92.391070000000013</c:v>
                </c:pt>
                <c:pt idx="17">
                  <c:v>92.610620000000011</c:v>
                </c:pt>
                <c:pt idx="18">
                  <c:v>92.647429999999986</c:v>
                </c:pt>
                <c:pt idx="19">
                  <c:v>92.514929999999993</c:v>
                </c:pt>
                <c:pt idx="20">
                  <c:v>92.792010000000005</c:v>
                </c:pt>
                <c:pt idx="21">
                  <c:v>92.727140000000006</c:v>
                </c:pt>
                <c:pt idx="22">
                  <c:v>92.717810000000014</c:v>
                </c:pt>
                <c:pt idx="23">
                  <c:v>92.986829999999998</c:v>
                </c:pt>
                <c:pt idx="24">
                  <c:v>92.916910000000001</c:v>
                </c:pt>
                <c:pt idx="25">
                  <c:v>93.085669999999993</c:v>
                </c:pt>
                <c:pt idx="26">
                  <c:v>93.179130000000015</c:v>
                </c:pt>
                <c:pt idx="27">
                  <c:v>93.007080000000002</c:v>
                </c:pt>
                <c:pt idx="28">
                  <c:v>93.142300000000006</c:v>
                </c:pt>
                <c:pt idx="29">
                  <c:v>93.204209999999989</c:v>
                </c:pt>
                <c:pt idx="30">
                  <c:v>93.112300000000005</c:v>
                </c:pt>
                <c:pt idx="31">
                  <c:v>93.116029999999995</c:v>
                </c:pt>
                <c:pt idx="32">
                  <c:v>93.218519999999998</c:v>
                </c:pt>
                <c:pt idx="33">
                  <c:v>93.16019</c:v>
                </c:pt>
                <c:pt idx="34">
                  <c:v>93.095890000000011</c:v>
                </c:pt>
                <c:pt idx="35">
                  <c:v>93.117379999999997</c:v>
                </c:pt>
                <c:pt idx="36">
                  <c:v>93.164709999999999</c:v>
                </c:pt>
                <c:pt idx="37">
                  <c:v>93.020980000000009</c:v>
                </c:pt>
                <c:pt idx="38">
                  <c:v>93.115819999999999</c:v>
                </c:pt>
                <c:pt idx="39">
                  <c:v>93.270520000000005</c:v>
                </c:pt>
                <c:pt idx="40">
                  <c:v>93.343260000000015</c:v>
                </c:pt>
                <c:pt idx="41">
                  <c:v>93.230530000000002</c:v>
                </c:pt>
                <c:pt idx="42">
                  <c:v>93.280999999999992</c:v>
                </c:pt>
                <c:pt idx="43">
                  <c:v>93.320149999999998</c:v>
                </c:pt>
                <c:pt idx="44">
                  <c:v>93.376289999999997</c:v>
                </c:pt>
                <c:pt idx="45">
                  <c:v>93.4</c:v>
                </c:pt>
                <c:pt idx="46">
                  <c:v>93.333460000000002</c:v>
                </c:pt>
                <c:pt idx="47">
                  <c:v>93.281059999999997</c:v>
                </c:pt>
                <c:pt idx="48">
                  <c:v>93.240839999999992</c:v>
                </c:pt>
                <c:pt idx="49">
                  <c:v>93.32629</c:v>
                </c:pt>
                <c:pt idx="50">
                  <c:v>93.455840000000009</c:v>
                </c:pt>
                <c:pt idx="51">
                  <c:v>93.43329</c:v>
                </c:pt>
                <c:pt idx="52">
                  <c:v>93.413389999999993</c:v>
                </c:pt>
                <c:pt idx="53">
                  <c:v>93.404840000000007</c:v>
                </c:pt>
                <c:pt idx="54">
                  <c:v>93.370159999999998</c:v>
                </c:pt>
                <c:pt idx="55">
                  <c:v>93.431539999999998</c:v>
                </c:pt>
                <c:pt idx="56">
                  <c:v>93.405489999999986</c:v>
                </c:pt>
                <c:pt idx="57">
                  <c:v>93.39833999999999</c:v>
                </c:pt>
                <c:pt idx="58">
                  <c:v>93.396039999999999</c:v>
                </c:pt>
                <c:pt idx="59">
                  <c:v>93.380810000000011</c:v>
                </c:pt>
                <c:pt idx="60">
                  <c:v>93.38485</c:v>
                </c:pt>
                <c:pt idx="61">
                  <c:v>93.387019999999993</c:v>
                </c:pt>
                <c:pt idx="62">
                  <c:v>93.37621</c:v>
                </c:pt>
                <c:pt idx="63">
                  <c:v>93.367789999999999</c:v>
                </c:pt>
                <c:pt idx="64">
                  <c:v>93.32762000000001</c:v>
                </c:pt>
                <c:pt idx="65">
                  <c:v>93.40016</c:v>
                </c:pt>
                <c:pt idx="66">
                  <c:v>93.325890000000001</c:v>
                </c:pt>
                <c:pt idx="67">
                  <c:v>93.497249999999994</c:v>
                </c:pt>
                <c:pt idx="68">
                  <c:v>93.510649999999998</c:v>
                </c:pt>
                <c:pt idx="69">
                  <c:v>93.38843</c:v>
                </c:pt>
                <c:pt idx="70">
                  <c:v>93.104460000000003</c:v>
                </c:pt>
                <c:pt idx="71">
                  <c:v>93.106380000000001</c:v>
                </c:pt>
                <c:pt idx="72">
                  <c:v>93.094509999999985</c:v>
                </c:pt>
                <c:pt idx="73">
                  <c:v>93.272049999999993</c:v>
                </c:pt>
                <c:pt idx="74">
                  <c:v>92.92934000000001</c:v>
                </c:pt>
                <c:pt idx="75">
                  <c:v>93.018590000000003</c:v>
                </c:pt>
                <c:pt idx="76">
                  <c:v>92.986439999999988</c:v>
                </c:pt>
                <c:pt idx="77">
                  <c:v>92.976030000000009</c:v>
                </c:pt>
                <c:pt idx="78">
                  <c:v>92.846030000000013</c:v>
                </c:pt>
                <c:pt idx="79">
                  <c:v>92.61618</c:v>
                </c:pt>
                <c:pt idx="80">
                  <c:v>92.518280000000004</c:v>
                </c:pt>
                <c:pt idx="81">
                  <c:v>92.439820000000012</c:v>
                </c:pt>
                <c:pt idx="82">
                  <c:v>92.402739999999994</c:v>
                </c:pt>
                <c:pt idx="83">
                  <c:v>92.519899999999993</c:v>
                </c:pt>
                <c:pt idx="84">
                  <c:v>92.230289999999997</c:v>
                </c:pt>
                <c:pt idx="85">
                  <c:v>92.170810000000003</c:v>
                </c:pt>
                <c:pt idx="86">
                  <c:v>92.23857000000001</c:v>
                </c:pt>
                <c:pt idx="87">
                  <c:v>92.048240000000007</c:v>
                </c:pt>
                <c:pt idx="88">
                  <c:v>91.910240000000002</c:v>
                </c:pt>
                <c:pt idx="89">
                  <c:v>91.803269999999998</c:v>
                </c:pt>
                <c:pt idx="90">
                  <c:v>91.803510000000003</c:v>
                </c:pt>
                <c:pt idx="91">
                  <c:v>91.780320000000003</c:v>
                </c:pt>
                <c:pt idx="92">
                  <c:v>91.91574</c:v>
                </c:pt>
                <c:pt idx="93">
                  <c:v>91.719200000000001</c:v>
                </c:pt>
                <c:pt idx="94">
                  <c:v>91.825130000000001</c:v>
                </c:pt>
                <c:pt idx="95">
                  <c:v>91.66377</c:v>
                </c:pt>
                <c:pt idx="96">
                  <c:v>91.63843</c:v>
                </c:pt>
                <c:pt idx="97">
                  <c:v>91.622009999999989</c:v>
                </c:pt>
                <c:pt idx="98">
                  <c:v>91.569000000000003</c:v>
                </c:pt>
                <c:pt idx="99">
                  <c:v>91.598539999999986</c:v>
                </c:pt>
                <c:pt idx="100">
                  <c:v>91.585049999999995</c:v>
                </c:pt>
                <c:pt idx="101">
                  <c:v>91.729299999999995</c:v>
                </c:pt>
                <c:pt idx="102">
                  <c:v>91.669690000000003</c:v>
                </c:pt>
                <c:pt idx="103">
                  <c:v>91.627579999999995</c:v>
                </c:pt>
                <c:pt idx="104">
                  <c:v>91.564490000000006</c:v>
                </c:pt>
                <c:pt idx="105">
                  <c:v>91.525419999999997</c:v>
                </c:pt>
                <c:pt idx="106">
                  <c:v>91.491430000000008</c:v>
                </c:pt>
                <c:pt idx="107">
                  <c:v>91.467779999999991</c:v>
                </c:pt>
                <c:pt idx="108">
                  <c:v>91.47838999999999</c:v>
                </c:pt>
                <c:pt idx="109">
                  <c:v>91.486000000000004</c:v>
                </c:pt>
                <c:pt idx="110">
                  <c:v>91.428049999999985</c:v>
                </c:pt>
                <c:pt idx="111">
                  <c:v>91.642170000000007</c:v>
                </c:pt>
                <c:pt idx="112">
                  <c:v>91.702580000000012</c:v>
                </c:pt>
                <c:pt idx="113">
                  <c:v>91.789569999999998</c:v>
                </c:pt>
                <c:pt idx="114">
                  <c:v>91.907470000000004</c:v>
                </c:pt>
                <c:pt idx="115">
                  <c:v>92.074580000000012</c:v>
                </c:pt>
                <c:pt idx="116">
                  <c:v>92.233499999999992</c:v>
                </c:pt>
                <c:pt idx="117">
                  <c:v>92.32978</c:v>
                </c:pt>
                <c:pt idx="118">
                  <c:v>92.298150000000007</c:v>
                </c:pt>
                <c:pt idx="119">
                  <c:v>92.464209999999994</c:v>
                </c:pt>
                <c:pt idx="120">
                  <c:v>92.610109999999992</c:v>
                </c:pt>
                <c:pt idx="121">
                  <c:v>92.696970000000007</c:v>
                </c:pt>
                <c:pt idx="122">
                  <c:v>92.515990000000002</c:v>
                </c:pt>
                <c:pt idx="123">
                  <c:v>92.585750000000004</c:v>
                </c:pt>
                <c:pt idx="124">
                  <c:v>92.897919999999999</c:v>
                </c:pt>
                <c:pt idx="125">
                  <c:v>92.692390000000003</c:v>
                </c:pt>
                <c:pt idx="126">
                  <c:v>92.811190000000011</c:v>
                </c:pt>
                <c:pt idx="127">
                  <c:v>93.076480000000004</c:v>
                </c:pt>
                <c:pt idx="128">
                  <c:v>93.08202</c:v>
                </c:pt>
                <c:pt idx="129">
                  <c:v>92.954769999999996</c:v>
                </c:pt>
                <c:pt idx="130">
                  <c:v>92.941249999999997</c:v>
                </c:pt>
                <c:pt idx="131">
                  <c:v>92.905379999999994</c:v>
                </c:pt>
                <c:pt idx="132">
                  <c:v>92.9255</c:v>
                </c:pt>
                <c:pt idx="133">
                  <c:v>92.943920000000006</c:v>
                </c:pt>
                <c:pt idx="134">
                  <c:v>92.996359999999996</c:v>
                </c:pt>
                <c:pt idx="135">
                  <c:v>92.954170000000005</c:v>
                </c:pt>
                <c:pt idx="136">
                  <c:v>92.912320000000008</c:v>
                </c:pt>
                <c:pt idx="137">
                  <c:v>92.972649999999987</c:v>
                </c:pt>
                <c:pt idx="138">
                  <c:v>93.025420000000011</c:v>
                </c:pt>
                <c:pt idx="139">
                  <c:v>93.06814</c:v>
                </c:pt>
                <c:pt idx="140">
                  <c:v>92.968159999999997</c:v>
                </c:pt>
                <c:pt idx="141">
                  <c:v>92.892980000000009</c:v>
                </c:pt>
                <c:pt idx="142">
                  <c:v>93.012130000000013</c:v>
                </c:pt>
                <c:pt idx="143">
                  <c:v>92.872350000000012</c:v>
                </c:pt>
                <c:pt idx="144">
                  <c:v>92.829540000000009</c:v>
                </c:pt>
                <c:pt idx="145">
                  <c:v>92.786030000000011</c:v>
                </c:pt>
                <c:pt idx="146">
                  <c:v>92.743400000000008</c:v>
                </c:pt>
                <c:pt idx="147">
                  <c:v>92.948869999999999</c:v>
                </c:pt>
                <c:pt idx="148">
                  <c:v>92.954089999999994</c:v>
                </c:pt>
                <c:pt idx="149">
                  <c:v>92.955369999999988</c:v>
                </c:pt>
                <c:pt idx="150">
                  <c:v>93.190880000000007</c:v>
                </c:pt>
                <c:pt idx="151">
                  <c:v>92.962980000000002</c:v>
                </c:pt>
                <c:pt idx="152">
                  <c:v>93.044089999999997</c:v>
                </c:pt>
                <c:pt idx="153">
                  <c:v>93.02901</c:v>
                </c:pt>
                <c:pt idx="154">
                  <c:v>93.078879999999998</c:v>
                </c:pt>
                <c:pt idx="155">
                  <c:v>93.120809999999992</c:v>
                </c:pt>
                <c:pt idx="156">
                  <c:v>93.152940000000001</c:v>
                </c:pt>
                <c:pt idx="157">
                  <c:v>93.178079999999994</c:v>
                </c:pt>
                <c:pt idx="158">
                  <c:v>93.186859999999996</c:v>
                </c:pt>
                <c:pt idx="159">
                  <c:v>93.140680000000003</c:v>
                </c:pt>
                <c:pt idx="160">
                  <c:v>93.251390000000001</c:v>
                </c:pt>
                <c:pt idx="161">
                  <c:v>93.120449999999991</c:v>
                </c:pt>
                <c:pt idx="162">
                  <c:v>92.931139999999999</c:v>
                </c:pt>
                <c:pt idx="163">
                  <c:v>93.048739999999995</c:v>
                </c:pt>
                <c:pt idx="164">
                  <c:v>92.952480000000008</c:v>
                </c:pt>
                <c:pt idx="165">
                  <c:v>92.931129999999996</c:v>
                </c:pt>
                <c:pt idx="166">
                  <c:v>93.032970000000006</c:v>
                </c:pt>
                <c:pt idx="167">
                  <c:v>92.947299999999998</c:v>
                </c:pt>
                <c:pt idx="168">
                  <c:v>92.888319999999993</c:v>
                </c:pt>
                <c:pt idx="169">
                  <c:v>92.924840000000003</c:v>
                </c:pt>
                <c:pt idx="170">
                  <c:v>92.76348999999999</c:v>
                </c:pt>
                <c:pt idx="171">
                  <c:v>92.728009999999998</c:v>
                </c:pt>
                <c:pt idx="172">
                  <c:v>92.690280000000001</c:v>
                </c:pt>
                <c:pt idx="173">
                  <c:v>92.504199999999997</c:v>
                </c:pt>
                <c:pt idx="174">
                  <c:v>92.426439999999999</c:v>
                </c:pt>
                <c:pt idx="175">
                  <c:v>92.517189999999999</c:v>
                </c:pt>
                <c:pt idx="176">
                  <c:v>92.231740000000002</c:v>
                </c:pt>
                <c:pt idx="177">
                  <c:v>92.329190000000011</c:v>
                </c:pt>
                <c:pt idx="178">
                  <c:v>92.05519000000001</c:v>
                </c:pt>
                <c:pt idx="179">
                  <c:v>92.164300000000011</c:v>
                </c:pt>
                <c:pt idx="180">
                  <c:v>92.022539999999992</c:v>
                </c:pt>
                <c:pt idx="181">
                  <c:v>91.911259999999999</c:v>
                </c:pt>
                <c:pt idx="182">
                  <c:v>91.804780000000008</c:v>
                </c:pt>
                <c:pt idx="183">
                  <c:v>91.785340000000005</c:v>
                </c:pt>
                <c:pt idx="184">
                  <c:v>91.624979999999994</c:v>
                </c:pt>
                <c:pt idx="185">
                  <c:v>91.614640000000009</c:v>
                </c:pt>
                <c:pt idx="186">
                  <c:v>91.68159</c:v>
                </c:pt>
                <c:pt idx="187">
                  <c:v>91.445250000000001</c:v>
                </c:pt>
                <c:pt idx="188">
                  <c:v>91.499809999999997</c:v>
                </c:pt>
                <c:pt idx="189">
                  <c:v>91.466709999999992</c:v>
                </c:pt>
                <c:pt idx="190">
                  <c:v>91.472560000000001</c:v>
                </c:pt>
                <c:pt idx="191">
                  <c:v>91.52861</c:v>
                </c:pt>
                <c:pt idx="192">
                  <c:v>91.296769999999995</c:v>
                </c:pt>
                <c:pt idx="193">
                  <c:v>91.232100000000003</c:v>
                </c:pt>
                <c:pt idx="194">
                  <c:v>91.24893999999999</c:v>
                </c:pt>
                <c:pt idx="195">
                  <c:v>91.330010000000001</c:v>
                </c:pt>
                <c:pt idx="196">
                  <c:v>91.176069999999996</c:v>
                </c:pt>
                <c:pt idx="197">
                  <c:v>91.131220000000013</c:v>
                </c:pt>
                <c:pt idx="198">
                  <c:v>91.166870000000003</c:v>
                </c:pt>
                <c:pt idx="199">
                  <c:v>91.063040000000001</c:v>
                </c:pt>
                <c:pt idx="200">
                  <c:v>91.031040000000004</c:v>
                </c:pt>
                <c:pt idx="201">
                  <c:v>91.002989999999997</c:v>
                </c:pt>
                <c:pt idx="202">
                  <c:v>91.155799999999999</c:v>
                </c:pt>
                <c:pt idx="203">
                  <c:v>91</c:v>
                </c:pt>
                <c:pt idx="204">
                  <c:v>91.13776</c:v>
                </c:pt>
                <c:pt idx="205">
                  <c:v>91.164090000000016</c:v>
                </c:pt>
                <c:pt idx="206">
                  <c:v>91.112400000000008</c:v>
                </c:pt>
                <c:pt idx="207">
                  <c:v>91.295050000000003</c:v>
                </c:pt>
                <c:pt idx="208">
                  <c:v>91.433880000000002</c:v>
                </c:pt>
                <c:pt idx="209">
                  <c:v>91.614299999999986</c:v>
                </c:pt>
                <c:pt idx="210">
                  <c:v>91.791160000000005</c:v>
                </c:pt>
                <c:pt idx="211">
                  <c:v>91.951129999999992</c:v>
                </c:pt>
                <c:pt idx="212">
                  <c:v>91.97278</c:v>
                </c:pt>
                <c:pt idx="213">
                  <c:v>92.239100000000008</c:v>
                </c:pt>
                <c:pt idx="214">
                  <c:v>92.197639999999993</c:v>
                </c:pt>
                <c:pt idx="215">
                  <c:v>92.397930000000002</c:v>
                </c:pt>
                <c:pt idx="216">
                  <c:v>92.418509999999998</c:v>
                </c:pt>
                <c:pt idx="217">
                  <c:v>92.44511</c:v>
                </c:pt>
                <c:pt idx="218">
                  <c:v>92.594949999999997</c:v>
                </c:pt>
                <c:pt idx="219">
                  <c:v>92.768110000000007</c:v>
                </c:pt>
                <c:pt idx="220">
                  <c:v>92.750990000000002</c:v>
                </c:pt>
                <c:pt idx="221">
                  <c:v>92.749279999999999</c:v>
                </c:pt>
                <c:pt idx="222">
                  <c:v>92.827249999999992</c:v>
                </c:pt>
                <c:pt idx="223">
                  <c:v>92.995499999999993</c:v>
                </c:pt>
                <c:pt idx="224">
                  <c:v>93.17949999999999</c:v>
                </c:pt>
                <c:pt idx="225">
                  <c:v>93.180779999999999</c:v>
                </c:pt>
                <c:pt idx="226">
                  <c:v>93.123310000000004</c:v>
                </c:pt>
                <c:pt idx="227">
                  <c:v>92.977989999999991</c:v>
                </c:pt>
                <c:pt idx="228">
                  <c:v>92.975150000000014</c:v>
                </c:pt>
                <c:pt idx="229">
                  <c:v>93.152100000000004</c:v>
                </c:pt>
                <c:pt idx="230">
                  <c:v>93.162049999999994</c:v>
                </c:pt>
                <c:pt idx="231">
                  <c:v>93.089169999999996</c:v>
                </c:pt>
                <c:pt idx="232">
                  <c:v>93.151229999999998</c:v>
                </c:pt>
                <c:pt idx="233">
                  <c:v>93.099640000000008</c:v>
                </c:pt>
                <c:pt idx="234">
                  <c:v>93.137540000000001</c:v>
                </c:pt>
                <c:pt idx="235">
                  <c:v>93.105559999999997</c:v>
                </c:pt>
                <c:pt idx="236">
                  <c:v>93.225750000000005</c:v>
                </c:pt>
                <c:pt idx="237">
                  <c:v>93.223109999999991</c:v>
                </c:pt>
                <c:pt idx="238">
                  <c:v>93.253520000000009</c:v>
                </c:pt>
                <c:pt idx="239">
                  <c:v>93.276070000000004</c:v>
                </c:pt>
                <c:pt idx="240">
                  <c:v>93.355180000000004</c:v>
                </c:pt>
                <c:pt idx="241">
                  <c:v>93.375140000000002</c:v>
                </c:pt>
                <c:pt idx="242">
                  <c:v>93.416689999999988</c:v>
                </c:pt>
                <c:pt idx="243">
                  <c:v>93.452230000000014</c:v>
                </c:pt>
                <c:pt idx="244">
                  <c:v>93.445230000000009</c:v>
                </c:pt>
                <c:pt idx="245">
                  <c:v>93.441759999999988</c:v>
                </c:pt>
                <c:pt idx="246">
                  <c:v>93.389849999999996</c:v>
                </c:pt>
                <c:pt idx="247">
                  <c:v>93.396810000000002</c:v>
                </c:pt>
                <c:pt idx="248">
                  <c:v>93.408239999999992</c:v>
                </c:pt>
                <c:pt idx="249">
                  <c:v>93.360679999999988</c:v>
                </c:pt>
                <c:pt idx="250">
                  <c:v>93.368549999999999</c:v>
                </c:pt>
                <c:pt idx="251">
                  <c:v>93.442000000000007</c:v>
                </c:pt>
                <c:pt idx="252">
                  <c:v>93.267699999999991</c:v>
                </c:pt>
                <c:pt idx="253">
                  <c:v>93.462700000000012</c:v>
                </c:pt>
                <c:pt idx="254">
                  <c:v>93.452870000000004</c:v>
                </c:pt>
                <c:pt idx="255">
                  <c:v>93.450760000000002</c:v>
                </c:pt>
                <c:pt idx="256">
                  <c:v>93.447370000000006</c:v>
                </c:pt>
                <c:pt idx="257">
                  <c:v>93.420529999999999</c:v>
                </c:pt>
                <c:pt idx="258">
                  <c:v>93.425209999999993</c:v>
                </c:pt>
                <c:pt idx="259">
                  <c:v>93.426770000000005</c:v>
                </c:pt>
                <c:pt idx="260">
                  <c:v>93.430250000000001</c:v>
                </c:pt>
                <c:pt idx="261">
                  <c:v>93.432910000000007</c:v>
                </c:pt>
                <c:pt idx="262">
                  <c:v>93.410439999999994</c:v>
                </c:pt>
                <c:pt idx="263">
                  <c:v>93.491700000000009</c:v>
                </c:pt>
                <c:pt idx="264">
                  <c:v>93.417299999999997</c:v>
                </c:pt>
                <c:pt idx="265">
                  <c:v>93.480629999999991</c:v>
                </c:pt>
                <c:pt idx="266">
                  <c:v>93.299120000000002</c:v>
                </c:pt>
                <c:pt idx="267">
                  <c:v>93.357119999999995</c:v>
                </c:pt>
                <c:pt idx="268">
                  <c:v>93.161450000000002</c:v>
                </c:pt>
                <c:pt idx="269">
                  <c:v>93.136560000000003</c:v>
                </c:pt>
                <c:pt idx="270">
                  <c:v>93.099860000000007</c:v>
                </c:pt>
                <c:pt idx="271">
                  <c:v>92.960470000000001</c:v>
                </c:pt>
                <c:pt idx="272">
                  <c:v>92.670630000000003</c:v>
                </c:pt>
                <c:pt idx="273">
                  <c:v>92.856450000000009</c:v>
                </c:pt>
                <c:pt idx="274">
                  <c:v>92.796540000000007</c:v>
                </c:pt>
                <c:pt idx="275">
                  <c:v>92.451580000000007</c:v>
                </c:pt>
                <c:pt idx="276">
                  <c:v>92.297429999999991</c:v>
                </c:pt>
                <c:pt idx="277">
                  <c:v>92.329380000000015</c:v>
                </c:pt>
                <c:pt idx="278">
                  <c:v>92.206159999999997</c:v>
                </c:pt>
                <c:pt idx="279">
                  <c:v>92.199839999999995</c:v>
                </c:pt>
                <c:pt idx="280">
                  <c:v>92.013079999999988</c:v>
                </c:pt>
                <c:pt idx="281">
                  <c:v>91.968760000000003</c:v>
                </c:pt>
                <c:pt idx="282">
                  <c:v>91.795120000000011</c:v>
                </c:pt>
                <c:pt idx="283">
                  <c:v>91.780439999999999</c:v>
                </c:pt>
                <c:pt idx="284">
                  <c:v>91.697059999999993</c:v>
                </c:pt>
                <c:pt idx="285">
                  <c:v>91.506710000000012</c:v>
                </c:pt>
                <c:pt idx="286">
                  <c:v>91.508730000000014</c:v>
                </c:pt>
                <c:pt idx="287">
                  <c:v>91.531579999999991</c:v>
                </c:pt>
                <c:pt idx="288">
                  <c:v>91.66395</c:v>
                </c:pt>
                <c:pt idx="289">
                  <c:v>91.562210000000007</c:v>
                </c:pt>
                <c:pt idx="290">
                  <c:v>91.482370000000003</c:v>
                </c:pt>
                <c:pt idx="291">
                  <c:v>91.421530000000004</c:v>
                </c:pt>
                <c:pt idx="292">
                  <c:v>91.367419999999996</c:v>
                </c:pt>
                <c:pt idx="293">
                  <c:v>91.313209999999998</c:v>
                </c:pt>
                <c:pt idx="294">
                  <c:v>91.234070000000003</c:v>
                </c:pt>
                <c:pt idx="295">
                  <c:v>91.441870000000009</c:v>
                </c:pt>
                <c:pt idx="296">
                  <c:v>91.340810000000005</c:v>
                </c:pt>
                <c:pt idx="297">
                  <c:v>91.262180000000001</c:v>
                </c:pt>
                <c:pt idx="298">
                  <c:v>91.289850000000001</c:v>
                </c:pt>
                <c:pt idx="299">
                  <c:v>91.311280000000011</c:v>
                </c:pt>
                <c:pt idx="300">
                  <c:v>91.311120000000003</c:v>
                </c:pt>
                <c:pt idx="301">
                  <c:v>91.420720000000003</c:v>
                </c:pt>
                <c:pt idx="302">
                  <c:v>91.389669999999995</c:v>
                </c:pt>
                <c:pt idx="303">
                  <c:v>91.523559999999989</c:v>
                </c:pt>
                <c:pt idx="304">
                  <c:v>91.718600000000009</c:v>
                </c:pt>
                <c:pt idx="305">
                  <c:v>92.105940000000004</c:v>
                </c:pt>
                <c:pt idx="306">
                  <c:v>92.332009999999997</c:v>
                </c:pt>
                <c:pt idx="307">
                  <c:v>92.374470000000002</c:v>
                </c:pt>
                <c:pt idx="308">
                  <c:v>92.647680000000008</c:v>
                </c:pt>
                <c:pt idx="309">
                  <c:v>92.671179999999993</c:v>
                </c:pt>
                <c:pt idx="310">
                  <c:v>92.833939999999998</c:v>
                </c:pt>
                <c:pt idx="311">
                  <c:v>92.900899999999993</c:v>
                </c:pt>
                <c:pt idx="312">
                  <c:v>92.980940000000004</c:v>
                </c:pt>
                <c:pt idx="313">
                  <c:v>92.89564</c:v>
                </c:pt>
                <c:pt idx="314">
                  <c:v>92.915750000000003</c:v>
                </c:pt>
                <c:pt idx="315">
                  <c:v>92.965769999999992</c:v>
                </c:pt>
                <c:pt idx="316">
                  <c:v>93.146350000000012</c:v>
                </c:pt>
                <c:pt idx="317">
                  <c:v>93.058630000000008</c:v>
                </c:pt>
                <c:pt idx="318">
                  <c:v>93.144319999999993</c:v>
                </c:pt>
                <c:pt idx="319">
                  <c:v>93.340630000000004</c:v>
                </c:pt>
                <c:pt idx="320">
                  <c:v>93.229950000000002</c:v>
                </c:pt>
                <c:pt idx="321">
                  <c:v>93.29670999999999</c:v>
                </c:pt>
                <c:pt idx="322">
                  <c:v>93.349189999999993</c:v>
                </c:pt>
                <c:pt idx="323">
                  <c:v>93.263739999999999</c:v>
                </c:pt>
                <c:pt idx="324">
                  <c:v>93.288129999999995</c:v>
                </c:pt>
                <c:pt idx="325">
                  <c:v>93.273899999999998</c:v>
                </c:pt>
                <c:pt idx="326">
                  <c:v>93.145989999999998</c:v>
                </c:pt>
                <c:pt idx="327">
                  <c:v>93.193330000000003</c:v>
                </c:pt>
                <c:pt idx="328">
                  <c:v>93.154640000000001</c:v>
                </c:pt>
                <c:pt idx="329">
                  <c:v>93.120249999999999</c:v>
                </c:pt>
                <c:pt idx="330">
                  <c:v>93.138819999999996</c:v>
                </c:pt>
                <c:pt idx="331">
                  <c:v>93.25336999999999</c:v>
                </c:pt>
                <c:pt idx="332">
                  <c:v>93.216999999999999</c:v>
                </c:pt>
                <c:pt idx="333">
                  <c:v>93.222629999999995</c:v>
                </c:pt>
                <c:pt idx="334">
                  <c:v>93.199389999999994</c:v>
                </c:pt>
                <c:pt idx="335">
                  <c:v>93.182490000000001</c:v>
                </c:pt>
                <c:pt idx="336">
                  <c:v>93.163260000000008</c:v>
                </c:pt>
                <c:pt idx="337">
                  <c:v>93.150320000000008</c:v>
                </c:pt>
                <c:pt idx="338">
                  <c:v>93.136319999999998</c:v>
                </c:pt>
                <c:pt idx="339">
                  <c:v>93.128960000000006</c:v>
                </c:pt>
                <c:pt idx="340">
                  <c:v>93.126710000000003</c:v>
                </c:pt>
                <c:pt idx="341">
                  <c:v>93.139690000000002</c:v>
                </c:pt>
                <c:pt idx="342">
                  <c:v>93.143419999999992</c:v>
                </c:pt>
                <c:pt idx="343">
                  <c:v>93.146799999999985</c:v>
                </c:pt>
                <c:pt idx="344">
                  <c:v>93.149820000000005</c:v>
                </c:pt>
                <c:pt idx="345">
                  <c:v>93.156639999999996</c:v>
                </c:pt>
                <c:pt idx="346">
                  <c:v>93.15034</c:v>
                </c:pt>
                <c:pt idx="347">
                  <c:v>93.142580000000009</c:v>
                </c:pt>
                <c:pt idx="348">
                  <c:v>93.12079</c:v>
                </c:pt>
                <c:pt idx="349">
                  <c:v>93.10508999999999</c:v>
                </c:pt>
                <c:pt idx="350">
                  <c:v>93.115369999999999</c:v>
                </c:pt>
                <c:pt idx="351">
                  <c:v>93.134990000000002</c:v>
                </c:pt>
                <c:pt idx="352">
                  <c:v>93.170009999999991</c:v>
                </c:pt>
                <c:pt idx="353">
                  <c:v>92.937259999999995</c:v>
                </c:pt>
                <c:pt idx="354">
                  <c:v>93.308420000000012</c:v>
                </c:pt>
                <c:pt idx="355">
                  <c:v>93.043639999999996</c:v>
                </c:pt>
                <c:pt idx="356">
                  <c:v>93.102119999999999</c:v>
                </c:pt>
                <c:pt idx="357">
                  <c:v>92.924659999999989</c:v>
                </c:pt>
                <c:pt idx="358">
                  <c:v>92.904429999999991</c:v>
                </c:pt>
                <c:pt idx="359">
                  <c:v>92.895929999999993</c:v>
                </c:pt>
                <c:pt idx="360">
                  <c:v>92.70232</c:v>
                </c:pt>
                <c:pt idx="361">
                  <c:v>92.682389999999998</c:v>
                </c:pt>
                <c:pt idx="362">
                  <c:v>92.448210000000003</c:v>
                </c:pt>
                <c:pt idx="363">
                  <c:v>92.268550000000005</c:v>
                </c:pt>
                <c:pt idx="364">
                  <c:v>92.496170000000006</c:v>
                </c:pt>
                <c:pt idx="365">
                  <c:v>92.416850000000011</c:v>
                </c:pt>
                <c:pt idx="366">
                  <c:v>92.267880000000005</c:v>
                </c:pt>
                <c:pt idx="367">
                  <c:v>92.142240000000001</c:v>
                </c:pt>
                <c:pt idx="368">
                  <c:v>91.935199999999995</c:v>
                </c:pt>
                <c:pt idx="369">
                  <c:v>91.898259999999993</c:v>
                </c:pt>
                <c:pt idx="370">
                  <c:v>91.824739999999991</c:v>
                </c:pt>
                <c:pt idx="371">
                  <c:v>91.689019999999999</c:v>
                </c:pt>
                <c:pt idx="372">
                  <c:v>91.629760000000005</c:v>
                </c:pt>
                <c:pt idx="373">
                  <c:v>91.58211</c:v>
                </c:pt>
                <c:pt idx="374">
                  <c:v>91.606830000000002</c:v>
                </c:pt>
                <c:pt idx="375">
                  <c:v>91.739540000000005</c:v>
                </c:pt>
                <c:pt idx="376">
                  <c:v>91.570699999999988</c:v>
                </c:pt>
                <c:pt idx="377">
                  <c:v>91.423210000000012</c:v>
                </c:pt>
                <c:pt idx="378">
                  <c:v>91.587350000000001</c:v>
                </c:pt>
                <c:pt idx="379">
                  <c:v>91.499310000000008</c:v>
                </c:pt>
                <c:pt idx="380">
                  <c:v>91.418040000000005</c:v>
                </c:pt>
                <c:pt idx="381">
                  <c:v>91.359840000000005</c:v>
                </c:pt>
                <c:pt idx="382">
                  <c:v>91.379429999999999</c:v>
                </c:pt>
                <c:pt idx="383">
                  <c:v>91.393920000000008</c:v>
                </c:pt>
                <c:pt idx="384">
                  <c:v>91.405529999999999</c:v>
                </c:pt>
                <c:pt idx="385">
                  <c:v>91.415780000000012</c:v>
                </c:pt>
                <c:pt idx="386">
                  <c:v>91.374210000000005</c:v>
                </c:pt>
                <c:pt idx="387">
                  <c:v>91.348299999999995</c:v>
                </c:pt>
                <c:pt idx="388">
                  <c:v>91.373169999999988</c:v>
                </c:pt>
                <c:pt idx="389">
                  <c:v>91.383310000000009</c:v>
                </c:pt>
                <c:pt idx="390">
                  <c:v>91.565030000000007</c:v>
                </c:pt>
                <c:pt idx="391">
                  <c:v>91.69144</c:v>
                </c:pt>
                <c:pt idx="392">
                  <c:v>91.925659999999993</c:v>
                </c:pt>
                <c:pt idx="393">
                  <c:v>92.139380000000003</c:v>
                </c:pt>
                <c:pt idx="394">
                  <c:v>92.048520000000011</c:v>
                </c:pt>
                <c:pt idx="395">
                  <c:v>92.255629999999996</c:v>
                </c:pt>
                <c:pt idx="396">
                  <c:v>92.538520000000005</c:v>
                </c:pt>
                <c:pt idx="397">
                  <c:v>92.627970000000005</c:v>
                </c:pt>
                <c:pt idx="398">
                  <c:v>92.627769999999998</c:v>
                </c:pt>
                <c:pt idx="399">
                  <c:v>92.716630000000009</c:v>
                </c:pt>
                <c:pt idx="400">
                  <c:v>92.764779999999988</c:v>
                </c:pt>
                <c:pt idx="401">
                  <c:v>92.899910000000006</c:v>
                </c:pt>
                <c:pt idx="402">
                  <c:v>92.668949999999995</c:v>
                </c:pt>
                <c:pt idx="403">
                  <c:v>92.866659999999996</c:v>
                </c:pt>
                <c:pt idx="404">
                  <c:v>92.635109999999997</c:v>
                </c:pt>
                <c:pt idx="405">
                  <c:v>92.909349999999989</c:v>
                </c:pt>
                <c:pt idx="406">
                  <c:v>93.115650000000002</c:v>
                </c:pt>
                <c:pt idx="407">
                  <c:v>93.019149999999996</c:v>
                </c:pt>
                <c:pt idx="408">
                  <c:v>92.79113000000001</c:v>
                </c:pt>
                <c:pt idx="409">
                  <c:v>92.971699999999998</c:v>
                </c:pt>
                <c:pt idx="410">
                  <c:v>92.92322999999999</c:v>
                </c:pt>
                <c:pt idx="411">
                  <c:v>92.914999999999992</c:v>
                </c:pt>
                <c:pt idx="412">
                  <c:v>93.020530000000008</c:v>
                </c:pt>
                <c:pt idx="413">
                  <c:v>93.107520000000008</c:v>
                </c:pt>
                <c:pt idx="414">
                  <c:v>93.114519999999999</c:v>
                </c:pt>
                <c:pt idx="415">
                  <c:v>93.09984</c:v>
                </c:pt>
                <c:pt idx="416">
                  <c:v>93.124040000000008</c:v>
                </c:pt>
                <c:pt idx="417">
                  <c:v>93.144720000000007</c:v>
                </c:pt>
                <c:pt idx="418">
                  <c:v>93.153840000000002</c:v>
                </c:pt>
                <c:pt idx="419">
                  <c:v>93.167839999999998</c:v>
                </c:pt>
                <c:pt idx="420">
                  <c:v>93.211749999999995</c:v>
                </c:pt>
                <c:pt idx="421">
                  <c:v>93.252530000000007</c:v>
                </c:pt>
                <c:pt idx="422">
                  <c:v>93.189210000000003</c:v>
                </c:pt>
                <c:pt idx="423">
                  <c:v>93.243639999999999</c:v>
                </c:pt>
                <c:pt idx="424">
                  <c:v>93.185470000000009</c:v>
                </c:pt>
                <c:pt idx="425">
                  <c:v>93.1738</c:v>
                </c:pt>
                <c:pt idx="426">
                  <c:v>93.179029999999997</c:v>
                </c:pt>
                <c:pt idx="427">
                  <c:v>93.182559999999995</c:v>
                </c:pt>
                <c:pt idx="428">
                  <c:v>93.310820000000007</c:v>
                </c:pt>
                <c:pt idx="429">
                  <c:v>93.176400000000001</c:v>
                </c:pt>
                <c:pt idx="430">
                  <c:v>93.141459999999995</c:v>
                </c:pt>
                <c:pt idx="431">
                  <c:v>93.11551</c:v>
                </c:pt>
                <c:pt idx="432">
                  <c:v>93.090609999999998</c:v>
                </c:pt>
                <c:pt idx="433">
                  <c:v>93.075329999999994</c:v>
                </c:pt>
                <c:pt idx="434">
                  <c:v>93.159050000000008</c:v>
                </c:pt>
                <c:pt idx="435">
                  <c:v>93.217770000000002</c:v>
                </c:pt>
                <c:pt idx="436">
                  <c:v>93.233669999999989</c:v>
                </c:pt>
                <c:pt idx="437">
                  <c:v>93.205080000000009</c:v>
                </c:pt>
                <c:pt idx="438">
                  <c:v>93.194359999999989</c:v>
                </c:pt>
                <c:pt idx="439">
                  <c:v>93.183130000000006</c:v>
                </c:pt>
                <c:pt idx="440">
                  <c:v>93.224280000000007</c:v>
                </c:pt>
                <c:pt idx="441">
                  <c:v>93.138009999999994</c:v>
                </c:pt>
                <c:pt idx="442">
                  <c:v>93.154869999999988</c:v>
                </c:pt>
                <c:pt idx="443">
                  <c:v>93.084670000000003</c:v>
                </c:pt>
                <c:pt idx="444">
                  <c:v>93.274509999999992</c:v>
                </c:pt>
                <c:pt idx="445">
                  <c:v>92.945620000000005</c:v>
                </c:pt>
                <c:pt idx="446">
                  <c:v>92.968910000000008</c:v>
                </c:pt>
                <c:pt idx="447">
                  <c:v>93.121179999999995</c:v>
                </c:pt>
                <c:pt idx="448">
                  <c:v>92.884049999999988</c:v>
                </c:pt>
                <c:pt idx="449">
                  <c:v>93.008150000000001</c:v>
                </c:pt>
                <c:pt idx="450">
                  <c:v>93.102549999999994</c:v>
                </c:pt>
                <c:pt idx="451">
                  <c:v>92.928809999999999</c:v>
                </c:pt>
                <c:pt idx="452">
                  <c:v>92.67774</c:v>
                </c:pt>
                <c:pt idx="453">
                  <c:v>92.889880000000005</c:v>
                </c:pt>
                <c:pt idx="454">
                  <c:v>92.508669999999995</c:v>
                </c:pt>
                <c:pt idx="455">
                  <c:v>92.66431</c:v>
                </c:pt>
                <c:pt idx="456">
                  <c:v>92.531289999999998</c:v>
                </c:pt>
                <c:pt idx="457">
                  <c:v>92.492549999999994</c:v>
                </c:pt>
                <c:pt idx="458">
                  <c:v>92.297689999999989</c:v>
                </c:pt>
                <c:pt idx="459">
                  <c:v>92.230410000000006</c:v>
                </c:pt>
                <c:pt idx="460">
                  <c:v>92.397459999999995</c:v>
                </c:pt>
                <c:pt idx="461">
                  <c:v>92.275649999999999</c:v>
                </c:pt>
                <c:pt idx="462">
                  <c:v>91.88109</c:v>
                </c:pt>
                <c:pt idx="463">
                  <c:v>91.947710000000001</c:v>
                </c:pt>
                <c:pt idx="464">
                  <c:v>91.529699999999991</c:v>
                </c:pt>
                <c:pt idx="465">
                  <c:v>91.392609999999991</c:v>
                </c:pt>
                <c:pt idx="466">
                  <c:v>91.380560000000003</c:v>
                </c:pt>
                <c:pt idx="467">
                  <c:v>91.083470000000005</c:v>
                </c:pt>
                <c:pt idx="468">
                  <c:v>91.21665999999999</c:v>
                </c:pt>
                <c:pt idx="469">
                  <c:v>90.84648</c:v>
                </c:pt>
                <c:pt idx="470">
                  <c:v>90.979500000000002</c:v>
                </c:pt>
                <c:pt idx="471">
                  <c:v>90.858180000000004</c:v>
                </c:pt>
                <c:pt idx="472">
                  <c:v>90.365949999999998</c:v>
                </c:pt>
                <c:pt idx="473">
                  <c:v>90.457430000000002</c:v>
                </c:pt>
                <c:pt idx="474">
                  <c:v>90.236710000000002</c:v>
                </c:pt>
                <c:pt idx="475">
                  <c:v>90.146870000000007</c:v>
                </c:pt>
                <c:pt idx="476">
                  <c:v>90.161079999999998</c:v>
                </c:pt>
                <c:pt idx="477">
                  <c:v>90.125810000000001</c:v>
                </c:pt>
                <c:pt idx="478">
                  <c:v>89.961020000000005</c:v>
                </c:pt>
                <c:pt idx="479">
                  <c:v>89.810999999999993</c:v>
                </c:pt>
                <c:pt idx="480">
                  <c:v>89.844830000000002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C4-47F9-8EDE-6A8F8C55ECDD}"/>
            </c:ext>
          </c:extLst>
        </c:ser>
        <c:ser>
          <c:idx val="0"/>
          <c:order val="2"/>
          <c:tx>
            <c:strRef>
              <c:f>[1]Sheet1!$U$1</c:f>
              <c:strCache>
                <c:ptCount val="1"/>
                <c:pt idx="0">
                  <c:v>C: 110mm</c:v>
                </c:pt>
              </c:strCache>
            </c:strRef>
          </c:tx>
          <c:spPr>
            <a:ln w="508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[1]Sheet1!$L$2:$L$1293</c:f>
              <c:numCache>
                <c:formatCode>General</c:formatCode>
                <c:ptCount val="1292"/>
                <c:pt idx="1">
                  <c:v>3.4299508040000002</c:v>
                </c:pt>
                <c:pt idx="2">
                  <c:v>3.3946080840000001</c:v>
                </c:pt>
                <c:pt idx="3">
                  <c:v>3.4191943240000002</c:v>
                </c:pt>
                <c:pt idx="4">
                  <c:v>3.4677082440000002</c:v>
                </c:pt>
                <c:pt idx="5">
                  <c:v>3.5336740040000003</c:v>
                </c:pt>
                <c:pt idx="6">
                  <c:v>3.6084205640000002</c:v>
                </c:pt>
                <c:pt idx="7">
                  <c:v>3.7191684040000004</c:v>
                </c:pt>
                <c:pt idx="8">
                  <c:v>3.8592221640000002</c:v>
                </c:pt>
                <c:pt idx="9">
                  <c:v>3.9913732040000003</c:v>
                </c:pt>
                <c:pt idx="10">
                  <c:v>4.0873034440000007</c:v>
                </c:pt>
                <c:pt idx="11">
                  <c:v>4.2038685640000004</c:v>
                </c:pt>
                <c:pt idx="12">
                  <c:v>4.3403002440000007</c:v>
                </c:pt>
                <c:pt idx="13">
                  <c:v>4.4882567240000002</c:v>
                </c:pt>
                <c:pt idx="14">
                  <c:v>4.6348960840000002</c:v>
                </c:pt>
                <c:pt idx="15">
                  <c:v>4.8028288840000002</c:v>
                </c:pt>
                <c:pt idx="16">
                  <c:v>5.0000676039999998</c:v>
                </c:pt>
                <c:pt idx="17">
                  <c:v>5.2570157640000001</c:v>
                </c:pt>
                <c:pt idx="18">
                  <c:v>5.5546848840000003</c:v>
                </c:pt>
                <c:pt idx="19">
                  <c:v>5.9998714440000001</c:v>
                </c:pt>
                <c:pt idx="20">
                  <c:v>6.4411066440000004</c:v>
                </c:pt>
                <c:pt idx="21">
                  <c:v>6.9367828040000008</c:v>
                </c:pt>
                <c:pt idx="22">
                  <c:v>7.6405639240000003</c:v>
                </c:pt>
                <c:pt idx="23">
                  <c:v>8.4160183240000013</c:v>
                </c:pt>
                <c:pt idx="24">
                  <c:v>9.1031159240000008</c:v>
                </c:pt>
                <c:pt idx="25">
                  <c:v>9.6763924040000013</c:v>
                </c:pt>
                <c:pt idx="26">
                  <c:v>10.155275284</c:v>
                </c:pt>
                <c:pt idx="27">
                  <c:v>10.576534164</c:v>
                </c:pt>
                <c:pt idx="28">
                  <c:v>11.034891924</c:v>
                </c:pt>
                <c:pt idx="29">
                  <c:v>11.563935124</c:v>
                </c:pt>
                <c:pt idx="30">
                  <c:v>12.137540884</c:v>
                </c:pt>
                <c:pt idx="31">
                  <c:v>12.723330004000001</c:v>
                </c:pt>
                <c:pt idx="32">
                  <c:v>13.376621524000001</c:v>
                </c:pt>
                <c:pt idx="33">
                  <c:v>14.170625363999999</c:v>
                </c:pt>
                <c:pt idx="34">
                  <c:v>15.019838484000001</c:v>
                </c:pt>
                <c:pt idx="35">
                  <c:v>15.833050324</c:v>
                </c:pt>
                <c:pt idx="36">
                  <c:v>16.591821204000002</c:v>
                </c:pt>
                <c:pt idx="37">
                  <c:v>17.315468884000001</c:v>
                </c:pt>
                <c:pt idx="38">
                  <c:v>18.025835604000001</c:v>
                </c:pt>
                <c:pt idx="39">
                  <c:v>18.799424084000002</c:v>
                </c:pt>
                <c:pt idx="40">
                  <c:v>19.634368404000003</c:v>
                </c:pt>
                <c:pt idx="41">
                  <c:v>20.453617044000001</c:v>
                </c:pt>
                <c:pt idx="42">
                  <c:v>21.181106324000002</c:v>
                </c:pt>
                <c:pt idx="43">
                  <c:v>21.828031764000002</c:v>
                </c:pt>
                <c:pt idx="44">
                  <c:v>22.361136084000002</c:v>
                </c:pt>
                <c:pt idx="45">
                  <c:v>22.792602643999999</c:v>
                </c:pt>
                <c:pt idx="46">
                  <c:v>23.145920084000004</c:v>
                </c:pt>
                <c:pt idx="47">
                  <c:v>23.486285844000001</c:v>
                </c:pt>
                <c:pt idx="48">
                  <c:v>23.931911444000004</c:v>
                </c:pt>
                <c:pt idx="49">
                  <c:v>24.336925844</c:v>
                </c:pt>
                <c:pt idx="50">
                  <c:v>24.684426003999999</c:v>
                </c:pt>
                <c:pt idx="51">
                  <c:v>24.993071124</c:v>
                </c:pt>
                <c:pt idx="52">
                  <c:v>25.356815764000004</c:v>
                </c:pt>
                <c:pt idx="53">
                  <c:v>25.738122004000001</c:v>
                </c:pt>
                <c:pt idx="54">
                  <c:v>26.216565844000002</c:v>
                </c:pt>
                <c:pt idx="55">
                  <c:v>26.706973524000002</c:v>
                </c:pt>
                <c:pt idx="56">
                  <c:v>27.154574803999999</c:v>
                </c:pt>
                <c:pt idx="57">
                  <c:v>27.491318484000001</c:v>
                </c:pt>
                <c:pt idx="58">
                  <c:v>27.751669204000002</c:v>
                </c:pt>
                <c:pt idx="59">
                  <c:v>28.001373204</c:v>
                </c:pt>
                <c:pt idx="60">
                  <c:v>28.294761684000004</c:v>
                </c:pt>
                <c:pt idx="61">
                  <c:v>28.588040404000001</c:v>
                </c:pt>
                <c:pt idx="62">
                  <c:v>28.924015764000004</c:v>
                </c:pt>
                <c:pt idx="63">
                  <c:v>29.295224084000001</c:v>
                </c:pt>
                <c:pt idx="64">
                  <c:v>29.564904404</c:v>
                </c:pt>
                <c:pt idx="65">
                  <c:v>29.697933524</c:v>
                </c:pt>
                <c:pt idx="66">
                  <c:v>29.751935444000004</c:v>
                </c:pt>
                <c:pt idx="67">
                  <c:v>29.815815764000003</c:v>
                </c:pt>
                <c:pt idx="68">
                  <c:v>29.948405844</c:v>
                </c:pt>
                <c:pt idx="69">
                  <c:v>30.213805524000001</c:v>
                </c:pt>
                <c:pt idx="70">
                  <c:v>30.456375124000001</c:v>
                </c:pt>
                <c:pt idx="71">
                  <c:v>30.504889044000002</c:v>
                </c:pt>
                <c:pt idx="72">
                  <c:v>30.355505684000004</c:v>
                </c:pt>
                <c:pt idx="73">
                  <c:v>30.146961684000004</c:v>
                </c:pt>
                <c:pt idx="74">
                  <c:v>30.104155284000001</c:v>
                </c:pt>
                <c:pt idx="75">
                  <c:v>30.243001684000003</c:v>
                </c:pt>
                <c:pt idx="76">
                  <c:v>30.385360404</c:v>
                </c:pt>
                <c:pt idx="77">
                  <c:v>30.365603604000004</c:v>
                </c:pt>
                <c:pt idx="78">
                  <c:v>30.099325844000003</c:v>
                </c:pt>
                <c:pt idx="79">
                  <c:v>29.658529684000005</c:v>
                </c:pt>
                <c:pt idx="80">
                  <c:v>29.209391763999999</c:v>
                </c:pt>
                <c:pt idx="81">
                  <c:v>28.881977684000002</c:v>
                </c:pt>
                <c:pt idx="82">
                  <c:v>28.632383444000002</c:v>
                </c:pt>
                <c:pt idx="83">
                  <c:v>28.410338964000001</c:v>
                </c:pt>
                <c:pt idx="84">
                  <c:v>28.133634004000001</c:v>
                </c:pt>
                <c:pt idx="85">
                  <c:v>27.913016404</c:v>
                </c:pt>
                <c:pt idx="86">
                  <c:v>27.745412884</c:v>
                </c:pt>
                <c:pt idx="87">
                  <c:v>27.613261844000004</c:v>
                </c:pt>
                <c:pt idx="88">
                  <c:v>27.621054804</c:v>
                </c:pt>
                <c:pt idx="89">
                  <c:v>27.765718484000001</c:v>
                </c:pt>
                <c:pt idx="90">
                  <c:v>27.995446164000001</c:v>
                </c:pt>
                <c:pt idx="91">
                  <c:v>28.208161044000004</c:v>
                </c:pt>
                <c:pt idx="92">
                  <c:v>28.267650964000001</c:v>
                </c:pt>
                <c:pt idx="93">
                  <c:v>28.135280404</c:v>
                </c:pt>
                <c:pt idx="94">
                  <c:v>27.970420884000003</c:v>
                </c:pt>
                <c:pt idx="95">
                  <c:v>27.865161044000001</c:v>
                </c:pt>
                <c:pt idx="96">
                  <c:v>27.872185684000002</c:v>
                </c:pt>
                <c:pt idx="97">
                  <c:v>27.980738324000004</c:v>
                </c:pt>
                <c:pt idx="98">
                  <c:v>28.118048084000002</c:v>
                </c:pt>
                <c:pt idx="99">
                  <c:v>28.187196883999999</c:v>
                </c:pt>
                <c:pt idx="100">
                  <c:v>28.116401684000003</c:v>
                </c:pt>
                <c:pt idx="101">
                  <c:v>28.060094804000002</c:v>
                </c:pt>
                <c:pt idx="102">
                  <c:v>28.067558484000003</c:v>
                </c:pt>
                <c:pt idx="103">
                  <c:v>28.093022804000004</c:v>
                </c:pt>
                <c:pt idx="104">
                  <c:v>28.000385364000003</c:v>
                </c:pt>
                <c:pt idx="105">
                  <c:v>27.872954004000004</c:v>
                </c:pt>
                <c:pt idx="106">
                  <c:v>27.849245844000002</c:v>
                </c:pt>
                <c:pt idx="107">
                  <c:v>27.877344404000002</c:v>
                </c:pt>
                <c:pt idx="108">
                  <c:v>27.860880404</c:v>
                </c:pt>
                <c:pt idx="109">
                  <c:v>27.747498324000002</c:v>
                </c:pt>
                <c:pt idx="110">
                  <c:v>27.460914964000001</c:v>
                </c:pt>
                <c:pt idx="111">
                  <c:v>27.041631764000005</c:v>
                </c:pt>
                <c:pt idx="112">
                  <c:v>26.617189844000002</c:v>
                </c:pt>
                <c:pt idx="113">
                  <c:v>26.236651924</c:v>
                </c:pt>
                <c:pt idx="114">
                  <c:v>25.865772884000002</c:v>
                </c:pt>
                <c:pt idx="115">
                  <c:v>25.434635604000004</c:v>
                </c:pt>
                <c:pt idx="116">
                  <c:v>24.902080084000001</c:v>
                </c:pt>
                <c:pt idx="117">
                  <c:v>24.385659283999999</c:v>
                </c:pt>
                <c:pt idx="118">
                  <c:v>24.027622164</c:v>
                </c:pt>
                <c:pt idx="119">
                  <c:v>23.478163604000002</c:v>
                </c:pt>
                <c:pt idx="120">
                  <c:v>22.912241044000002</c:v>
                </c:pt>
                <c:pt idx="121">
                  <c:v>22.555191764</c:v>
                </c:pt>
                <c:pt idx="122">
                  <c:v>22.315695443999999</c:v>
                </c:pt>
                <c:pt idx="123">
                  <c:v>22.054686164000003</c:v>
                </c:pt>
                <c:pt idx="124">
                  <c:v>21.617073043999998</c:v>
                </c:pt>
                <c:pt idx="125">
                  <c:v>21.017344404000003</c:v>
                </c:pt>
                <c:pt idx="126">
                  <c:v>20.273391124000003</c:v>
                </c:pt>
                <c:pt idx="127">
                  <c:v>19.612526164000002</c:v>
                </c:pt>
                <c:pt idx="128">
                  <c:v>19.166461524000002</c:v>
                </c:pt>
                <c:pt idx="129">
                  <c:v>18.900293524000002</c:v>
                </c:pt>
                <c:pt idx="130">
                  <c:v>18.721714004000003</c:v>
                </c:pt>
                <c:pt idx="131">
                  <c:v>18.530182804000003</c:v>
                </c:pt>
                <c:pt idx="132">
                  <c:v>18.240965204000002</c:v>
                </c:pt>
                <c:pt idx="133">
                  <c:v>17.880623124000003</c:v>
                </c:pt>
                <c:pt idx="134">
                  <c:v>17.455193364000003</c:v>
                </c:pt>
                <c:pt idx="135">
                  <c:v>17.012202004000002</c:v>
                </c:pt>
                <c:pt idx="136">
                  <c:v>16.617175764000002</c:v>
                </c:pt>
                <c:pt idx="137">
                  <c:v>16.277907603999999</c:v>
                </c:pt>
                <c:pt idx="138">
                  <c:v>16.021837524000002</c:v>
                </c:pt>
                <c:pt idx="139">
                  <c:v>15.798475924000002</c:v>
                </c:pt>
                <c:pt idx="140">
                  <c:v>15.588834324</c:v>
                </c:pt>
                <c:pt idx="141">
                  <c:v>15.261749524000003</c:v>
                </c:pt>
                <c:pt idx="142">
                  <c:v>14.717888724000002</c:v>
                </c:pt>
                <c:pt idx="143">
                  <c:v>14.044072084000002</c:v>
                </c:pt>
                <c:pt idx="144">
                  <c:v>13.338754324</c:v>
                </c:pt>
                <c:pt idx="145">
                  <c:v>12.724098324000002</c:v>
                </c:pt>
                <c:pt idx="146">
                  <c:v>12.289997524</c:v>
                </c:pt>
                <c:pt idx="147">
                  <c:v>11.914179284000001</c:v>
                </c:pt>
                <c:pt idx="148">
                  <c:v>11.487981204</c:v>
                </c:pt>
                <c:pt idx="149">
                  <c:v>10.846324244</c:v>
                </c:pt>
                <c:pt idx="150">
                  <c:v>9.9799885639999992</c:v>
                </c:pt>
                <c:pt idx="151">
                  <c:v>9.0279303239999997</c:v>
                </c:pt>
                <c:pt idx="152">
                  <c:v>8.1595092040000008</c:v>
                </c:pt>
                <c:pt idx="153">
                  <c:v>7.433117524</c:v>
                </c:pt>
                <c:pt idx="154">
                  <c:v>6.9265751240000011</c:v>
                </c:pt>
                <c:pt idx="155">
                  <c:v>6.5884045640000002</c:v>
                </c:pt>
                <c:pt idx="156">
                  <c:v>6.331127124</c:v>
                </c:pt>
                <c:pt idx="157">
                  <c:v>6.0941552840000002</c:v>
                </c:pt>
                <c:pt idx="158">
                  <c:v>5.8599274440000011</c:v>
                </c:pt>
                <c:pt idx="159">
                  <c:v>5.6517127240000011</c:v>
                </c:pt>
                <c:pt idx="160">
                  <c:v>5.4672061640000003</c:v>
                </c:pt>
                <c:pt idx="161">
                  <c:v>5.3019076040000011</c:v>
                </c:pt>
                <c:pt idx="162">
                  <c:v>5.2077335240000009</c:v>
                </c:pt>
                <c:pt idx="163">
                  <c:v>5.1993917640000005</c:v>
                </c:pt>
                <c:pt idx="164">
                  <c:v>5.2713943240000001</c:v>
                </c:pt>
                <c:pt idx="165">
                  <c:v>5.3787396040000006</c:v>
                </c:pt>
                <c:pt idx="166">
                  <c:v>5.4972804040000005</c:v>
                </c:pt>
                <c:pt idx="167">
                  <c:v>5.5200007240000009</c:v>
                </c:pt>
                <c:pt idx="168">
                  <c:v>5.4437175240000002</c:v>
                </c:pt>
                <c:pt idx="169">
                  <c:v>5.2948829640000001</c:v>
                </c:pt>
                <c:pt idx="170">
                  <c:v>5.1525242440000003</c:v>
                </c:pt>
                <c:pt idx="171">
                  <c:v>5.1377066439999997</c:v>
                </c:pt>
                <c:pt idx="172">
                  <c:v>5.0369469640000002</c:v>
                </c:pt>
                <c:pt idx="173">
                  <c:v>4.8683556040000004</c:v>
                </c:pt>
                <c:pt idx="174">
                  <c:v>4.6991056840000001</c:v>
                </c:pt>
                <c:pt idx="175">
                  <c:v>4.5428074440000001</c:v>
                </c:pt>
                <c:pt idx="176">
                  <c:v>4.3345927240000002</c:v>
                </c:pt>
                <c:pt idx="177">
                  <c:v>4.1328538440000004</c:v>
                </c:pt>
                <c:pt idx="178">
                  <c:v>3.9488960840000003</c:v>
                </c:pt>
                <c:pt idx="179">
                  <c:v>3.7986346440000003</c:v>
                </c:pt>
                <c:pt idx="180">
                  <c:v>3.6156647240000002</c:v>
                </c:pt>
                <c:pt idx="181">
                  <c:v>3.4286336840000002</c:v>
                </c:pt>
                <c:pt idx="182">
                  <c:v>3.2751892040000001</c:v>
                </c:pt>
                <c:pt idx="183">
                  <c:v>3.1355744840000002</c:v>
                </c:pt>
                <c:pt idx="184">
                  <c:v>3.0289975240000002</c:v>
                </c:pt>
                <c:pt idx="185">
                  <c:v>2.9287866440000005</c:v>
                </c:pt>
                <c:pt idx="186">
                  <c:v>2.8529424840000002</c:v>
                </c:pt>
                <c:pt idx="187">
                  <c:v>2.8141972040000005</c:v>
                </c:pt>
                <c:pt idx="188">
                  <c:v>2.8192461640000004</c:v>
                </c:pt>
                <c:pt idx="189">
                  <c:v>2.8449300040000001</c:v>
                </c:pt>
                <c:pt idx="190">
                  <c:v>2.8700650440000004</c:v>
                </c:pt>
                <c:pt idx="191">
                  <c:v>2.9092493639999999</c:v>
                </c:pt>
                <c:pt idx="192">
                  <c:v>3.007045524</c:v>
                </c:pt>
                <c:pt idx="193">
                  <c:v>3.0699380040000004</c:v>
                </c:pt>
                <c:pt idx="194">
                  <c:v>3.0383271240000003</c:v>
                </c:pt>
                <c:pt idx="195">
                  <c:v>2.989483924</c:v>
                </c:pt>
                <c:pt idx="196">
                  <c:v>2.9287866440000005</c:v>
                </c:pt>
                <c:pt idx="197">
                  <c:v>2.8268196040000007</c:v>
                </c:pt>
                <c:pt idx="198">
                  <c:v>2.7992698440000003</c:v>
                </c:pt>
                <c:pt idx="199">
                  <c:v>2.780061844</c:v>
                </c:pt>
                <c:pt idx="200">
                  <c:v>2.6869853640000003</c:v>
                </c:pt>
                <c:pt idx="201">
                  <c:v>2.5914941640000002</c:v>
                </c:pt>
                <c:pt idx="202">
                  <c:v>2.5062106440000003</c:v>
                </c:pt>
                <c:pt idx="203">
                  <c:v>2.4144512840000001</c:v>
                </c:pt>
                <c:pt idx="204">
                  <c:v>2.3493636040000001</c:v>
                </c:pt>
                <c:pt idx="205">
                  <c:v>2.3208260040000002</c:v>
                </c:pt>
                <c:pt idx="206">
                  <c:v>2.3066669640000002</c:v>
                </c:pt>
                <c:pt idx="207">
                  <c:v>2.2853735240000002</c:v>
                </c:pt>
                <c:pt idx="208">
                  <c:v>2.2734096840000002</c:v>
                </c:pt>
                <c:pt idx="209">
                  <c:v>2.268141204</c:v>
                </c:pt>
                <c:pt idx="210">
                  <c:v>2.2958007240000002</c:v>
                </c:pt>
                <c:pt idx="211">
                  <c:v>2.3584736840000002</c:v>
                </c:pt>
                <c:pt idx="212">
                  <c:v>2.4751485639999999</c:v>
                </c:pt>
                <c:pt idx="213">
                  <c:v>2.6340810440000006</c:v>
                </c:pt>
                <c:pt idx="214">
                  <c:v>2.8419664840000003</c:v>
                </c:pt>
                <c:pt idx="215">
                  <c:v>3.1079149639999999</c:v>
                </c:pt>
                <c:pt idx="216">
                  <c:v>3.4055840840000005</c:v>
                </c:pt>
                <c:pt idx="217">
                  <c:v>3.7400228040000005</c:v>
                </c:pt>
                <c:pt idx="218">
                  <c:v>4.1428420040000002</c:v>
                </c:pt>
                <c:pt idx="219">
                  <c:v>4.5321607240000006</c:v>
                </c:pt>
                <c:pt idx="220">
                  <c:v>4.7942676040000007</c:v>
                </c:pt>
                <c:pt idx="221">
                  <c:v>5.1086202439999999</c:v>
                </c:pt>
                <c:pt idx="222">
                  <c:v>5.5546848840000003</c:v>
                </c:pt>
                <c:pt idx="223">
                  <c:v>6.0457511239999997</c:v>
                </c:pt>
                <c:pt idx="224">
                  <c:v>6.5776480840000007</c:v>
                </c:pt>
                <c:pt idx="225">
                  <c:v>7.1914260040000002</c:v>
                </c:pt>
                <c:pt idx="226">
                  <c:v>7.8339610440000005</c:v>
                </c:pt>
                <c:pt idx="227">
                  <c:v>8.5377421640000009</c:v>
                </c:pt>
                <c:pt idx="228">
                  <c:v>9.3564420040000016</c:v>
                </c:pt>
                <c:pt idx="229">
                  <c:v>10.210704084000001</c:v>
                </c:pt>
                <c:pt idx="230">
                  <c:v>11.078686164000002</c:v>
                </c:pt>
                <c:pt idx="231">
                  <c:v>11.899690964000001</c:v>
                </c:pt>
                <c:pt idx="232">
                  <c:v>12.699182804000001</c:v>
                </c:pt>
                <c:pt idx="233">
                  <c:v>13.549932564000002</c:v>
                </c:pt>
                <c:pt idx="234">
                  <c:v>14.359851604000001</c:v>
                </c:pt>
                <c:pt idx="235">
                  <c:v>15.151660244</c:v>
                </c:pt>
                <c:pt idx="236">
                  <c:v>15.896052564</c:v>
                </c:pt>
                <c:pt idx="237">
                  <c:v>16.639896084</c:v>
                </c:pt>
                <c:pt idx="238">
                  <c:v>17.405801364000002</c:v>
                </c:pt>
                <c:pt idx="239">
                  <c:v>18.209354324000003</c:v>
                </c:pt>
                <c:pt idx="240">
                  <c:v>18.992272404000001</c:v>
                </c:pt>
                <c:pt idx="241">
                  <c:v>19.736006163999999</c:v>
                </c:pt>
                <c:pt idx="242">
                  <c:v>20.470520084</c:v>
                </c:pt>
                <c:pt idx="243">
                  <c:v>21.068821844000002</c:v>
                </c:pt>
                <c:pt idx="244">
                  <c:v>21.536509204000001</c:v>
                </c:pt>
                <c:pt idx="245">
                  <c:v>21.921327764000001</c:v>
                </c:pt>
                <c:pt idx="246">
                  <c:v>22.249729684000002</c:v>
                </c:pt>
                <c:pt idx="247">
                  <c:v>22.598217684000002</c:v>
                </c:pt>
                <c:pt idx="248">
                  <c:v>22.995000084000001</c:v>
                </c:pt>
                <c:pt idx="249">
                  <c:v>23.441942804000004</c:v>
                </c:pt>
                <c:pt idx="250">
                  <c:v>23.888336723999998</c:v>
                </c:pt>
                <c:pt idx="251">
                  <c:v>24.295765843999998</c:v>
                </c:pt>
                <c:pt idx="252">
                  <c:v>24.672352404000002</c:v>
                </c:pt>
                <c:pt idx="253">
                  <c:v>25.023474644</c:v>
                </c:pt>
                <c:pt idx="254">
                  <c:v>25.392597523999999</c:v>
                </c:pt>
                <c:pt idx="255">
                  <c:v>25.779172244000002</c:v>
                </c:pt>
                <c:pt idx="256">
                  <c:v>26.172442324000002</c:v>
                </c:pt>
                <c:pt idx="257">
                  <c:v>26.543760404</c:v>
                </c:pt>
                <c:pt idx="258">
                  <c:v>26.881930964000002</c:v>
                </c:pt>
                <c:pt idx="259">
                  <c:v>27.177075604000002</c:v>
                </c:pt>
                <c:pt idx="260">
                  <c:v>27.367070164000001</c:v>
                </c:pt>
                <c:pt idx="261">
                  <c:v>27.448292564000003</c:v>
                </c:pt>
                <c:pt idx="262">
                  <c:v>27.447524244000004</c:v>
                </c:pt>
                <c:pt idx="263">
                  <c:v>27.568479763999999</c:v>
                </c:pt>
                <c:pt idx="264">
                  <c:v>27.820927764</c:v>
                </c:pt>
                <c:pt idx="265">
                  <c:v>28.093132564000001</c:v>
                </c:pt>
                <c:pt idx="266">
                  <c:v>28.295969044000003</c:v>
                </c:pt>
                <c:pt idx="267">
                  <c:v>28.467523924000002</c:v>
                </c:pt>
                <c:pt idx="268">
                  <c:v>28.527013844000003</c:v>
                </c:pt>
                <c:pt idx="269">
                  <c:v>28.541282644000002</c:v>
                </c:pt>
                <c:pt idx="270">
                  <c:v>28.578710804000004</c:v>
                </c:pt>
                <c:pt idx="271">
                  <c:v>28.700983444000002</c:v>
                </c:pt>
                <c:pt idx="272">
                  <c:v>28.867050324000001</c:v>
                </c:pt>
                <c:pt idx="273">
                  <c:v>29.047056724000001</c:v>
                </c:pt>
                <c:pt idx="274">
                  <c:v>29.216965204000001</c:v>
                </c:pt>
                <c:pt idx="275">
                  <c:v>29.275467284000001</c:v>
                </c:pt>
                <c:pt idx="276">
                  <c:v>29.249563924000004</c:v>
                </c:pt>
                <c:pt idx="277">
                  <c:v>29.173939284000003</c:v>
                </c:pt>
                <c:pt idx="278">
                  <c:v>29.050130004000003</c:v>
                </c:pt>
                <c:pt idx="279">
                  <c:v>28.913039764000001</c:v>
                </c:pt>
                <c:pt idx="280">
                  <c:v>28.852452244000002</c:v>
                </c:pt>
                <c:pt idx="281">
                  <c:v>28.863098963999999</c:v>
                </c:pt>
                <c:pt idx="282">
                  <c:v>28.834012564000005</c:v>
                </c:pt>
                <c:pt idx="283">
                  <c:v>28.864086804000003</c:v>
                </c:pt>
                <c:pt idx="284">
                  <c:v>28.921710804</c:v>
                </c:pt>
                <c:pt idx="285">
                  <c:v>28.932028244000001</c:v>
                </c:pt>
                <c:pt idx="286">
                  <c:v>28.899978324000003</c:v>
                </c:pt>
                <c:pt idx="287">
                  <c:v>28.788352404000001</c:v>
                </c:pt>
                <c:pt idx="288">
                  <c:v>28.577613204000002</c:v>
                </c:pt>
                <c:pt idx="289">
                  <c:v>28.415168404000003</c:v>
                </c:pt>
                <c:pt idx="290">
                  <c:v>28.342617044000001</c:v>
                </c:pt>
                <c:pt idx="291">
                  <c:v>28.372362004000003</c:v>
                </c:pt>
                <c:pt idx="292">
                  <c:v>28.453364884000003</c:v>
                </c:pt>
                <c:pt idx="293">
                  <c:v>28.430864084</c:v>
                </c:pt>
                <c:pt idx="294">
                  <c:v>28.253052884000002</c:v>
                </c:pt>
                <c:pt idx="295">
                  <c:v>28.013666324000003</c:v>
                </c:pt>
                <c:pt idx="296">
                  <c:v>27.851221524</c:v>
                </c:pt>
                <c:pt idx="297">
                  <c:v>27.796341524000002</c:v>
                </c:pt>
                <c:pt idx="298">
                  <c:v>27.818403284000002</c:v>
                </c:pt>
                <c:pt idx="299">
                  <c:v>27.810939604000001</c:v>
                </c:pt>
                <c:pt idx="300">
                  <c:v>27.710728724000003</c:v>
                </c:pt>
                <c:pt idx="301">
                  <c:v>27.529954004</c:v>
                </c:pt>
                <c:pt idx="302">
                  <c:v>27.282994004000003</c:v>
                </c:pt>
                <c:pt idx="303">
                  <c:v>27.143928084000002</c:v>
                </c:pt>
                <c:pt idx="304">
                  <c:v>27.146891604</c:v>
                </c:pt>
                <c:pt idx="305">
                  <c:v>27.141623124000002</c:v>
                </c:pt>
                <c:pt idx="306">
                  <c:v>27.023960404</c:v>
                </c:pt>
                <c:pt idx="307">
                  <c:v>26.789842324000002</c:v>
                </c:pt>
                <c:pt idx="308">
                  <c:v>26.597213524000001</c:v>
                </c:pt>
                <c:pt idx="309">
                  <c:v>26.422146324000003</c:v>
                </c:pt>
                <c:pt idx="310">
                  <c:v>26.245762004000003</c:v>
                </c:pt>
                <c:pt idx="311">
                  <c:v>26.096817684000001</c:v>
                </c:pt>
                <c:pt idx="312">
                  <c:v>25.902652244000002</c:v>
                </c:pt>
                <c:pt idx="313">
                  <c:v>25.637911123999999</c:v>
                </c:pt>
                <c:pt idx="314">
                  <c:v>25.284593684000001</c:v>
                </c:pt>
                <c:pt idx="315">
                  <c:v>24.906909524</c:v>
                </c:pt>
                <c:pt idx="316">
                  <c:v>24.582349204000003</c:v>
                </c:pt>
                <c:pt idx="317">
                  <c:v>24.309266323999999</c:v>
                </c:pt>
                <c:pt idx="318">
                  <c:v>24.006109204000001</c:v>
                </c:pt>
                <c:pt idx="319">
                  <c:v>23.575301204000002</c:v>
                </c:pt>
                <c:pt idx="320">
                  <c:v>23.136370964000001</c:v>
                </c:pt>
                <c:pt idx="321">
                  <c:v>22.823884244000002</c:v>
                </c:pt>
                <c:pt idx="322">
                  <c:v>22.365087444</c:v>
                </c:pt>
                <c:pt idx="323">
                  <c:v>21.928242644000001</c:v>
                </c:pt>
                <c:pt idx="324">
                  <c:v>21.516971924000003</c:v>
                </c:pt>
                <c:pt idx="325">
                  <c:v>21.226766483999999</c:v>
                </c:pt>
                <c:pt idx="326">
                  <c:v>20.958293524000002</c:v>
                </c:pt>
                <c:pt idx="327">
                  <c:v>20.617269204000003</c:v>
                </c:pt>
                <c:pt idx="328">
                  <c:v>20.198864084</c:v>
                </c:pt>
                <c:pt idx="329">
                  <c:v>19.815143123999999</c:v>
                </c:pt>
                <c:pt idx="330">
                  <c:v>19.461935444000002</c:v>
                </c:pt>
                <c:pt idx="331">
                  <c:v>19.189401364000002</c:v>
                </c:pt>
                <c:pt idx="332">
                  <c:v>18.943758484</c:v>
                </c:pt>
                <c:pt idx="333">
                  <c:v>18.724897044000002</c:v>
                </c:pt>
                <c:pt idx="334">
                  <c:v>18.455985044000002</c:v>
                </c:pt>
                <c:pt idx="335">
                  <c:v>18.125936724000002</c:v>
                </c:pt>
                <c:pt idx="336">
                  <c:v>17.754069844</c:v>
                </c:pt>
                <c:pt idx="337">
                  <c:v>17.403167123999999</c:v>
                </c:pt>
                <c:pt idx="338">
                  <c:v>17.104400404000003</c:v>
                </c:pt>
                <c:pt idx="339">
                  <c:v>16.772925204</c:v>
                </c:pt>
                <c:pt idx="340">
                  <c:v>16.474268244000001</c:v>
                </c:pt>
                <c:pt idx="341">
                  <c:v>16.233893844000001</c:v>
                </c:pt>
                <c:pt idx="342">
                  <c:v>15.991543764000003</c:v>
                </c:pt>
                <c:pt idx="343">
                  <c:v>15.755450004000002</c:v>
                </c:pt>
                <c:pt idx="344">
                  <c:v>15.498501844000002</c:v>
                </c:pt>
                <c:pt idx="345">
                  <c:v>15.202369364000001</c:v>
                </c:pt>
                <c:pt idx="346">
                  <c:v>14.813709204</c:v>
                </c:pt>
                <c:pt idx="347">
                  <c:v>14.328460244000002</c:v>
                </c:pt>
                <c:pt idx="348">
                  <c:v>13.789319124</c:v>
                </c:pt>
                <c:pt idx="349">
                  <c:v>13.218676884000001</c:v>
                </c:pt>
                <c:pt idx="350">
                  <c:v>12.702695124000002</c:v>
                </c:pt>
                <c:pt idx="351">
                  <c:v>12.161249044000002</c:v>
                </c:pt>
                <c:pt idx="352">
                  <c:v>11.629791124</c:v>
                </c:pt>
                <c:pt idx="353">
                  <c:v>11.021610964000001</c:v>
                </c:pt>
                <c:pt idx="354">
                  <c:v>10.295768084000002</c:v>
                </c:pt>
                <c:pt idx="355">
                  <c:v>9.4139562440000013</c:v>
                </c:pt>
                <c:pt idx="356">
                  <c:v>8.3703581640000007</c:v>
                </c:pt>
                <c:pt idx="357">
                  <c:v>7.2821975240000008</c:v>
                </c:pt>
                <c:pt idx="358">
                  <c:v>6.2708688840000004</c:v>
                </c:pt>
                <c:pt idx="359">
                  <c:v>5.4709380039999997</c:v>
                </c:pt>
                <c:pt idx="360">
                  <c:v>4.8652823240000007</c:v>
                </c:pt>
                <c:pt idx="361">
                  <c:v>4.4404013640000004</c:v>
                </c:pt>
                <c:pt idx="362">
                  <c:v>4.1736845640000002</c:v>
                </c:pt>
                <c:pt idx="363">
                  <c:v>3.9227732040000003</c:v>
                </c:pt>
                <c:pt idx="364">
                  <c:v>3.7073143240000004</c:v>
                </c:pt>
                <c:pt idx="365">
                  <c:v>3.5175392840000002</c:v>
                </c:pt>
                <c:pt idx="366">
                  <c:v>3.3733146440000006</c:v>
                </c:pt>
                <c:pt idx="367">
                  <c:v>3.1812346440000003</c:v>
                </c:pt>
                <c:pt idx="368">
                  <c:v>2.9923376839999998</c:v>
                </c:pt>
                <c:pt idx="369">
                  <c:v>2.8753335240000002</c:v>
                </c:pt>
                <c:pt idx="370">
                  <c:v>2.7779764039999999</c:v>
                </c:pt>
                <c:pt idx="371">
                  <c:v>2.6892903239999999</c:v>
                </c:pt>
                <c:pt idx="372">
                  <c:v>2.6398983240000002</c:v>
                </c:pt>
                <c:pt idx="373">
                  <c:v>2.6177268040000001</c:v>
                </c:pt>
                <c:pt idx="374">
                  <c:v>2.5437485639999999</c:v>
                </c:pt>
                <c:pt idx="375">
                  <c:v>2.4400253640000003</c:v>
                </c:pt>
                <c:pt idx="376">
                  <c:v>2.3413511240000004</c:v>
                </c:pt>
                <c:pt idx="377">
                  <c:v>2.2628727240000002</c:v>
                </c:pt>
                <c:pt idx="378">
                  <c:v>2.1908701640000001</c:v>
                </c:pt>
                <c:pt idx="379">
                  <c:v>2.1575031240000002</c:v>
                </c:pt>
                <c:pt idx="380">
                  <c:v>2.1184285640000002</c:v>
                </c:pt>
                <c:pt idx="381">
                  <c:v>2.0760612040000002</c:v>
                </c:pt>
                <c:pt idx="382">
                  <c:v>2.0192055240000002</c:v>
                </c:pt>
                <c:pt idx="383">
                  <c:v>1.9597156040000001</c:v>
                </c:pt>
                <c:pt idx="384">
                  <c:v>1.9001159240000001</c:v>
                </c:pt>
                <c:pt idx="385">
                  <c:v>1.8479799240000003</c:v>
                </c:pt>
                <c:pt idx="386">
                  <c:v>1.7937584840000003</c:v>
                </c:pt>
                <c:pt idx="387">
                  <c:v>1.719341204</c:v>
                </c:pt>
                <c:pt idx="388">
                  <c:v>1.6428384840000001</c:v>
                </c:pt>
                <c:pt idx="389">
                  <c:v>1.608154324</c:v>
                </c:pt>
                <c:pt idx="390">
                  <c:v>1.5470180040000001</c:v>
                </c:pt>
                <c:pt idx="391">
                  <c:v>1.5145290440000001</c:v>
                </c:pt>
                <c:pt idx="392">
                  <c:v>1.465246804</c:v>
                </c:pt>
                <c:pt idx="393">
                  <c:v>1.4310016840000002</c:v>
                </c:pt>
                <c:pt idx="394">
                  <c:v>1.425623444</c:v>
                </c:pt>
                <c:pt idx="395">
                  <c:v>1.3867684040000001</c:v>
                </c:pt>
                <c:pt idx="396">
                  <c:v>1.370523924</c:v>
                </c:pt>
                <c:pt idx="397">
                  <c:v>1.3472548040000001</c:v>
                </c:pt>
                <c:pt idx="398">
                  <c:v>1.2956676040000001</c:v>
                </c:pt>
                <c:pt idx="399">
                  <c:v>1.2552759240000002</c:v>
                </c:pt>
                <c:pt idx="400">
                  <c:v>1.2018228040000001</c:v>
                </c:pt>
                <c:pt idx="401">
                  <c:v>1.176687764</c:v>
                </c:pt>
                <c:pt idx="402">
                  <c:v>1.1260884040000001</c:v>
                </c:pt>
                <c:pt idx="403">
                  <c:v>1.093709204</c:v>
                </c:pt>
                <c:pt idx="404">
                  <c:v>1.060122644</c:v>
                </c:pt>
                <c:pt idx="405">
                  <c:v>1.0574884040000001</c:v>
                </c:pt>
                <c:pt idx="406">
                  <c:v>1.065391124</c:v>
                </c:pt>
                <c:pt idx="407">
                  <c:v>1.0729645640000001</c:v>
                </c:pt>
                <c:pt idx="408">
                  <c:v>1.105014484</c:v>
                </c:pt>
                <c:pt idx="409">
                  <c:v>1.1407962440000001</c:v>
                </c:pt>
                <c:pt idx="410">
                  <c:v>1.1391498440000001</c:v>
                </c:pt>
                <c:pt idx="411">
                  <c:v>1.161101844</c:v>
                </c:pt>
                <c:pt idx="412">
                  <c:v>1.1985300040000002</c:v>
                </c:pt>
                <c:pt idx="413">
                  <c:v>1.202042324</c:v>
                </c:pt>
                <c:pt idx="414">
                  <c:v>1.174931604</c:v>
                </c:pt>
                <c:pt idx="415">
                  <c:v>1.1952372040000001</c:v>
                </c:pt>
                <c:pt idx="416">
                  <c:v>1.2782157640000003</c:v>
                </c:pt>
                <c:pt idx="417">
                  <c:v>1.384134164</c:v>
                </c:pt>
                <c:pt idx="418">
                  <c:v>1.4922477640000003</c:v>
                </c:pt>
                <c:pt idx="419">
                  <c:v>1.6527168839999999</c:v>
                </c:pt>
                <c:pt idx="420">
                  <c:v>1.7965024840000001</c:v>
                </c:pt>
                <c:pt idx="421">
                  <c:v>1.9203117640000003</c:v>
                </c:pt>
                <c:pt idx="422">
                  <c:v>2.0769392840000003</c:v>
                </c:pt>
                <c:pt idx="423">
                  <c:v>2.2600189640000004</c:v>
                </c:pt>
                <c:pt idx="424">
                  <c:v>2.5076375240000002</c:v>
                </c:pt>
                <c:pt idx="425">
                  <c:v>2.807282324</c:v>
                </c:pt>
                <c:pt idx="426">
                  <c:v>3.1911130440000002</c:v>
                </c:pt>
                <c:pt idx="427">
                  <c:v>3.5692362440000003</c:v>
                </c:pt>
                <c:pt idx="428">
                  <c:v>3.8665760840000001</c:v>
                </c:pt>
                <c:pt idx="429">
                  <c:v>4.2377844040000001</c:v>
                </c:pt>
                <c:pt idx="430">
                  <c:v>4.6696900040000004</c:v>
                </c:pt>
                <c:pt idx="431">
                  <c:v>5.1300234440000008</c:v>
                </c:pt>
                <c:pt idx="432">
                  <c:v>5.6161504840000003</c:v>
                </c:pt>
                <c:pt idx="433">
                  <c:v>6.153425684000001</c:v>
                </c:pt>
                <c:pt idx="434">
                  <c:v>6.8162663240000008</c:v>
                </c:pt>
                <c:pt idx="435">
                  <c:v>7.6125751240000001</c:v>
                </c:pt>
                <c:pt idx="436">
                  <c:v>8.4469706440000003</c:v>
                </c:pt>
                <c:pt idx="437">
                  <c:v>9.2743415240000004</c:v>
                </c:pt>
                <c:pt idx="438">
                  <c:v>10.012367764000002</c:v>
                </c:pt>
                <c:pt idx="439">
                  <c:v>10.770041044000001</c:v>
                </c:pt>
                <c:pt idx="440">
                  <c:v>11.542751444</c:v>
                </c:pt>
                <c:pt idx="441">
                  <c:v>12.287034004000002</c:v>
                </c:pt>
                <c:pt idx="442">
                  <c:v>13.060732244</c:v>
                </c:pt>
                <c:pt idx="443">
                  <c:v>13.777684564000001</c:v>
                </c:pt>
                <c:pt idx="444">
                  <c:v>14.552590164000001</c:v>
                </c:pt>
                <c:pt idx="445">
                  <c:v>15.318385684000001</c:v>
                </c:pt>
                <c:pt idx="446">
                  <c:v>16.106023444000002</c:v>
                </c:pt>
                <c:pt idx="447">
                  <c:v>16.918906004</c:v>
                </c:pt>
                <c:pt idx="448">
                  <c:v>17.761314004000003</c:v>
                </c:pt>
                <c:pt idx="449">
                  <c:v>18.588465364000001</c:v>
                </c:pt>
                <c:pt idx="450">
                  <c:v>19.303881044000001</c:v>
                </c:pt>
                <c:pt idx="451">
                  <c:v>19.981978324</c:v>
                </c:pt>
                <c:pt idx="452">
                  <c:v>20.573365204000002</c:v>
                </c:pt>
                <c:pt idx="453">
                  <c:v>21.126665364000001</c:v>
                </c:pt>
                <c:pt idx="454">
                  <c:v>21.622780564000003</c:v>
                </c:pt>
                <c:pt idx="455">
                  <c:v>22.059515604000001</c:v>
                </c:pt>
                <c:pt idx="456">
                  <c:v>22.479676884000003</c:v>
                </c:pt>
                <c:pt idx="457">
                  <c:v>22.945388564000002</c:v>
                </c:pt>
                <c:pt idx="458">
                  <c:v>23.501103444000002</c:v>
                </c:pt>
                <c:pt idx="459">
                  <c:v>24.107637204</c:v>
                </c:pt>
                <c:pt idx="460">
                  <c:v>24.705609683999999</c:v>
                </c:pt>
                <c:pt idx="461">
                  <c:v>25.210944724000004</c:v>
                </c:pt>
                <c:pt idx="462">
                  <c:v>25.647899284000001</c:v>
                </c:pt>
                <c:pt idx="463">
                  <c:v>26.040620564000005</c:v>
                </c:pt>
                <c:pt idx="464">
                  <c:v>26.391852564000004</c:v>
                </c:pt>
                <c:pt idx="465">
                  <c:v>26.763719444000003</c:v>
                </c:pt>
                <c:pt idx="466">
                  <c:v>27.170050964000001</c:v>
                </c:pt>
                <c:pt idx="467">
                  <c:v>27.536649364000002</c:v>
                </c:pt>
                <c:pt idx="468">
                  <c:v>27.918614164000001</c:v>
                </c:pt>
                <c:pt idx="469">
                  <c:v>28.354251604000005</c:v>
                </c:pt>
                <c:pt idx="470">
                  <c:v>28.750485204000004</c:v>
                </c:pt>
                <c:pt idx="471">
                  <c:v>28.992725524000001</c:v>
                </c:pt>
                <c:pt idx="472">
                  <c:v>29.201159764000003</c:v>
                </c:pt>
                <c:pt idx="473">
                  <c:v>29.476437844000003</c:v>
                </c:pt>
                <c:pt idx="474">
                  <c:v>29.631967764000002</c:v>
                </c:pt>
                <c:pt idx="475">
                  <c:v>29.682128084000002</c:v>
                </c:pt>
                <c:pt idx="476">
                  <c:v>29.710555924000001</c:v>
                </c:pt>
                <c:pt idx="477">
                  <c:v>29.775972884000002</c:v>
                </c:pt>
                <c:pt idx="478">
                  <c:v>29.831840724000003</c:v>
                </c:pt>
                <c:pt idx="479">
                  <c:v>29.856646484000002</c:v>
                </c:pt>
                <c:pt idx="480">
                  <c:v>29.863341844000004</c:v>
                </c:pt>
                <c:pt idx="481">
                  <c:v>29.787058644000005</c:v>
                </c:pt>
                <c:pt idx="482">
                  <c:v>29.499926484000003</c:v>
                </c:pt>
                <c:pt idx="483">
                  <c:v>29.009079764000003</c:v>
                </c:pt>
                <c:pt idx="484">
                  <c:v>28.442827923999999</c:v>
                </c:pt>
                <c:pt idx="485">
                  <c:v>28.031776724</c:v>
                </c:pt>
                <c:pt idx="486">
                  <c:v>27.970640404000001</c:v>
                </c:pt>
                <c:pt idx="487">
                  <c:v>28.116182164000005</c:v>
                </c:pt>
                <c:pt idx="488">
                  <c:v>28.143731924000004</c:v>
                </c:pt>
                <c:pt idx="489">
                  <c:v>27.899296404000005</c:v>
                </c:pt>
                <c:pt idx="490">
                  <c:v>27.445109524000003</c:v>
                </c:pt>
                <c:pt idx="491">
                  <c:v>27.076425684000004</c:v>
                </c:pt>
                <c:pt idx="492">
                  <c:v>26.896638804000006</c:v>
                </c:pt>
                <c:pt idx="493">
                  <c:v>26.844393044000004</c:v>
                </c:pt>
                <c:pt idx="494">
                  <c:v>26.804220883999999</c:v>
                </c:pt>
                <c:pt idx="495">
                  <c:v>26.631348884000001</c:v>
                </c:pt>
                <c:pt idx="496">
                  <c:v>26.309422804</c:v>
                </c:pt>
                <c:pt idx="497">
                  <c:v>25.999570324000004</c:v>
                </c:pt>
                <c:pt idx="498">
                  <c:v>25.831747284000002</c:v>
                </c:pt>
                <c:pt idx="499">
                  <c:v>25.841296404000005</c:v>
                </c:pt>
                <c:pt idx="500">
                  <c:v>25.971362004</c:v>
                </c:pt>
                <c:pt idx="501">
                  <c:v>26.080463443999999</c:v>
                </c:pt>
                <c:pt idx="502">
                  <c:v>25.969715604000001</c:v>
                </c:pt>
                <c:pt idx="503">
                  <c:v>25.675119764000005</c:v>
                </c:pt>
                <c:pt idx="504">
                  <c:v>25.417403283999999</c:v>
                </c:pt>
                <c:pt idx="505">
                  <c:v>25.354949844</c:v>
                </c:pt>
                <c:pt idx="506">
                  <c:v>25.381182484000004</c:v>
                </c:pt>
                <c:pt idx="507">
                  <c:v>25.473380884000004</c:v>
                </c:pt>
                <c:pt idx="508">
                  <c:v>25.559322964000003</c:v>
                </c:pt>
                <c:pt idx="509">
                  <c:v>25.556139924000004</c:v>
                </c:pt>
                <c:pt idx="510">
                  <c:v>25.423769364000002</c:v>
                </c:pt>
                <c:pt idx="511">
                  <c:v>25.264178324000003</c:v>
                </c:pt>
                <c:pt idx="512">
                  <c:v>25.142234964000004</c:v>
                </c:pt>
                <c:pt idx="513">
                  <c:v>25.124344084000004</c:v>
                </c:pt>
                <c:pt idx="514">
                  <c:v>25.143442324000002</c:v>
                </c:pt>
                <c:pt idx="515">
                  <c:v>25.092842964000003</c:v>
                </c:pt>
                <c:pt idx="516">
                  <c:v>24.963216404000001</c:v>
                </c:pt>
                <c:pt idx="517">
                  <c:v>24.770587604000003</c:v>
                </c:pt>
                <c:pt idx="518">
                  <c:v>24.549860244000005</c:v>
                </c:pt>
                <c:pt idx="519">
                  <c:v>24.510566164</c:v>
                </c:pt>
                <c:pt idx="520">
                  <c:v>24.788258964000001</c:v>
                </c:pt>
                <c:pt idx="521">
                  <c:v>24.759611604000003</c:v>
                </c:pt>
                <c:pt idx="522">
                  <c:v>24.397952404000002</c:v>
                </c:pt>
                <c:pt idx="523">
                  <c:v>24.022024404</c:v>
                </c:pt>
                <c:pt idx="524">
                  <c:v>23.762002964000001</c:v>
                </c:pt>
                <c:pt idx="525">
                  <c:v>23.649279444000001</c:v>
                </c:pt>
                <c:pt idx="526">
                  <c:v>23.563995924</c:v>
                </c:pt>
                <c:pt idx="527">
                  <c:v>23.317584724000003</c:v>
                </c:pt>
                <c:pt idx="528">
                  <c:v>22.869763924000004</c:v>
                </c:pt>
                <c:pt idx="529">
                  <c:v>22.390112724000002</c:v>
                </c:pt>
                <c:pt idx="530">
                  <c:v>21.967866004000005</c:v>
                </c:pt>
                <c:pt idx="531">
                  <c:v>21.607194644000003</c:v>
                </c:pt>
                <c:pt idx="532">
                  <c:v>21.327526164000002</c:v>
                </c:pt>
                <c:pt idx="533">
                  <c:v>21.025247124000003</c:v>
                </c:pt>
                <c:pt idx="534">
                  <c:v>20.607061524000002</c:v>
                </c:pt>
                <c:pt idx="535">
                  <c:v>20.106007124000005</c:v>
                </c:pt>
                <c:pt idx="536">
                  <c:v>19.585744724000001</c:v>
                </c:pt>
                <c:pt idx="537">
                  <c:v>19.186876884</c:v>
                </c:pt>
                <c:pt idx="538">
                  <c:v>18.975479124000003</c:v>
                </c:pt>
                <c:pt idx="539">
                  <c:v>18.920160084000003</c:v>
                </c:pt>
                <c:pt idx="540">
                  <c:v>18.934319124000002</c:v>
                </c:pt>
                <c:pt idx="541">
                  <c:v>18.743117204000001</c:v>
                </c:pt>
                <c:pt idx="542">
                  <c:v>18.341285844000002</c:v>
                </c:pt>
                <c:pt idx="543">
                  <c:v>17.808181524000002</c:v>
                </c:pt>
                <c:pt idx="544">
                  <c:v>17.249173844000001</c:v>
                </c:pt>
                <c:pt idx="545">
                  <c:v>16.838781204000004</c:v>
                </c:pt>
                <c:pt idx="546">
                  <c:v>16.607297364000001</c:v>
                </c:pt>
                <c:pt idx="547">
                  <c:v>16.431461844000001</c:v>
                </c:pt>
                <c:pt idx="548">
                  <c:v>16.205356244000001</c:v>
                </c:pt>
                <c:pt idx="549">
                  <c:v>15.831074644000001</c:v>
                </c:pt>
                <c:pt idx="550">
                  <c:v>15.312239124</c:v>
                </c:pt>
                <c:pt idx="551">
                  <c:v>14.658508564</c:v>
                </c:pt>
                <c:pt idx="552">
                  <c:v>13.992155604000001</c:v>
                </c:pt>
                <c:pt idx="553">
                  <c:v>13.321302484</c:v>
                </c:pt>
                <c:pt idx="554">
                  <c:v>12.680084564000001</c:v>
                </c:pt>
                <c:pt idx="555">
                  <c:v>11.995511444000002</c:v>
                </c:pt>
                <c:pt idx="556">
                  <c:v>11.330036564</c:v>
                </c:pt>
                <c:pt idx="557">
                  <c:v>10.723063764000001</c:v>
                </c:pt>
                <c:pt idx="558">
                  <c:v>10.230351124</c:v>
                </c:pt>
                <c:pt idx="559">
                  <c:v>9.8340077640000025</c:v>
                </c:pt>
                <c:pt idx="560">
                  <c:v>9.4682874440000013</c:v>
                </c:pt>
                <c:pt idx="561">
                  <c:v>9.1378000840000002</c:v>
                </c:pt>
                <c:pt idx="562">
                  <c:v>8.7365175239999999</c:v>
                </c:pt>
                <c:pt idx="563">
                  <c:v>8.2213040840000016</c:v>
                </c:pt>
                <c:pt idx="564">
                  <c:v>7.7121274440000001</c:v>
                </c:pt>
                <c:pt idx="565">
                  <c:v>7.2369764040000009</c:v>
                </c:pt>
                <c:pt idx="566">
                  <c:v>6.8196688840000004</c:v>
                </c:pt>
                <c:pt idx="567">
                  <c:v>6.4293623240000004</c:v>
                </c:pt>
                <c:pt idx="568">
                  <c:v>6.0433364040000006</c:v>
                </c:pt>
                <c:pt idx="569">
                  <c:v>5.6655424840000004</c:v>
                </c:pt>
                <c:pt idx="570">
                  <c:v>5.3461408840000004</c:v>
                </c:pt>
                <c:pt idx="571">
                  <c:v>5.0906196040000005</c:v>
                </c:pt>
                <c:pt idx="572">
                  <c:v>4.8738436040000002</c:v>
                </c:pt>
                <c:pt idx="573">
                  <c:v>4.6654093640000003</c:v>
                </c:pt>
                <c:pt idx="574">
                  <c:v>4.413071124</c:v>
                </c:pt>
                <c:pt idx="575">
                  <c:v>4.1690746440000002</c:v>
                </c:pt>
                <c:pt idx="576">
                  <c:v>3.9271636040000004</c:v>
                </c:pt>
                <c:pt idx="577">
                  <c:v>3.6584711240000001</c:v>
                </c:pt>
                <c:pt idx="578">
                  <c:v>3.4176576840000004</c:v>
                </c:pt>
                <c:pt idx="579">
                  <c:v>3.2320535239999999</c:v>
                </c:pt>
                <c:pt idx="580">
                  <c:v>3.0834384840000002</c:v>
                </c:pt>
                <c:pt idx="581">
                  <c:v>2.9213229640000002</c:v>
                </c:pt>
                <c:pt idx="582">
                  <c:v>2.7842327240000002</c:v>
                </c:pt>
                <c:pt idx="583">
                  <c:v>2.6465936839999999</c:v>
                </c:pt>
                <c:pt idx="584">
                  <c:v>2.4876612040000001</c:v>
                </c:pt>
                <c:pt idx="585">
                  <c:v>2.3641812040000003</c:v>
                </c:pt>
                <c:pt idx="586">
                  <c:v>2.2709949640000002</c:v>
                </c:pt>
                <c:pt idx="587">
                  <c:v>2.2343351240000002</c:v>
                </c:pt>
                <c:pt idx="588">
                  <c:v>2.2081024839999999</c:v>
                </c:pt>
                <c:pt idx="589">
                  <c:v>2.2365303240000003</c:v>
                </c:pt>
                <c:pt idx="590">
                  <c:v>2.3191796040000003</c:v>
                </c:pt>
                <c:pt idx="591">
                  <c:v>2.4147805640000004</c:v>
                </c:pt>
                <c:pt idx="592">
                  <c:v>2.5300285640000002</c:v>
                </c:pt>
                <c:pt idx="593">
                  <c:v>2.6351786439999998</c:v>
                </c:pt>
                <c:pt idx="594">
                  <c:v>2.6625088840000002</c:v>
                </c:pt>
                <c:pt idx="595">
                  <c:v>2.578981524</c:v>
                </c:pt>
                <c:pt idx="596">
                  <c:v>2.5355165639999999</c:v>
                </c:pt>
                <c:pt idx="597">
                  <c:v>2.5527488840000006</c:v>
                </c:pt>
                <c:pt idx="598">
                  <c:v>2.5745911240000003</c:v>
                </c:pt>
                <c:pt idx="599">
                  <c:v>2.6107021640000001</c:v>
                </c:pt>
                <c:pt idx="600">
                  <c:v>2.6411056840000002</c:v>
                </c:pt>
                <c:pt idx="601">
                  <c:v>2.642861844</c:v>
                </c:pt>
                <c:pt idx="602">
                  <c:v>2.5902868039999998</c:v>
                </c:pt>
                <c:pt idx="603">
                  <c:v>2.4819536840000005</c:v>
                </c:pt>
                <c:pt idx="604">
                  <c:v>2.351997844</c:v>
                </c:pt>
                <c:pt idx="605">
                  <c:v>2.3184112840000002</c:v>
                </c:pt>
                <c:pt idx="606">
                  <c:v>2.3931578440000001</c:v>
                </c:pt>
                <c:pt idx="607">
                  <c:v>2.3882186440000002</c:v>
                </c:pt>
                <c:pt idx="608">
                  <c:v>2.278678164</c:v>
                </c:pt>
                <c:pt idx="609">
                  <c:v>2.1880164040000003</c:v>
                </c:pt>
                <c:pt idx="610">
                  <c:v>2.064646164</c:v>
                </c:pt>
                <c:pt idx="611">
                  <c:v>1.960593684</c:v>
                </c:pt>
                <c:pt idx="612">
                  <c:v>1.8821152840000002</c:v>
                </c:pt>
                <c:pt idx="613">
                  <c:v>1.8219668040000001</c:v>
                </c:pt>
                <c:pt idx="614">
                  <c:v>1.8177959240000001</c:v>
                </c:pt>
                <c:pt idx="615">
                  <c:v>1.8166983240000003</c:v>
                </c:pt>
                <c:pt idx="616">
                  <c:v>1.8286621640000003</c:v>
                </c:pt>
                <c:pt idx="617">
                  <c:v>1.8508336840000001</c:v>
                </c:pt>
                <c:pt idx="618">
                  <c:v>1.8662000839999999</c:v>
                </c:pt>
                <c:pt idx="619">
                  <c:v>1.8795908040000002</c:v>
                </c:pt>
                <c:pt idx="620">
                  <c:v>1.7963927239999999</c:v>
                </c:pt>
                <c:pt idx="621">
                  <c:v>1.7012308040000002</c:v>
                </c:pt>
                <c:pt idx="622">
                  <c:v>1.640753044</c:v>
                </c:pt>
                <c:pt idx="623">
                  <c:v>1.667314964</c:v>
                </c:pt>
                <c:pt idx="624">
                  <c:v>1.7238413640000001</c:v>
                </c:pt>
                <c:pt idx="625">
                  <c:v>1.6931085640000001</c:v>
                </c:pt>
                <c:pt idx="626">
                  <c:v>1.6405335240000001</c:v>
                </c:pt>
                <c:pt idx="627">
                  <c:v>1.6071664840000002</c:v>
                </c:pt>
                <c:pt idx="628">
                  <c:v>1.5799460040000002</c:v>
                </c:pt>
                <c:pt idx="629">
                  <c:v>1.5813728840000001</c:v>
                </c:pt>
                <c:pt idx="630">
                  <c:v>1.649643604</c:v>
                </c:pt>
                <c:pt idx="631">
                  <c:v>1.782562964</c:v>
                </c:pt>
                <c:pt idx="632">
                  <c:v>1.9734356040000003</c:v>
                </c:pt>
                <c:pt idx="633">
                  <c:v>2.262104404</c:v>
                </c:pt>
                <c:pt idx="634">
                  <c:v>2.5723959240000003</c:v>
                </c:pt>
                <c:pt idx="635">
                  <c:v>2.9452506440000001</c:v>
                </c:pt>
                <c:pt idx="636">
                  <c:v>3.3538871239999999</c:v>
                </c:pt>
                <c:pt idx="637">
                  <c:v>3.7297053640000004</c:v>
                </c:pt>
                <c:pt idx="638">
                  <c:v>4.020569364</c:v>
                </c:pt>
                <c:pt idx="639">
                  <c:v>4.4360109640000003</c:v>
                </c:pt>
                <c:pt idx="640">
                  <c:v>5.0575818440000004</c:v>
                </c:pt>
                <c:pt idx="641">
                  <c:v>5.8418170439999999</c:v>
                </c:pt>
                <c:pt idx="642">
                  <c:v>6.6859812040000008</c:v>
                </c:pt>
                <c:pt idx="643">
                  <c:v>7.5693296840000004</c:v>
                </c:pt>
                <c:pt idx="644">
                  <c:v>8.4024080840000011</c:v>
                </c:pt>
                <c:pt idx="645">
                  <c:v>9.1418612040000014</c:v>
                </c:pt>
                <c:pt idx="646">
                  <c:v>9.819080404000001</c:v>
                </c:pt>
                <c:pt idx="647">
                  <c:v>10.481042964</c:v>
                </c:pt>
                <c:pt idx="648">
                  <c:v>11.143225044000001</c:v>
                </c:pt>
                <c:pt idx="649">
                  <c:v>11.861165204000001</c:v>
                </c:pt>
                <c:pt idx="650">
                  <c:v>12.642875924</c:v>
                </c:pt>
                <c:pt idx="651">
                  <c:v>13.392207444</c:v>
                </c:pt>
                <c:pt idx="652">
                  <c:v>14.095220244000002</c:v>
                </c:pt>
                <c:pt idx="653">
                  <c:v>14.745877524000003</c:v>
                </c:pt>
                <c:pt idx="654">
                  <c:v>15.368875284000001</c:v>
                </c:pt>
                <c:pt idx="655">
                  <c:v>15.998678164000001</c:v>
                </c:pt>
                <c:pt idx="656">
                  <c:v>16.649554964</c:v>
                </c:pt>
                <c:pt idx="657">
                  <c:v>17.320956884000001</c:v>
                </c:pt>
                <c:pt idx="658">
                  <c:v>18.036372564000001</c:v>
                </c:pt>
                <c:pt idx="659">
                  <c:v>18.738178004000002</c:v>
                </c:pt>
                <c:pt idx="660">
                  <c:v>19.379834964</c:v>
                </c:pt>
                <c:pt idx="661">
                  <c:v>19.929842324000003</c:v>
                </c:pt>
                <c:pt idx="662">
                  <c:v>20.410152084</c:v>
                </c:pt>
                <c:pt idx="663">
                  <c:v>20.802873364</c:v>
                </c:pt>
                <c:pt idx="664">
                  <c:v>21.133799764000003</c:v>
                </c:pt>
                <c:pt idx="665">
                  <c:v>21.453750164000002</c:v>
                </c:pt>
                <c:pt idx="666">
                  <c:v>21.793018324000002</c:v>
                </c:pt>
                <c:pt idx="667">
                  <c:v>22.203740244000002</c:v>
                </c:pt>
                <c:pt idx="668">
                  <c:v>22.696562644000004</c:v>
                </c:pt>
                <c:pt idx="669">
                  <c:v>23.219788564000002</c:v>
                </c:pt>
                <c:pt idx="670">
                  <c:v>23.725672404000001</c:v>
                </c:pt>
                <c:pt idx="671">
                  <c:v>24.144077524000004</c:v>
                </c:pt>
                <c:pt idx="672">
                  <c:v>24.487187284000004</c:v>
                </c:pt>
                <c:pt idx="673">
                  <c:v>24.746550164000002</c:v>
                </c:pt>
                <c:pt idx="674">
                  <c:v>24.981765844000002</c:v>
                </c:pt>
                <c:pt idx="675">
                  <c:v>25.230372244000002</c:v>
                </c:pt>
                <c:pt idx="676">
                  <c:v>25.552188564000001</c:v>
                </c:pt>
                <c:pt idx="677">
                  <c:v>25.858089684000003</c:v>
                </c:pt>
                <c:pt idx="678">
                  <c:v>26.113940244000002</c:v>
                </c:pt>
                <c:pt idx="679">
                  <c:v>26.336533524</c:v>
                </c:pt>
                <c:pt idx="680">
                  <c:v>26.551443603999999</c:v>
                </c:pt>
                <c:pt idx="681">
                  <c:v>26.748901844000002</c:v>
                </c:pt>
                <c:pt idx="682">
                  <c:v>26.898394964000001</c:v>
                </c:pt>
                <c:pt idx="683">
                  <c:v>26.994764244000002</c:v>
                </c:pt>
                <c:pt idx="684">
                  <c:v>27.119341844000001</c:v>
                </c:pt>
                <c:pt idx="685">
                  <c:v>27.244907284</c:v>
                </c:pt>
                <c:pt idx="686">
                  <c:v>27.401205524000002</c:v>
                </c:pt>
                <c:pt idx="687">
                  <c:v>27.579894804000002</c:v>
                </c:pt>
                <c:pt idx="688">
                  <c:v>27.742998163999999</c:v>
                </c:pt>
                <c:pt idx="689">
                  <c:v>27.810610324000002</c:v>
                </c:pt>
                <c:pt idx="690">
                  <c:v>27.802927124</c:v>
                </c:pt>
                <c:pt idx="691">
                  <c:v>27.743766484000002</c:v>
                </c:pt>
                <c:pt idx="692">
                  <c:v>27.676044564000001</c:v>
                </c:pt>
                <c:pt idx="693">
                  <c:v>27.601846804000001</c:v>
                </c:pt>
                <c:pt idx="694">
                  <c:v>27.556954964000003</c:v>
                </c:pt>
                <c:pt idx="695">
                  <c:v>27.475293524000001</c:v>
                </c:pt>
                <c:pt idx="696">
                  <c:v>27.313946324</c:v>
                </c:pt>
                <c:pt idx="697">
                  <c:v>27.148538004000002</c:v>
                </c:pt>
                <c:pt idx="698">
                  <c:v>27.098048404000004</c:v>
                </c:pt>
                <c:pt idx="699">
                  <c:v>27.201661844</c:v>
                </c:pt>
                <c:pt idx="700">
                  <c:v>27.319544084</c:v>
                </c:pt>
                <c:pt idx="701">
                  <c:v>27.343471764</c:v>
                </c:pt>
                <c:pt idx="702">
                  <c:v>27.243480404000003</c:v>
                </c:pt>
                <c:pt idx="703">
                  <c:v>27.053046804000001</c:v>
                </c:pt>
                <c:pt idx="704">
                  <c:v>26.835722004000001</c:v>
                </c:pt>
                <c:pt idx="705">
                  <c:v>26.662740244000002</c:v>
                </c:pt>
                <c:pt idx="706">
                  <c:v>26.533003924000003</c:v>
                </c:pt>
                <c:pt idx="707">
                  <c:v>26.404365204000001</c:v>
                </c:pt>
                <c:pt idx="708">
                  <c:v>26.296471124</c:v>
                </c:pt>
                <c:pt idx="709">
                  <c:v>26.166954324000002</c:v>
                </c:pt>
                <c:pt idx="710">
                  <c:v>26.032827604000001</c:v>
                </c:pt>
                <c:pt idx="711">
                  <c:v>25.970703444000005</c:v>
                </c:pt>
                <c:pt idx="712">
                  <c:v>25.942275603999999</c:v>
                </c:pt>
                <c:pt idx="713">
                  <c:v>25.882346644000002</c:v>
                </c:pt>
                <c:pt idx="714">
                  <c:v>25.675119764000005</c:v>
                </c:pt>
                <c:pt idx="715">
                  <c:v>25.353962004000003</c:v>
                </c:pt>
                <c:pt idx="716">
                  <c:v>25.036755604</c:v>
                </c:pt>
                <c:pt idx="717">
                  <c:v>24.863115284000003</c:v>
                </c:pt>
                <c:pt idx="718">
                  <c:v>24.853127124000004</c:v>
                </c:pt>
                <c:pt idx="719">
                  <c:v>24.836772884000002</c:v>
                </c:pt>
                <c:pt idx="720">
                  <c:v>24.743915924</c:v>
                </c:pt>
                <c:pt idx="721">
                  <c:v>24.550079764000003</c:v>
                </c:pt>
                <c:pt idx="722">
                  <c:v>24.292363284000004</c:v>
                </c:pt>
                <c:pt idx="723">
                  <c:v>24.038598164000003</c:v>
                </c:pt>
                <c:pt idx="724">
                  <c:v>23.920935444000001</c:v>
                </c:pt>
                <c:pt idx="725">
                  <c:v>23.897666324000003</c:v>
                </c:pt>
                <c:pt idx="726">
                  <c:v>23.813809684000002</c:v>
                </c:pt>
                <c:pt idx="727">
                  <c:v>23.537324244000004</c:v>
                </c:pt>
                <c:pt idx="728">
                  <c:v>23.079515284000003</c:v>
                </c:pt>
                <c:pt idx="729">
                  <c:v>22.660341844000001</c:v>
                </c:pt>
                <c:pt idx="730">
                  <c:v>22.566387284000001</c:v>
                </c:pt>
                <c:pt idx="731">
                  <c:v>22.502067924000002</c:v>
                </c:pt>
                <c:pt idx="732">
                  <c:v>22.247863764000002</c:v>
                </c:pt>
                <c:pt idx="733">
                  <c:v>21.915730004</c:v>
                </c:pt>
                <c:pt idx="734">
                  <c:v>21.585571924000003</c:v>
                </c:pt>
                <c:pt idx="735">
                  <c:v>21.236096084000003</c:v>
                </c:pt>
                <c:pt idx="736">
                  <c:v>20.897815764000001</c:v>
                </c:pt>
                <c:pt idx="737">
                  <c:v>20.594987924000002</c:v>
                </c:pt>
                <c:pt idx="738">
                  <c:v>20.270098323999999</c:v>
                </c:pt>
                <c:pt idx="739">
                  <c:v>19.891755604</c:v>
                </c:pt>
                <c:pt idx="740">
                  <c:v>19.413641044000002</c:v>
                </c:pt>
                <c:pt idx="741">
                  <c:v>18.846620884000004</c:v>
                </c:pt>
                <c:pt idx="742">
                  <c:v>18.281137363999999</c:v>
                </c:pt>
                <c:pt idx="743">
                  <c:v>17.837926484</c:v>
                </c:pt>
                <c:pt idx="744">
                  <c:v>17.495804564</c:v>
                </c:pt>
                <c:pt idx="745">
                  <c:v>17.248295764000002</c:v>
                </c:pt>
                <c:pt idx="746">
                  <c:v>16.935809043999999</c:v>
                </c:pt>
                <c:pt idx="747">
                  <c:v>16.488427284</c:v>
                </c:pt>
                <c:pt idx="748">
                  <c:v>15.958835284000001</c:v>
                </c:pt>
                <c:pt idx="749">
                  <c:v>15.468976404000001</c:v>
                </c:pt>
                <c:pt idx="750">
                  <c:v>15.017423764</c:v>
                </c:pt>
                <c:pt idx="751">
                  <c:v>14.681887444000001</c:v>
                </c:pt>
                <c:pt idx="752">
                  <c:v>14.358314964</c:v>
                </c:pt>
                <c:pt idx="753">
                  <c:v>13.969545044000002</c:v>
                </c:pt>
                <c:pt idx="754">
                  <c:v>13.635435604000001</c:v>
                </c:pt>
                <c:pt idx="755">
                  <c:v>13.334693204000001</c:v>
                </c:pt>
                <c:pt idx="756">
                  <c:v>12.975668244</c:v>
                </c:pt>
                <c:pt idx="757">
                  <c:v>12.490199764000002</c:v>
                </c:pt>
                <c:pt idx="758">
                  <c:v>11.830651924000001</c:v>
                </c:pt>
                <c:pt idx="759">
                  <c:v>11.069246804</c:v>
                </c:pt>
                <c:pt idx="760">
                  <c:v>10.261193684</c:v>
                </c:pt>
                <c:pt idx="761">
                  <c:v>9.5714618439999999</c:v>
                </c:pt>
                <c:pt idx="762">
                  <c:v>9.0644804040000011</c:v>
                </c:pt>
                <c:pt idx="763">
                  <c:v>8.7507863239999999</c:v>
                </c:pt>
                <c:pt idx="764">
                  <c:v>8.4705690440000012</c:v>
                </c:pt>
                <c:pt idx="765">
                  <c:v>8.1595092040000008</c:v>
                </c:pt>
                <c:pt idx="766">
                  <c:v>7.7488970440000005</c:v>
                </c:pt>
                <c:pt idx="767">
                  <c:v>7.2613431240000006</c:v>
                </c:pt>
                <c:pt idx="768">
                  <c:v>6.6962986440000005</c:v>
                </c:pt>
                <c:pt idx="769">
                  <c:v>6.1775728839999999</c:v>
                </c:pt>
                <c:pt idx="770">
                  <c:v>5.6904580040000008</c:v>
                </c:pt>
                <c:pt idx="771">
                  <c:v>5.2437348039999998</c:v>
                </c:pt>
                <c:pt idx="772">
                  <c:v>4.8797706440000006</c:v>
                </c:pt>
                <c:pt idx="773">
                  <c:v>4.6106391240000004</c:v>
                </c:pt>
                <c:pt idx="774">
                  <c:v>4.3180189640000002</c:v>
                </c:pt>
                <c:pt idx="775">
                  <c:v>4.0673271240000002</c:v>
                </c:pt>
                <c:pt idx="776">
                  <c:v>3.8022567240000003</c:v>
                </c:pt>
                <c:pt idx="777">
                  <c:v>3.4772573640000002</c:v>
                </c:pt>
                <c:pt idx="778">
                  <c:v>3.1211959240000002</c:v>
                </c:pt>
                <c:pt idx="779">
                  <c:v>2.8103556040000002</c:v>
                </c:pt>
                <c:pt idx="780">
                  <c:v>2.5936893640000003</c:v>
                </c:pt>
                <c:pt idx="781">
                  <c:v>2.404133844</c:v>
                </c:pt>
                <c:pt idx="782">
                  <c:v>2.2045901640000003</c:v>
                </c:pt>
                <c:pt idx="783">
                  <c:v>2.0813296840000004</c:v>
                </c:pt>
                <c:pt idx="784">
                  <c:v>2.0027415240000002</c:v>
                </c:pt>
                <c:pt idx="785">
                  <c:v>1.9683866440000002</c:v>
                </c:pt>
                <c:pt idx="786">
                  <c:v>1.9439101640000001</c:v>
                </c:pt>
                <c:pt idx="787">
                  <c:v>1.9429223240000002</c:v>
                </c:pt>
                <c:pt idx="788">
                  <c:v>1.982984724</c:v>
                </c:pt>
                <c:pt idx="789">
                  <c:v>2.0193152840000002</c:v>
                </c:pt>
                <c:pt idx="790">
                  <c:v>2.0864884040000002</c:v>
                </c:pt>
                <c:pt idx="791">
                  <c:v>2.094281364</c:v>
                </c:pt>
                <c:pt idx="792">
                  <c:v>2.0252423240000001</c:v>
                </c:pt>
                <c:pt idx="793">
                  <c:v>1.9296413640000003</c:v>
                </c:pt>
                <c:pt idx="794">
                  <c:v>1.8820055240000002</c:v>
                </c:pt>
                <c:pt idx="795">
                  <c:v>1.9200922440000001</c:v>
                </c:pt>
                <c:pt idx="796">
                  <c:v>1.942263764</c:v>
                </c:pt>
                <c:pt idx="797">
                  <c:v>1.9081284040000002</c:v>
                </c:pt>
                <c:pt idx="798">
                  <c:v>1.8635658440000002</c:v>
                </c:pt>
                <c:pt idx="799">
                  <c:v>1.820978964</c:v>
                </c:pt>
                <c:pt idx="800">
                  <c:v>1.809124884</c:v>
                </c:pt>
                <c:pt idx="801">
                  <c:v>1.7898071240000002</c:v>
                </c:pt>
                <c:pt idx="802">
                  <c:v>1.762586644</c:v>
                </c:pt>
                <c:pt idx="803">
                  <c:v>1.755342484</c:v>
                </c:pt>
                <c:pt idx="804">
                  <c:v>1.767855124</c:v>
                </c:pt>
                <c:pt idx="805">
                  <c:v>1.7956244040000002</c:v>
                </c:pt>
                <c:pt idx="806">
                  <c:v>1.8179056840000001</c:v>
                </c:pt>
                <c:pt idx="807">
                  <c:v>1.825698644</c:v>
                </c:pt>
                <c:pt idx="808">
                  <c:v>1.7984781640000003</c:v>
                </c:pt>
                <c:pt idx="809">
                  <c:v>1.7375613640000001</c:v>
                </c:pt>
                <c:pt idx="810">
                  <c:v>1.6522778440000001</c:v>
                </c:pt>
                <c:pt idx="811">
                  <c:v>1.6362528840000001</c:v>
                </c:pt>
                <c:pt idx="812">
                  <c:v>1.7079261640000001</c:v>
                </c:pt>
                <c:pt idx="813">
                  <c:v>1.7347076040000002</c:v>
                </c:pt>
                <c:pt idx="814">
                  <c:v>1.693437844</c:v>
                </c:pt>
                <c:pt idx="815">
                  <c:v>1.6594122440000003</c:v>
                </c:pt>
                <c:pt idx="816">
                  <c:v>1.6239597640000003</c:v>
                </c:pt>
                <c:pt idx="817">
                  <c:v>1.5899341640000002</c:v>
                </c:pt>
                <c:pt idx="818">
                  <c:v>1.5634820040000001</c:v>
                </c:pt>
                <c:pt idx="819">
                  <c:v>1.5534938440000001</c:v>
                </c:pt>
                <c:pt idx="820">
                  <c:v>1.5512986440000001</c:v>
                </c:pt>
                <c:pt idx="821">
                  <c:v>1.5577744840000001</c:v>
                </c:pt>
                <c:pt idx="822">
                  <c:v>1.6305453640000001</c:v>
                </c:pt>
                <c:pt idx="823">
                  <c:v>1.684547284</c:v>
                </c:pt>
                <c:pt idx="824">
                  <c:v>1.7574279240000001</c:v>
                </c:pt>
                <c:pt idx="825">
                  <c:v>1.8247108040000002</c:v>
                </c:pt>
                <c:pt idx="826">
                  <c:v>1.9099943240000001</c:v>
                </c:pt>
                <c:pt idx="827">
                  <c:v>2.0380842440000002</c:v>
                </c:pt>
                <c:pt idx="828">
                  <c:v>2.1514663240000003</c:v>
                </c:pt>
                <c:pt idx="829">
                  <c:v>2.2511284040000001</c:v>
                </c:pt>
                <c:pt idx="830">
                  <c:v>2.3572663240000002</c:v>
                </c:pt>
                <c:pt idx="831">
                  <c:v>2.5384800840000001</c:v>
                </c:pt>
                <c:pt idx="832">
                  <c:v>2.7630490440000002</c:v>
                </c:pt>
                <c:pt idx="833">
                  <c:v>2.9293354440000003</c:v>
                </c:pt>
                <c:pt idx="834">
                  <c:v>3.0984756040000003</c:v>
                </c:pt>
                <c:pt idx="835">
                  <c:v>3.3320448840000001</c:v>
                </c:pt>
                <c:pt idx="836">
                  <c:v>3.6517757639999999</c:v>
                </c:pt>
                <c:pt idx="837">
                  <c:v>3.9889584840000003</c:v>
                </c:pt>
                <c:pt idx="838">
                  <c:v>4.2387722439999997</c:v>
                </c:pt>
                <c:pt idx="839">
                  <c:v>4.4402916040000004</c:v>
                </c:pt>
                <c:pt idx="840">
                  <c:v>4.8504647240000001</c:v>
                </c:pt>
                <c:pt idx="841">
                  <c:v>5.3902644040000007</c:v>
                </c:pt>
                <c:pt idx="842">
                  <c:v>6.0288480840000007</c:v>
                </c:pt>
                <c:pt idx="843">
                  <c:v>6.7022256840000001</c:v>
                </c:pt>
                <c:pt idx="844">
                  <c:v>7.4759239240000008</c:v>
                </c:pt>
                <c:pt idx="845">
                  <c:v>8.3074656840000003</c:v>
                </c:pt>
                <c:pt idx="846">
                  <c:v>9.1180432840000005</c:v>
                </c:pt>
                <c:pt idx="847">
                  <c:v>9.9055712840000005</c:v>
                </c:pt>
                <c:pt idx="848">
                  <c:v>10.669391124000001</c:v>
                </c:pt>
                <c:pt idx="849">
                  <c:v>11.491603284000002</c:v>
                </c:pt>
                <c:pt idx="850">
                  <c:v>12.298668564000002</c:v>
                </c:pt>
                <c:pt idx="851">
                  <c:v>13.045804884000002</c:v>
                </c:pt>
                <c:pt idx="852">
                  <c:v>13.738280724000001</c:v>
                </c:pt>
                <c:pt idx="853">
                  <c:v>14.359412564000001</c:v>
                </c:pt>
                <c:pt idx="854">
                  <c:v>14.959031444000001</c:v>
                </c:pt>
                <c:pt idx="855">
                  <c:v>15.615725524000002</c:v>
                </c:pt>
                <c:pt idx="856">
                  <c:v>16.289761684000002</c:v>
                </c:pt>
                <c:pt idx="857">
                  <c:v>17.010116564</c:v>
                </c:pt>
                <c:pt idx="858">
                  <c:v>17.718946643999999</c:v>
                </c:pt>
                <c:pt idx="859">
                  <c:v>18.382116564</c:v>
                </c:pt>
                <c:pt idx="860">
                  <c:v>18.959454164000004</c:v>
                </c:pt>
                <c:pt idx="861">
                  <c:v>19.474667604</c:v>
                </c:pt>
                <c:pt idx="862">
                  <c:v>19.875620884000003</c:v>
                </c:pt>
                <c:pt idx="863">
                  <c:v>20.236841044000002</c:v>
                </c:pt>
                <c:pt idx="864">
                  <c:v>20.637794324000001</c:v>
                </c:pt>
                <c:pt idx="865">
                  <c:v>21.062785044000002</c:v>
                </c:pt>
                <c:pt idx="866">
                  <c:v>21.534533524000004</c:v>
                </c:pt>
                <c:pt idx="867">
                  <c:v>22.047442004000001</c:v>
                </c:pt>
                <c:pt idx="868">
                  <c:v>22.599644564000002</c:v>
                </c:pt>
                <c:pt idx="869">
                  <c:v>23.181592084000002</c:v>
                </c:pt>
                <c:pt idx="870">
                  <c:v>23.628534804000001</c:v>
                </c:pt>
                <c:pt idx="871">
                  <c:v>24.034537044</c:v>
                </c:pt>
                <c:pt idx="872">
                  <c:v>24.425831444</c:v>
                </c:pt>
                <c:pt idx="873">
                  <c:v>24.770477844000002</c:v>
                </c:pt>
                <c:pt idx="874">
                  <c:v>25.218847444000001</c:v>
                </c:pt>
                <c:pt idx="875">
                  <c:v>25.725828883999998</c:v>
                </c:pt>
                <c:pt idx="876">
                  <c:v>26.207785044000001</c:v>
                </c:pt>
                <c:pt idx="877">
                  <c:v>26.665045204000002</c:v>
                </c:pt>
                <c:pt idx="878">
                  <c:v>27.076206164000002</c:v>
                </c:pt>
                <c:pt idx="879">
                  <c:v>27.461134484000002</c:v>
                </c:pt>
                <c:pt idx="880">
                  <c:v>27.824769364000002</c:v>
                </c:pt>
                <c:pt idx="881">
                  <c:v>28.196746004000001</c:v>
                </c:pt>
                <c:pt idx="882">
                  <c:v>28.589247764000003</c:v>
                </c:pt>
                <c:pt idx="883">
                  <c:v>28.910186004</c:v>
                </c:pt>
                <c:pt idx="884">
                  <c:v>29.193037524000001</c:v>
                </c:pt>
                <c:pt idx="885">
                  <c:v>29.426277524</c:v>
                </c:pt>
                <c:pt idx="886">
                  <c:v>29.654797844000001</c:v>
                </c:pt>
                <c:pt idx="887">
                  <c:v>29.777070484000003</c:v>
                </c:pt>
                <c:pt idx="888">
                  <c:v>29.817571924000003</c:v>
                </c:pt>
                <c:pt idx="889">
                  <c:v>29.713848724000002</c:v>
                </c:pt>
                <c:pt idx="890">
                  <c:v>29.635809364000004</c:v>
                </c:pt>
                <c:pt idx="891">
                  <c:v>29.672359444000001</c:v>
                </c:pt>
                <c:pt idx="892">
                  <c:v>29.733934804000004</c:v>
                </c:pt>
                <c:pt idx="893">
                  <c:v>29.741837524000001</c:v>
                </c:pt>
                <c:pt idx="894">
                  <c:v>29.666432404000005</c:v>
                </c:pt>
                <c:pt idx="895">
                  <c:v>29.446473364000003</c:v>
                </c:pt>
                <c:pt idx="896">
                  <c:v>29.163402324</c:v>
                </c:pt>
                <c:pt idx="897">
                  <c:v>28.903710164000003</c:v>
                </c:pt>
                <c:pt idx="898">
                  <c:v>28.734899284000004</c:v>
                </c:pt>
                <c:pt idx="899">
                  <c:v>28.605492244000004</c:v>
                </c:pt>
                <c:pt idx="900">
                  <c:v>28.507476564000001</c:v>
                </c:pt>
                <c:pt idx="901">
                  <c:v>28.354690644000005</c:v>
                </c:pt>
                <c:pt idx="902">
                  <c:v>28.129463124000004</c:v>
                </c:pt>
                <c:pt idx="903">
                  <c:v>27.902918484000004</c:v>
                </c:pt>
                <c:pt idx="904">
                  <c:v>27.711387284000001</c:v>
                </c:pt>
                <c:pt idx="905">
                  <c:v>27.546088724000001</c:v>
                </c:pt>
                <c:pt idx="906">
                  <c:v>27.387485523999999</c:v>
                </c:pt>
                <c:pt idx="907">
                  <c:v>27.217686804</c:v>
                </c:pt>
                <c:pt idx="908">
                  <c:v>26.948445524</c:v>
                </c:pt>
                <c:pt idx="909">
                  <c:v>26.671960084000002</c:v>
                </c:pt>
                <c:pt idx="910">
                  <c:v>26.498649044</c:v>
                </c:pt>
                <c:pt idx="911">
                  <c:v>26.459245204000005</c:v>
                </c:pt>
                <c:pt idx="912">
                  <c:v>26.445525204000003</c:v>
                </c:pt>
                <c:pt idx="913">
                  <c:v>26.406231124000001</c:v>
                </c:pt>
                <c:pt idx="914">
                  <c:v>26.231273684000001</c:v>
                </c:pt>
                <c:pt idx="915">
                  <c:v>26.046986644</c:v>
                </c:pt>
                <c:pt idx="916">
                  <c:v>25.981569684000004</c:v>
                </c:pt>
                <c:pt idx="917">
                  <c:v>26.016473364000003</c:v>
                </c:pt>
                <c:pt idx="918">
                  <c:v>26.026351764000001</c:v>
                </c:pt>
                <c:pt idx="919">
                  <c:v>26.023058964000004</c:v>
                </c:pt>
                <c:pt idx="920">
                  <c:v>25.932726484</c:v>
                </c:pt>
                <c:pt idx="921">
                  <c:v>25.739329364</c:v>
                </c:pt>
                <c:pt idx="922">
                  <c:v>25.493137684000001</c:v>
                </c:pt>
                <c:pt idx="923">
                  <c:v>25.301277204000002</c:v>
                </c:pt>
                <c:pt idx="924">
                  <c:v>25.195029524000002</c:v>
                </c:pt>
                <c:pt idx="925">
                  <c:v>25.144869204000003</c:v>
                </c:pt>
                <c:pt idx="926">
                  <c:v>25.061671124000004</c:v>
                </c:pt>
                <c:pt idx="927">
                  <c:v>24.986814804000002</c:v>
                </c:pt>
                <c:pt idx="928">
                  <c:v>24.748416084000002</c:v>
                </c:pt>
                <c:pt idx="929">
                  <c:v>24.431209683999999</c:v>
                </c:pt>
                <c:pt idx="930">
                  <c:v>24.233422164</c:v>
                </c:pt>
                <c:pt idx="931">
                  <c:v>24.380390804000001</c:v>
                </c:pt>
                <c:pt idx="932">
                  <c:v>24.433734164000004</c:v>
                </c:pt>
                <c:pt idx="933">
                  <c:v>24.217067923999998</c:v>
                </c:pt>
                <c:pt idx="934">
                  <c:v>23.914898644000001</c:v>
                </c:pt>
                <c:pt idx="935">
                  <c:v>23.594838484000004</c:v>
                </c:pt>
                <c:pt idx="936">
                  <c:v>23.250411604</c:v>
                </c:pt>
                <c:pt idx="937">
                  <c:v>22.966352724</c:v>
                </c:pt>
                <c:pt idx="938">
                  <c:v>22.752101204000002</c:v>
                </c:pt>
                <c:pt idx="939">
                  <c:v>22.574619284000004</c:v>
                </c:pt>
                <c:pt idx="940">
                  <c:v>22.370355924000002</c:v>
                </c:pt>
                <c:pt idx="941">
                  <c:v>22.034490324</c:v>
                </c:pt>
                <c:pt idx="942">
                  <c:v>21.620146324</c:v>
                </c:pt>
                <c:pt idx="943">
                  <c:v>21.161898324000003</c:v>
                </c:pt>
                <c:pt idx="944">
                  <c:v>20.694650004</c:v>
                </c:pt>
                <c:pt idx="945">
                  <c:v>20.352308564000001</c:v>
                </c:pt>
                <c:pt idx="946">
                  <c:v>20.118410004000005</c:v>
                </c:pt>
                <c:pt idx="947">
                  <c:v>19.852242004000001</c:v>
                </c:pt>
                <c:pt idx="948">
                  <c:v>19.573012564000003</c:v>
                </c:pt>
                <c:pt idx="949">
                  <c:v>19.140887444000001</c:v>
                </c:pt>
                <c:pt idx="950">
                  <c:v>18.655418963999999</c:v>
                </c:pt>
                <c:pt idx="951">
                  <c:v>18.267088084000001</c:v>
                </c:pt>
                <c:pt idx="952">
                  <c:v>18.038238484000001</c:v>
                </c:pt>
                <c:pt idx="953">
                  <c:v>17.949991444000002</c:v>
                </c:pt>
                <c:pt idx="954">
                  <c:v>17.899940884000003</c:v>
                </c:pt>
                <c:pt idx="955">
                  <c:v>17.735081363999999</c:v>
                </c:pt>
                <c:pt idx="956">
                  <c:v>17.375617364</c:v>
                </c:pt>
                <c:pt idx="957">
                  <c:v>16.868306644</c:v>
                </c:pt>
                <c:pt idx="958">
                  <c:v>16.320384724</c:v>
                </c:pt>
                <c:pt idx="959">
                  <c:v>15.881674004000001</c:v>
                </c:pt>
                <c:pt idx="960">
                  <c:v>15.699033364000002</c:v>
                </c:pt>
                <c:pt idx="961">
                  <c:v>15.684435284000001</c:v>
                </c:pt>
                <c:pt idx="962">
                  <c:v>15.642836244000001</c:v>
                </c:pt>
                <c:pt idx="963">
                  <c:v>15.450317204000001</c:v>
                </c:pt>
                <c:pt idx="964">
                  <c:v>15.036741524000002</c:v>
                </c:pt>
                <c:pt idx="965">
                  <c:v>14.476197204</c:v>
                </c:pt>
                <c:pt idx="966">
                  <c:v>13.918945684000001</c:v>
                </c:pt>
                <c:pt idx="967">
                  <c:v>13.441050644000002</c:v>
                </c:pt>
                <c:pt idx="968">
                  <c:v>13.089379604000001</c:v>
                </c:pt>
                <c:pt idx="969">
                  <c:v>12.812016084000001</c:v>
                </c:pt>
                <c:pt idx="970">
                  <c:v>12.467698964</c:v>
                </c:pt>
                <c:pt idx="971">
                  <c:v>12.028878484000002</c:v>
                </c:pt>
                <c:pt idx="972">
                  <c:v>11.534848724</c:v>
                </c:pt>
                <c:pt idx="973">
                  <c:v>10.927217364000001</c:v>
                </c:pt>
                <c:pt idx="974">
                  <c:v>10.318707924</c:v>
                </c:pt>
                <c:pt idx="975">
                  <c:v>9.7310528840000003</c:v>
                </c:pt>
                <c:pt idx="976">
                  <c:v>9.1424100040000003</c:v>
                </c:pt>
                <c:pt idx="977">
                  <c:v>8.582194964000001</c:v>
                </c:pt>
                <c:pt idx="978">
                  <c:v>8.0349316040000005</c:v>
                </c:pt>
                <c:pt idx="979">
                  <c:v>7.520596244</c:v>
                </c:pt>
                <c:pt idx="980">
                  <c:v>7.0777146440000003</c:v>
                </c:pt>
                <c:pt idx="981">
                  <c:v>6.7107869640000004</c:v>
                </c:pt>
                <c:pt idx="982">
                  <c:v>6.4012637640000003</c:v>
                </c:pt>
                <c:pt idx="983">
                  <c:v>6.0908624840000005</c:v>
                </c:pt>
                <c:pt idx="984">
                  <c:v>5.675969684</c:v>
                </c:pt>
                <c:pt idx="985">
                  <c:v>5.2823703240000004</c:v>
                </c:pt>
                <c:pt idx="986">
                  <c:v>4.9292724039999998</c:v>
                </c:pt>
                <c:pt idx="987">
                  <c:v>4.6231517640000002</c:v>
                </c:pt>
                <c:pt idx="988">
                  <c:v>4.3810212040000005</c:v>
                </c:pt>
                <c:pt idx="989">
                  <c:v>4.126817044</c:v>
                </c:pt>
                <c:pt idx="990">
                  <c:v>3.9372615240000002</c:v>
                </c:pt>
                <c:pt idx="991">
                  <c:v>3.7753655240000006</c:v>
                </c:pt>
                <c:pt idx="992">
                  <c:v>3.6088596040000005</c:v>
                </c:pt>
                <c:pt idx="993">
                  <c:v>3.4367559240000003</c:v>
                </c:pt>
                <c:pt idx="994">
                  <c:v>3.2604813640000003</c:v>
                </c:pt>
                <c:pt idx="995">
                  <c:v>3.087389844</c:v>
                </c:pt>
                <c:pt idx="996">
                  <c:v>2.9602877640000003</c:v>
                </c:pt>
                <c:pt idx="997">
                  <c:v>2.8096970440000004</c:v>
                </c:pt>
                <c:pt idx="998">
                  <c:v>2.6325444040000003</c:v>
                </c:pt>
                <c:pt idx="999">
                  <c:v>2.4840391240000006</c:v>
                </c:pt>
                <c:pt idx="1000">
                  <c:v>2.3478269640000002</c:v>
                </c:pt>
                <c:pt idx="1001">
                  <c:v>2.1905408840000002</c:v>
                </c:pt>
                <c:pt idx="1002">
                  <c:v>2.0837444039999999</c:v>
                </c:pt>
                <c:pt idx="1003">
                  <c:v>2.0134980040000001</c:v>
                </c:pt>
                <c:pt idx="1004">
                  <c:v>1.8904570440000001</c:v>
                </c:pt>
                <c:pt idx="1005">
                  <c:v>1.8019904840000003</c:v>
                </c:pt>
                <c:pt idx="1006">
                  <c:v>1.7266951240000001</c:v>
                </c:pt>
                <c:pt idx="1007">
                  <c:v>1.676754324</c:v>
                </c:pt>
                <c:pt idx="1008">
                  <c:v>1.6323015240000003</c:v>
                </c:pt>
                <c:pt idx="1009">
                  <c:v>1.6110080840000003</c:v>
                </c:pt>
                <c:pt idx="1010">
                  <c:v>1.5784093640000001</c:v>
                </c:pt>
                <c:pt idx="1011">
                  <c:v>1.518919444</c:v>
                </c:pt>
                <c:pt idx="1012">
                  <c:v>1.4879671240000001</c:v>
                </c:pt>
                <c:pt idx="1013">
                  <c:v>1.4697469640000003</c:v>
                </c:pt>
                <c:pt idx="1014">
                  <c:v>1.4382458440000001</c:v>
                </c:pt>
                <c:pt idx="1015">
                  <c:v>1.3914880840000001</c:v>
                </c:pt>
                <c:pt idx="1016">
                  <c:v>1.3559258439999999</c:v>
                </c:pt>
                <c:pt idx="1017">
                  <c:v>1.3235466439999999</c:v>
                </c:pt>
                <c:pt idx="1018">
                  <c:v>1.335620244</c:v>
                </c:pt>
              </c:numCache>
            </c:numRef>
          </c:xVal>
          <c:yVal>
            <c:numRef>
              <c:f>[1]Sheet1!$U$2:$U$1293</c:f>
              <c:numCache>
                <c:formatCode>General</c:formatCode>
                <c:ptCount val="1292"/>
                <c:pt idx="1">
                  <c:v>110.5265</c:v>
                </c:pt>
                <c:pt idx="2">
                  <c:v>110.5569</c:v>
                </c:pt>
                <c:pt idx="3">
                  <c:v>110.53710000000001</c:v>
                </c:pt>
                <c:pt idx="4">
                  <c:v>110.66560000000001</c:v>
                </c:pt>
                <c:pt idx="5">
                  <c:v>110.7099</c:v>
                </c:pt>
                <c:pt idx="6">
                  <c:v>110.9312</c:v>
                </c:pt>
                <c:pt idx="7">
                  <c:v>111.134</c:v>
                </c:pt>
                <c:pt idx="8">
                  <c:v>111.40370000000001</c:v>
                </c:pt>
                <c:pt idx="9">
                  <c:v>111.66759999999999</c:v>
                </c:pt>
                <c:pt idx="10">
                  <c:v>112.1579</c:v>
                </c:pt>
                <c:pt idx="11">
                  <c:v>112.4691</c:v>
                </c:pt>
                <c:pt idx="12">
                  <c:v>112.6671</c:v>
                </c:pt>
                <c:pt idx="13">
                  <c:v>112.6249</c:v>
                </c:pt>
                <c:pt idx="14">
                  <c:v>112.95450000000001</c:v>
                </c:pt>
                <c:pt idx="15">
                  <c:v>112.8544</c:v>
                </c:pt>
                <c:pt idx="16">
                  <c:v>112.81399999999999</c:v>
                </c:pt>
                <c:pt idx="17">
                  <c:v>112.90309999999999</c:v>
                </c:pt>
                <c:pt idx="18">
                  <c:v>113.15759999999999</c:v>
                </c:pt>
                <c:pt idx="19">
                  <c:v>113.28739999999999</c:v>
                </c:pt>
                <c:pt idx="20">
                  <c:v>113.4486</c:v>
                </c:pt>
                <c:pt idx="21">
                  <c:v>113.3182</c:v>
                </c:pt>
                <c:pt idx="22">
                  <c:v>113.273</c:v>
                </c:pt>
                <c:pt idx="23">
                  <c:v>113.20949999999999</c:v>
                </c:pt>
                <c:pt idx="24">
                  <c:v>113.49940000000001</c:v>
                </c:pt>
                <c:pt idx="25">
                  <c:v>113.33460000000001</c:v>
                </c:pt>
                <c:pt idx="26">
                  <c:v>113.4903</c:v>
                </c:pt>
                <c:pt idx="27">
                  <c:v>113.54730000000001</c:v>
                </c:pt>
                <c:pt idx="28">
                  <c:v>113.5675</c:v>
                </c:pt>
                <c:pt idx="29">
                  <c:v>113.5668</c:v>
                </c:pt>
                <c:pt idx="30">
                  <c:v>113.41499999999999</c:v>
                </c:pt>
                <c:pt idx="31">
                  <c:v>113.4178</c:v>
                </c:pt>
                <c:pt idx="32">
                  <c:v>113.3964</c:v>
                </c:pt>
                <c:pt idx="33">
                  <c:v>113.3775</c:v>
                </c:pt>
                <c:pt idx="34">
                  <c:v>113.3313</c:v>
                </c:pt>
                <c:pt idx="35">
                  <c:v>113.31</c:v>
                </c:pt>
                <c:pt idx="36">
                  <c:v>113.288</c:v>
                </c:pt>
                <c:pt idx="37">
                  <c:v>113.21440000000001</c:v>
                </c:pt>
                <c:pt idx="38">
                  <c:v>113.25900000000001</c:v>
                </c:pt>
                <c:pt idx="39">
                  <c:v>113.2621</c:v>
                </c:pt>
                <c:pt idx="40">
                  <c:v>113.2638</c:v>
                </c:pt>
                <c:pt idx="41">
                  <c:v>113.24619999999999</c:v>
                </c:pt>
                <c:pt idx="42">
                  <c:v>113.19559999999998</c:v>
                </c:pt>
                <c:pt idx="43">
                  <c:v>113.1678</c:v>
                </c:pt>
                <c:pt idx="44">
                  <c:v>113.19050000000001</c:v>
                </c:pt>
                <c:pt idx="45">
                  <c:v>113.2071</c:v>
                </c:pt>
                <c:pt idx="46">
                  <c:v>113.2222</c:v>
                </c:pt>
                <c:pt idx="47">
                  <c:v>113.0518</c:v>
                </c:pt>
                <c:pt idx="48">
                  <c:v>113.09690000000001</c:v>
                </c:pt>
                <c:pt idx="49">
                  <c:v>113.15780000000001</c:v>
                </c:pt>
                <c:pt idx="50">
                  <c:v>113.26430000000001</c:v>
                </c:pt>
                <c:pt idx="51">
                  <c:v>113.3319</c:v>
                </c:pt>
                <c:pt idx="52">
                  <c:v>113.2324</c:v>
                </c:pt>
                <c:pt idx="53">
                  <c:v>113.28099999999999</c:v>
                </c:pt>
                <c:pt idx="54">
                  <c:v>113.05440000000002</c:v>
                </c:pt>
                <c:pt idx="55">
                  <c:v>113.1833</c:v>
                </c:pt>
                <c:pt idx="56">
                  <c:v>113.14120000000001</c:v>
                </c:pt>
                <c:pt idx="57">
                  <c:v>112.96080000000001</c:v>
                </c:pt>
                <c:pt idx="58">
                  <c:v>112.84350000000001</c:v>
                </c:pt>
                <c:pt idx="59">
                  <c:v>112.51860000000001</c:v>
                </c:pt>
                <c:pt idx="60">
                  <c:v>112.6872</c:v>
                </c:pt>
                <c:pt idx="61">
                  <c:v>112.44479999999999</c:v>
                </c:pt>
                <c:pt idx="62">
                  <c:v>112.3399</c:v>
                </c:pt>
                <c:pt idx="63">
                  <c:v>112.2179</c:v>
                </c:pt>
                <c:pt idx="64">
                  <c:v>112.13929999999999</c:v>
                </c:pt>
                <c:pt idx="65">
                  <c:v>112.09400000000001</c:v>
                </c:pt>
                <c:pt idx="66">
                  <c:v>112.08349999999999</c:v>
                </c:pt>
                <c:pt idx="67">
                  <c:v>111.77809999999999</c:v>
                </c:pt>
                <c:pt idx="68">
                  <c:v>111.67149999999999</c:v>
                </c:pt>
                <c:pt idx="69">
                  <c:v>111.47819999999999</c:v>
                </c:pt>
                <c:pt idx="70">
                  <c:v>111.4344</c:v>
                </c:pt>
                <c:pt idx="71">
                  <c:v>111.3028</c:v>
                </c:pt>
                <c:pt idx="72">
                  <c:v>111.5068</c:v>
                </c:pt>
                <c:pt idx="73">
                  <c:v>111.29810000000001</c:v>
                </c:pt>
                <c:pt idx="74">
                  <c:v>111.27890000000001</c:v>
                </c:pt>
                <c:pt idx="75">
                  <c:v>111.1866</c:v>
                </c:pt>
                <c:pt idx="76">
                  <c:v>111.2052</c:v>
                </c:pt>
                <c:pt idx="77">
                  <c:v>110.9854</c:v>
                </c:pt>
                <c:pt idx="78">
                  <c:v>111.13329999999999</c:v>
                </c:pt>
                <c:pt idx="79">
                  <c:v>111.2256</c:v>
                </c:pt>
                <c:pt idx="80">
                  <c:v>111.0891</c:v>
                </c:pt>
                <c:pt idx="81">
                  <c:v>111.07640000000001</c:v>
                </c:pt>
                <c:pt idx="82">
                  <c:v>111.07989999999999</c:v>
                </c:pt>
                <c:pt idx="83">
                  <c:v>110.89259999999999</c:v>
                </c:pt>
                <c:pt idx="84">
                  <c:v>110.83959999999999</c:v>
                </c:pt>
                <c:pt idx="85">
                  <c:v>110.89460000000001</c:v>
                </c:pt>
                <c:pt idx="86">
                  <c:v>110.81519999999999</c:v>
                </c:pt>
                <c:pt idx="87">
                  <c:v>110.736</c:v>
                </c:pt>
                <c:pt idx="88">
                  <c:v>110.7394</c:v>
                </c:pt>
                <c:pt idx="89">
                  <c:v>110.7398</c:v>
                </c:pt>
                <c:pt idx="90">
                  <c:v>110.7546</c:v>
                </c:pt>
                <c:pt idx="91">
                  <c:v>110.73320000000001</c:v>
                </c:pt>
                <c:pt idx="92">
                  <c:v>110.7094</c:v>
                </c:pt>
                <c:pt idx="93">
                  <c:v>110.6845</c:v>
                </c:pt>
                <c:pt idx="94">
                  <c:v>110.65690000000001</c:v>
                </c:pt>
                <c:pt idx="95">
                  <c:v>110.7915</c:v>
                </c:pt>
                <c:pt idx="96">
                  <c:v>110.76679999999999</c:v>
                </c:pt>
                <c:pt idx="97">
                  <c:v>110.72620000000001</c:v>
                </c:pt>
                <c:pt idx="98">
                  <c:v>110.7154</c:v>
                </c:pt>
                <c:pt idx="99">
                  <c:v>110.69119999999999</c:v>
                </c:pt>
                <c:pt idx="100">
                  <c:v>110.74289999999999</c:v>
                </c:pt>
                <c:pt idx="101">
                  <c:v>110.74769999999999</c:v>
                </c:pt>
                <c:pt idx="102">
                  <c:v>110.74870000000001</c:v>
                </c:pt>
                <c:pt idx="103">
                  <c:v>111.09629999999999</c:v>
                </c:pt>
                <c:pt idx="104">
                  <c:v>111.4081</c:v>
                </c:pt>
                <c:pt idx="105">
                  <c:v>111.8049</c:v>
                </c:pt>
                <c:pt idx="106">
                  <c:v>111.9473</c:v>
                </c:pt>
                <c:pt idx="107">
                  <c:v>112.27499999999999</c:v>
                </c:pt>
                <c:pt idx="108">
                  <c:v>112.3831</c:v>
                </c:pt>
                <c:pt idx="109">
                  <c:v>112.7501</c:v>
                </c:pt>
                <c:pt idx="110">
                  <c:v>112.6694</c:v>
                </c:pt>
                <c:pt idx="111">
                  <c:v>112.7867</c:v>
                </c:pt>
                <c:pt idx="112">
                  <c:v>113.10900000000001</c:v>
                </c:pt>
                <c:pt idx="113">
                  <c:v>112.70350000000001</c:v>
                </c:pt>
                <c:pt idx="114">
                  <c:v>112.94739999999999</c:v>
                </c:pt>
                <c:pt idx="115">
                  <c:v>113.13560000000001</c:v>
                </c:pt>
                <c:pt idx="116">
                  <c:v>112.699</c:v>
                </c:pt>
                <c:pt idx="117">
                  <c:v>113.1627</c:v>
                </c:pt>
                <c:pt idx="118">
                  <c:v>113.0129</c:v>
                </c:pt>
                <c:pt idx="119">
                  <c:v>112.92789999999999</c:v>
                </c:pt>
                <c:pt idx="120">
                  <c:v>112.91249999999999</c:v>
                </c:pt>
                <c:pt idx="121">
                  <c:v>112.9988</c:v>
                </c:pt>
                <c:pt idx="122">
                  <c:v>112.8811</c:v>
                </c:pt>
                <c:pt idx="123">
                  <c:v>112.9007</c:v>
                </c:pt>
                <c:pt idx="124">
                  <c:v>112.8083</c:v>
                </c:pt>
                <c:pt idx="125">
                  <c:v>112.83540000000001</c:v>
                </c:pt>
                <c:pt idx="126">
                  <c:v>112.87390000000001</c:v>
                </c:pt>
                <c:pt idx="127">
                  <c:v>113.041</c:v>
                </c:pt>
                <c:pt idx="128">
                  <c:v>112.8717</c:v>
                </c:pt>
                <c:pt idx="129">
                  <c:v>112.947</c:v>
                </c:pt>
                <c:pt idx="130">
                  <c:v>112.9562</c:v>
                </c:pt>
                <c:pt idx="131">
                  <c:v>112.9598</c:v>
                </c:pt>
                <c:pt idx="132">
                  <c:v>113.0985</c:v>
                </c:pt>
                <c:pt idx="133">
                  <c:v>112.89410000000001</c:v>
                </c:pt>
                <c:pt idx="134">
                  <c:v>112.9384</c:v>
                </c:pt>
                <c:pt idx="135">
                  <c:v>112.9434</c:v>
                </c:pt>
                <c:pt idx="136">
                  <c:v>112.93770000000001</c:v>
                </c:pt>
                <c:pt idx="137">
                  <c:v>112.9376</c:v>
                </c:pt>
                <c:pt idx="138">
                  <c:v>113.0063</c:v>
                </c:pt>
                <c:pt idx="139">
                  <c:v>112.8886</c:v>
                </c:pt>
                <c:pt idx="140">
                  <c:v>112.9101</c:v>
                </c:pt>
                <c:pt idx="141">
                  <c:v>112.926</c:v>
                </c:pt>
                <c:pt idx="142">
                  <c:v>112.9354</c:v>
                </c:pt>
                <c:pt idx="143">
                  <c:v>112.94119999999999</c:v>
                </c:pt>
                <c:pt idx="144">
                  <c:v>112.9649</c:v>
                </c:pt>
                <c:pt idx="145">
                  <c:v>112.98740000000001</c:v>
                </c:pt>
                <c:pt idx="146">
                  <c:v>113.0103</c:v>
                </c:pt>
                <c:pt idx="147">
                  <c:v>113.0335</c:v>
                </c:pt>
                <c:pt idx="148">
                  <c:v>112.8511</c:v>
                </c:pt>
                <c:pt idx="149">
                  <c:v>112.76949999999999</c:v>
                </c:pt>
                <c:pt idx="150">
                  <c:v>112.6784</c:v>
                </c:pt>
                <c:pt idx="151">
                  <c:v>112.86860000000001</c:v>
                </c:pt>
                <c:pt idx="152">
                  <c:v>112.899</c:v>
                </c:pt>
                <c:pt idx="153">
                  <c:v>112.7581</c:v>
                </c:pt>
                <c:pt idx="154">
                  <c:v>112.6157</c:v>
                </c:pt>
                <c:pt idx="155">
                  <c:v>112.4738</c:v>
                </c:pt>
                <c:pt idx="156">
                  <c:v>112.5155</c:v>
                </c:pt>
                <c:pt idx="157">
                  <c:v>112.14689999999999</c:v>
                </c:pt>
                <c:pt idx="158">
                  <c:v>112.0331</c:v>
                </c:pt>
                <c:pt idx="159">
                  <c:v>111.8733</c:v>
                </c:pt>
                <c:pt idx="160">
                  <c:v>111.81530000000001</c:v>
                </c:pt>
                <c:pt idx="161">
                  <c:v>111.63639999999999</c:v>
                </c:pt>
                <c:pt idx="162">
                  <c:v>111.4676</c:v>
                </c:pt>
                <c:pt idx="163">
                  <c:v>111.31610000000001</c:v>
                </c:pt>
                <c:pt idx="164">
                  <c:v>111.3695</c:v>
                </c:pt>
                <c:pt idx="165">
                  <c:v>111.2032</c:v>
                </c:pt>
                <c:pt idx="166">
                  <c:v>111.0235</c:v>
                </c:pt>
                <c:pt idx="167">
                  <c:v>110.8605</c:v>
                </c:pt>
                <c:pt idx="168">
                  <c:v>110.9209</c:v>
                </c:pt>
                <c:pt idx="169">
                  <c:v>110.69000000000001</c:v>
                </c:pt>
                <c:pt idx="170">
                  <c:v>110.5531</c:v>
                </c:pt>
                <c:pt idx="171">
                  <c:v>110.595</c:v>
                </c:pt>
                <c:pt idx="172">
                  <c:v>110.3712</c:v>
                </c:pt>
                <c:pt idx="173">
                  <c:v>110.39859999999999</c:v>
                </c:pt>
                <c:pt idx="174">
                  <c:v>110.3768</c:v>
                </c:pt>
                <c:pt idx="175">
                  <c:v>110.12909999999999</c:v>
                </c:pt>
                <c:pt idx="176">
                  <c:v>110.18299999999999</c:v>
                </c:pt>
                <c:pt idx="177">
                  <c:v>110.1027</c:v>
                </c:pt>
                <c:pt idx="178">
                  <c:v>109.9234</c:v>
                </c:pt>
                <c:pt idx="179">
                  <c:v>110.00280000000001</c:v>
                </c:pt>
                <c:pt idx="180">
                  <c:v>110.00970000000001</c:v>
                </c:pt>
                <c:pt idx="181">
                  <c:v>110.105</c:v>
                </c:pt>
                <c:pt idx="182">
                  <c:v>110.0378</c:v>
                </c:pt>
                <c:pt idx="183">
                  <c:v>109.9877</c:v>
                </c:pt>
                <c:pt idx="184">
                  <c:v>109.959</c:v>
                </c:pt>
                <c:pt idx="185">
                  <c:v>110.00640000000001</c:v>
                </c:pt>
                <c:pt idx="186">
                  <c:v>109.88720000000001</c:v>
                </c:pt>
                <c:pt idx="187">
                  <c:v>109.98699999999999</c:v>
                </c:pt>
                <c:pt idx="188">
                  <c:v>109.95189999999999</c:v>
                </c:pt>
                <c:pt idx="189">
                  <c:v>109.9492</c:v>
                </c:pt>
                <c:pt idx="190">
                  <c:v>109.9413</c:v>
                </c:pt>
                <c:pt idx="191">
                  <c:v>109.9238</c:v>
                </c:pt>
                <c:pt idx="192">
                  <c:v>109.92179999999999</c:v>
                </c:pt>
                <c:pt idx="193">
                  <c:v>109.8977</c:v>
                </c:pt>
                <c:pt idx="194">
                  <c:v>109.89760000000001</c:v>
                </c:pt>
                <c:pt idx="195">
                  <c:v>109.89150000000001</c:v>
                </c:pt>
                <c:pt idx="196">
                  <c:v>109.9699</c:v>
                </c:pt>
                <c:pt idx="197">
                  <c:v>110.0248</c:v>
                </c:pt>
                <c:pt idx="198">
                  <c:v>110.10809999999999</c:v>
                </c:pt>
                <c:pt idx="199">
                  <c:v>110.25109999999999</c:v>
                </c:pt>
                <c:pt idx="200">
                  <c:v>110.48159999999999</c:v>
                </c:pt>
                <c:pt idx="201">
                  <c:v>110.77260000000001</c:v>
                </c:pt>
                <c:pt idx="202">
                  <c:v>110.8466</c:v>
                </c:pt>
                <c:pt idx="203">
                  <c:v>111.2816</c:v>
                </c:pt>
                <c:pt idx="204">
                  <c:v>111.3245</c:v>
                </c:pt>
                <c:pt idx="205">
                  <c:v>111.5035</c:v>
                </c:pt>
                <c:pt idx="206">
                  <c:v>111.7115</c:v>
                </c:pt>
                <c:pt idx="207">
                  <c:v>111.9538</c:v>
                </c:pt>
                <c:pt idx="208">
                  <c:v>111.8886</c:v>
                </c:pt>
                <c:pt idx="209">
                  <c:v>112.1324</c:v>
                </c:pt>
                <c:pt idx="210">
                  <c:v>112.4765</c:v>
                </c:pt>
                <c:pt idx="211">
                  <c:v>112.63199999999999</c:v>
                </c:pt>
                <c:pt idx="212">
                  <c:v>112.5857</c:v>
                </c:pt>
                <c:pt idx="213">
                  <c:v>113.0147</c:v>
                </c:pt>
                <c:pt idx="214">
                  <c:v>112.99170000000001</c:v>
                </c:pt>
                <c:pt idx="215">
                  <c:v>112.74340000000001</c:v>
                </c:pt>
                <c:pt idx="216">
                  <c:v>113.0745</c:v>
                </c:pt>
                <c:pt idx="217">
                  <c:v>113.08369999999999</c:v>
                </c:pt>
                <c:pt idx="218">
                  <c:v>112.93340000000001</c:v>
                </c:pt>
                <c:pt idx="219">
                  <c:v>112.83429999999998</c:v>
                </c:pt>
                <c:pt idx="220">
                  <c:v>112.8785</c:v>
                </c:pt>
                <c:pt idx="221">
                  <c:v>112.76740000000001</c:v>
                </c:pt>
                <c:pt idx="222">
                  <c:v>112.8933</c:v>
                </c:pt>
                <c:pt idx="223">
                  <c:v>112.60040000000001</c:v>
                </c:pt>
                <c:pt idx="224">
                  <c:v>112.7148</c:v>
                </c:pt>
                <c:pt idx="225">
                  <c:v>112.91740000000001</c:v>
                </c:pt>
                <c:pt idx="226">
                  <c:v>112.92</c:v>
                </c:pt>
                <c:pt idx="227">
                  <c:v>112.9273</c:v>
                </c:pt>
                <c:pt idx="228">
                  <c:v>112.99799999999999</c:v>
                </c:pt>
                <c:pt idx="229">
                  <c:v>112.9256</c:v>
                </c:pt>
                <c:pt idx="230">
                  <c:v>112.9791</c:v>
                </c:pt>
                <c:pt idx="231">
                  <c:v>112.85</c:v>
                </c:pt>
                <c:pt idx="232">
                  <c:v>112.9462</c:v>
                </c:pt>
                <c:pt idx="233">
                  <c:v>112.80879999999999</c:v>
                </c:pt>
                <c:pt idx="234">
                  <c:v>112.89960000000001</c:v>
                </c:pt>
                <c:pt idx="235">
                  <c:v>112.9666</c:v>
                </c:pt>
                <c:pt idx="236">
                  <c:v>113.03039999999999</c:v>
                </c:pt>
                <c:pt idx="237">
                  <c:v>112.8839</c:v>
                </c:pt>
                <c:pt idx="238">
                  <c:v>112.88470000000001</c:v>
                </c:pt>
                <c:pt idx="239">
                  <c:v>112.93279999999999</c:v>
                </c:pt>
                <c:pt idx="240">
                  <c:v>112.86659999999999</c:v>
                </c:pt>
                <c:pt idx="241">
                  <c:v>112.8339</c:v>
                </c:pt>
                <c:pt idx="242">
                  <c:v>112.7838</c:v>
                </c:pt>
                <c:pt idx="243">
                  <c:v>112.75130000000001</c:v>
                </c:pt>
                <c:pt idx="244">
                  <c:v>112.77329999999999</c:v>
                </c:pt>
                <c:pt idx="245">
                  <c:v>112.66590000000001</c:v>
                </c:pt>
                <c:pt idx="246">
                  <c:v>112.76139999999999</c:v>
                </c:pt>
                <c:pt idx="247">
                  <c:v>112.8108</c:v>
                </c:pt>
                <c:pt idx="248">
                  <c:v>112.84549999999999</c:v>
                </c:pt>
                <c:pt idx="249">
                  <c:v>112.63629999999999</c:v>
                </c:pt>
                <c:pt idx="250">
                  <c:v>112.71100000000001</c:v>
                </c:pt>
                <c:pt idx="251">
                  <c:v>112.58290000000001</c:v>
                </c:pt>
                <c:pt idx="252">
                  <c:v>112.7557</c:v>
                </c:pt>
                <c:pt idx="253">
                  <c:v>112.45570000000001</c:v>
                </c:pt>
                <c:pt idx="254">
                  <c:v>112.42800000000001</c:v>
                </c:pt>
                <c:pt idx="255">
                  <c:v>112.14349999999999</c:v>
                </c:pt>
                <c:pt idx="256">
                  <c:v>112.04129999999999</c:v>
                </c:pt>
                <c:pt idx="257">
                  <c:v>111.8553</c:v>
                </c:pt>
                <c:pt idx="258">
                  <c:v>111.69560000000001</c:v>
                </c:pt>
                <c:pt idx="259">
                  <c:v>111.5531</c:v>
                </c:pt>
                <c:pt idx="260">
                  <c:v>111.37729999999999</c:v>
                </c:pt>
                <c:pt idx="261">
                  <c:v>111.02359999999999</c:v>
                </c:pt>
                <c:pt idx="262">
                  <c:v>111.0059</c:v>
                </c:pt>
                <c:pt idx="263">
                  <c:v>110.71770000000001</c:v>
                </c:pt>
                <c:pt idx="264">
                  <c:v>110.4106</c:v>
                </c:pt>
                <c:pt idx="265">
                  <c:v>110.47750000000001</c:v>
                </c:pt>
                <c:pt idx="266">
                  <c:v>110.5639</c:v>
                </c:pt>
                <c:pt idx="267">
                  <c:v>110.54470000000001</c:v>
                </c:pt>
                <c:pt idx="268">
                  <c:v>110.42960000000001</c:v>
                </c:pt>
                <c:pt idx="269">
                  <c:v>110.32849999999999</c:v>
                </c:pt>
                <c:pt idx="270">
                  <c:v>110.3349</c:v>
                </c:pt>
                <c:pt idx="271">
                  <c:v>110.3057</c:v>
                </c:pt>
                <c:pt idx="272">
                  <c:v>110.3682</c:v>
                </c:pt>
                <c:pt idx="273">
                  <c:v>110.1957</c:v>
                </c:pt>
                <c:pt idx="274">
                  <c:v>110.081</c:v>
                </c:pt>
                <c:pt idx="275">
                  <c:v>110.17179999999999</c:v>
                </c:pt>
                <c:pt idx="276">
                  <c:v>109.99589999999999</c:v>
                </c:pt>
                <c:pt idx="277">
                  <c:v>110.0333</c:v>
                </c:pt>
                <c:pt idx="278">
                  <c:v>109.9478</c:v>
                </c:pt>
                <c:pt idx="279">
                  <c:v>109.93299999999999</c:v>
                </c:pt>
                <c:pt idx="280">
                  <c:v>109.8947</c:v>
                </c:pt>
                <c:pt idx="281">
                  <c:v>109.87899999999999</c:v>
                </c:pt>
                <c:pt idx="282">
                  <c:v>109.86660000000001</c:v>
                </c:pt>
                <c:pt idx="283">
                  <c:v>109.85820000000001</c:v>
                </c:pt>
                <c:pt idx="284">
                  <c:v>109.78009999999999</c:v>
                </c:pt>
                <c:pt idx="285">
                  <c:v>109.71120000000001</c:v>
                </c:pt>
                <c:pt idx="286">
                  <c:v>109.7025</c:v>
                </c:pt>
                <c:pt idx="287">
                  <c:v>109.60050000000001</c:v>
                </c:pt>
                <c:pt idx="288">
                  <c:v>109.63380000000001</c:v>
                </c:pt>
                <c:pt idx="289">
                  <c:v>109.65170000000001</c:v>
                </c:pt>
                <c:pt idx="290">
                  <c:v>109.6974</c:v>
                </c:pt>
                <c:pt idx="291">
                  <c:v>109.7256</c:v>
                </c:pt>
                <c:pt idx="292">
                  <c:v>109.74679999999999</c:v>
                </c:pt>
                <c:pt idx="293">
                  <c:v>109.75960000000001</c:v>
                </c:pt>
                <c:pt idx="294">
                  <c:v>109.74600000000001</c:v>
                </c:pt>
                <c:pt idx="295">
                  <c:v>109.6773</c:v>
                </c:pt>
                <c:pt idx="296">
                  <c:v>109.9161</c:v>
                </c:pt>
                <c:pt idx="297">
                  <c:v>110.08920000000001</c:v>
                </c:pt>
                <c:pt idx="298">
                  <c:v>110.255</c:v>
                </c:pt>
                <c:pt idx="299">
                  <c:v>110.32849999999999</c:v>
                </c:pt>
                <c:pt idx="300">
                  <c:v>110.7526</c:v>
                </c:pt>
                <c:pt idx="301">
                  <c:v>110.96249999999999</c:v>
                </c:pt>
                <c:pt idx="302">
                  <c:v>111.1626</c:v>
                </c:pt>
                <c:pt idx="303">
                  <c:v>111.4945</c:v>
                </c:pt>
                <c:pt idx="304">
                  <c:v>111.95840000000001</c:v>
                </c:pt>
                <c:pt idx="305">
                  <c:v>112.1758</c:v>
                </c:pt>
                <c:pt idx="306">
                  <c:v>112.1319</c:v>
                </c:pt>
                <c:pt idx="307">
                  <c:v>112.34</c:v>
                </c:pt>
                <c:pt idx="308">
                  <c:v>112.53439999999999</c:v>
                </c:pt>
                <c:pt idx="309">
                  <c:v>112.75019999999999</c:v>
                </c:pt>
                <c:pt idx="310">
                  <c:v>112.69710000000001</c:v>
                </c:pt>
                <c:pt idx="311">
                  <c:v>112.66379999999999</c:v>
                </c:pt>
                <c:pt idx="312">
                  <c:v>112.85539999999999</c:v>
                </c:pt>
                <c:pt idx="313">
                  <c:v>112.82830000000001</c:v>
                </c:pt>
                <c:pt idx="314">
                  <c:v>112.90860000000001</c:v>
                </c:pt>
                <c:pt idx="315">
                  <c:v>113.0039</c:v>
                </c:pt>
                <c:pt idx="316">
                  <c:v>112.86149999999999</c:v>
                </c:pt>
                <c:pt idx="317">
                  <c:v>112.8664</c:v>
                </c:pt>
                <c:pt idx="318">
                  <c:v>113.0137</c:v>
                </c:pt>
                <c:pt idx="319">
                  <c:v>113.0284</c:v>
                </c:pt>
                <c:pt idx="320">
                  <c:v>112.8296</c:v>
                </c:pt>
                <c:pt idx="321">
                  <c:v>112.86250000000001</c:v>
                </c:pt>
                <c:pt idx="322">
                  <c:v>112.91290000000001</c:v>
                </c:pt>
                <c:pt idx="323">
                  <c:v>112.8984</c:v>
                </c:pt>
                <c:pt idx="324">
                  <c:v>112.85780000000001</c:v>
                </c:pt>
                <c:pt idx="325">
                  <c:v>112.97750000000001</c:v>
                </c:pt>
                <c:pt idx="326">
                  <c:v>112.9067</c:v>
                </c:pt>
                <c:pt idx="327">
                  <c:v>112.9477</c:v>
                </c:pt>
                <c:pt idx="328">
                  <c:v>112.9376</c:v>
                </c:pt>
                <c:pt idx="329">
                  <c:v>112.93170000000001</c:v>
                </c:pt>
                <c:pt idx="330">
                  <c:v>112.88159999999999</c:v>
                </c:pt>
                <c:pt idx="331">
                  <c:v>112.94110000000001</c:v>
                </c:pt>
                <c:pt idx="332">
                  <c:v>112.79179999999999</c:v>
                </c:pt>
                <c:pt idx="333">
                  <c:v>112.87050000000001</c:v>
                </c:pt>
                <c:pt idx="334">
                  <c:v>112.9375</c:v>
                </c:pt>
                <c:pt idx="335">
                  <c:v>112.99210000000001</c:v>
                </c:pt>
                <c:pt idx="336">
                  <c:v>112.90800000000002</c:v>
                </c:pt>
                <c:pt idx="337">
                  <c:v>112.8408</c:v>
                </c:pt>
                <c:pt idx="338">
                  <c:v>112.89230000000001</c:v>
                </c:pt>
                <c:pt idx="339">
                  <c:v>112.67139999999999</c:v>
                </c:pt>
                <c:pt idx="340">
                  <c:v>112.6721</c:v>
                </c:pt>
                <c:pt idx="341">
                  <c:v>112.56619999999999</c:v>
                </c:pt>
                <c:pt idx="342">
                  <c:v>112.67830000000001</c:v>
                </c:pt>
                <c:pt idx="343">
                  <c:v>112.67449999999999</c:v>
                </c:pt>
                <c:pt idx="344">
                  <c:v>112.6699</c:v>
                </c:pt>
                <c:pt idx="345">
                  <c:v>112.57300000000001</c:v>
                </c:pt>
                <c:pt idx="346">
                  <c:v>112.4199</c:v>
                </c:pt>
                <c:pt idx="347">
                  <c:v>112.3344</c:v>
                </c:pt>
                <c:pt idx="348">
                  <c:v>112.34120000000001</c:v>
                </c:pt>
                <c:pt idx="349">
                  <c:v>112.108</c:v>
                </c:pt>
                <c:pt idx="350">
                  <c:v>111.9316</c:v>
                </c:pt>
                <c:pt idx="351">
                  <c:v>111.756</c:v>
                </c:pt>
                <c:pt idx="352">
                  <c:v>111.68300000000001</c:v>
                </c:pt>
                <c:pt idx="353">
                  <c:v>111.4932</c:v>
                </c:pt>
                <c:pt idx="354">
                  <c:v>111.40280000000001</c:v>
                </c:pt>
                <c:pt idx="355">
                  <c:v>111.3075</c:v>
                </c:pt>
                <c:pt idx="356">
                  <c:v>111.2594</c:v>
                </c:pt>
                <c:pt idx="357">
                  <c:v>111.12650000000001</c:v>
                </c:pt>
                <c:pt idx="358">
                  <c:v>111.0566</c:v>
                </c:pt>
                <c:pt idx="359">
                  <c:v>111.0831</c:v>
                </c:pt>
                <c:pt idx="360">
                  <c:v>110.8948</c:v>
                </c:pt>
                <c:pt idx="361">
                  <c:v>110.85549999999999</c:v>
                </c:pt>
                <c:pt idx="362">
                  <c:v>110.7201</c:v>
                </c:pt>
                <c:pt idx="363">
                  <c:v>110.68020000000001</c:v>
                </c:pt>
                <c:pt idx="364">
                  <c:v>110.49720000000001</c:v>
                </c:pt>
                <c:pt idx="365">
                  <c:v>110.5363</c:v>
                </c:pt>
                <c:pt idx="366">
                  <c:v>110.52189999999999</c:v>
                </c:pt>
                <c:pt idx="367">
                  <c:v>110.41130000000001</c:v>
                </c:pt>
                <c:pt idx="368">
                  <c:v>110.4806</c:v>
                </c:pt>
                <c:pt idx="369">
                  <c:v>110.3252</c:v>
                </c:pt>
                <c:pt idx="370">
                  <c:v>110.21810000000001</c:v>
                </c:pt>
                <c:pt idx="371">
                  <c:v>110.2406</c:v>
                </c:pt>
                <c:pt idx="372">
                  <c:v>110.20659999999999</c:v>
                </c:pt>
                <c:pt idx="373">
                  <c:v>110.20089999999999</c:v>
                </c:pt>
                <c:pt idx="374">
                  <c:v>110.11229999999999</c:v>
                </c:pt>
                <c:pt idx="375">
                  <c:v>110.0338</c:v>
                </c:pt>
                <c:pt idx="376">
                  <c:v>109.9325</c:v>
                </c:pt>
                <c:pt idx="377">
                  <c:v>109.96679999999999</c:v>
                </c:pt>
                <c:pt idx="378">
                  <c:v>109.9092</c:v>
                </c:pt>
                <c:pt idx="379">
                  <c:v>109.9794</c:v>
                </c:pt>
                <c:pt idx="380">
                  <c:v>109.93560000000001</c:v>
                </c:pt>
                <c:pt idx="381">
                  <c:v>109.97439999999999</c:v>
                </c:pt>
                <c:pt idx="382">
                  <c:v>109.84690000000001</c:v>
                </c:pt>
                <c:pt idx="383">
                  <c:v>109.7243</c:v>
                </c:pt>
                <c:pt idx="384">
                  <c:v>109.81</c:v>
                </c:pt>
                <c:pt idx="385">
                  <c:v>109.84880000000001</c:v>
                </c:pt>
                <c:pt idx="386">
                  <c:v>110.0137</c:v>
                </c:pt>
                <c:pt idx="387">
                  <c:v>110.12269999999999</c:v>
                </c:pt>
                <c:pt idx="388">
                  <c:v>110.09259999999999</c:v>
                </c:pt>
                <c:pt idx="389">
                  <c:v>110.6264</c:v>
                </c:pt>
                <c:pt idx="390">
                  <c:v>110.74550000000001</c:v>
                </c:pt>
                <c:pt idx="391">
                  <c:v>111.0579</c:v>
                </c:pt>
                <c:pt idx="392">
                  <c:v>111.4909</c:v>
                </c:pt>
                <c:pt idx="393">
                  <c:v>111.70099999999999</c:v>
                </c:pt>
                <c:pt idx="394">
                  <c:v>111.9111</c:v>
                </c:pt>
                <c:pt idx="395">
                  <c:v>111.87440000000001</c:v>
                </c:pt>
                <c:pt idx="396">
                  <c:v>112.2869</c:v>
                </c:pt>
                <c:pt idx="397">
                  <c:v>112.3344</c:v>
                </c:pt>
                <c:pt idx="398">
                  <c:v>112.2544</c:v>
                </c:pt>
                <c:pt idx="399">
                  <c:v>112.462</c:v>
                </c:pt>
                <c:pt idx="400">
                  <c:v>112.5322</c:v>
                </c:pt>
                <c:pt idx="401">
                  <c:v>112.6336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C4-47F9-8EDE-6A8F8C55EC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2488319"/>
        <c:axId val="132499551"/>
      </c:scatterChart>
      <c:valAx>
        <c:axId val="132488319"/>
        <c:scaling>
          <c:orientation val="minMax"/>
          <c:max val="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anchor="ctr" anchorCtr="0"/>
              <a:lstStyle/>
              <a:p>
                <a:pPr>
                  <a:defRPr/>
                </a:pPr>
                <a:r>
                  <a:rPr lang="en-US" altLang="ko-KR"/>
                  <a:t>Tension</a:t>
                </a:r>
                <a:r>
                  <a:rPr lang="en-US" altLang="ko-KR" baseline="0"/>
                  <a:t> force(N)</a:t>
                </a:r>
                <a:endParaRPr lang="ko-KR" altLang="en-US"/>
              </a:p>
            </c:rich>
          </c:tx>
          <c:layout>
            <c:manualLayout>
              <c:xMode val="edge"/>
              <c:yMode val="edge"/>
              <c:x val="0.45493156940619689"/>
              <c:y val="0.90156028368794339"/>
            </c:manualLayout>
          </c:layout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32499551"/>
        <c:crosses val="autoZero"/>
        <c:crossBetween val="midCat"/>
      </c:valAx>
      <c:valAx>
        <c:axId val="132499551"/>
        <c:scaling>
          <c:orientation val="minMax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/>
              <a:lstStyle/>
              <a:p>
                <a:pPr>
                  <a:defRPr b="1"/>
                </a:pPr>
                <a:r>
                  <a:rPr lang="en-US" altLang="ko-KR" b="1"/>
                  <a:t>Ankle moment arm (mm)</a:t>
                </a:r>
                <a:endParaRPr lang="ko-KR" altLang="en-US" b="1"/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32488319"/>
        <c:crosses val="autoZero"/>
        <c:crossBetween val="midCat"/>
      </c:valAx>
    </c:plotArea>
    <c:legend>
      <c:legendPos val="r"/>
      <c:layout>
        <c:manualLayout>
          <c:xMode val="edge"/>
          <c:yMode val="edge"/>
          <c:x val="0.7088702601582344"/>
          <c:y val="0.1941903427515414"/>
          <c:w val="0.1687412412766178"/>
          <c:h val="0.17380363158158343"/>
        </c:manualLayout>
      </c:layout>
      <c:overlay val="0"/>
      <c:spPr>
        <a:solidFill>
          <a:schemeClr val="bg1"/>
        </a:solidFill>
        <a:ln>
          <a:solidFill>
            <a:schemeClr val="tx1"/>
          </a:solidFill>
        </a:ln>
      </c:spPr>
      <c:txPr>
        <a:bodyPr/>
        <a:lstStyle/>
        <a:p>
          <a:pPr>
            <a:defRPr sz="800" b="1"/>
          </a:pPr>
          <a:endParaRPr lang="ko-KR"/>
        </a:p>
      </c:txPr>
    </c:legend>
    <c:plotVisOnly val="1"/>
    <c:dispBlanksAs val="gap"/>
    <c:showDLblsOverMax val="0"/>
    <c:extLst/>
  </c:chart>
  <c:txPr>
    <a:bodyPr/>
    <a:lstStyle/>
    <a:p>
      <a:pPr>
        <a:defRPr/>
      </a:pPr>
      <a:endParaRPr lang="ko-KR"/>
    </a:p>
  </c:txPr>
  <c:externalData r:id="rId1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[통합.xlsx]Sheet1!$F$2:$F$1293</cx:f>
        <cx:lvl ptCount="1292" formatCode="G/표준">
          <cx:pt idx="1">1.1390464140000001</cx:pt>
          <cx:pt idx="2">1.1492503709999999</cx:pt>
          <cx:pt idx="3">1.1602306529999999</cx:pt>
          <cx:pt idx="4">1.1868164889999999</cx:pt>
          <cx:pt idx="5">1.290886559</cx:pt>
          <cx:pt idx="6">1.418231596</cx:pt>
          <cx:pt idx="7">1.617154516</cx:pt>
          <cx:pt idx="8">1.839119972</cx:pt>
          <cx:pt idx="9">1.905301785</cx:pt>
          <cx:pt idx="10">2.184701445</cx:pt>
          <cx:pt idx="11">2.4184607009999999</cx:pt>
          <cx:pt idx="12">2.7759299390000001</cx:pt>
          <cx:pt idx="13">3.1778257999999999</cx:pt>
          <cx:pt idx="14">3.6702719670000001</cx:pt>
          <cx:pt idx="15">4.105213429</cx:pt>
          <cx:pt idx="16">4.6003187829999996</cx:pt>
          <cx:pt idx="17">5.0489744859999997</cx:pt>
          <cx:pt idx="18">5.646583476</cx:pt>
          <cx:pt idx="19">6.233823085</cx:pt>
          <cx:pt idx="20">6.7313402990000002</cx:pt>
          <cx:pt idx="21">7.2056817029999998</cx:pt>
          <cx:pt idx="22">7.7101885479999996</cx:pt>
          <cx:pt idx="23">8.136383232</cx:pt>
          <cx:pt idx="24">8.4722443409999997</cx:pt>
          <cx:pt idx="25">8.8416440890000008</cx:pt>
          <cx:pt idx="26">9.0243012230000001</cx:pt>
          <cx:pt idx="27">9.2167934480000007</cx:pt>
          <cx:pt idx="28">9.2617150979999998</cx:pt>
          <cx:pt idx="29">9.2453330890000007</cx:pt>
          <cx:pt idx="30">9.2359788980000008</cx:pt>
          <cx:pt idx="31">9.2546948499999999</cx:pt>
          <cx:pt idx="32">9.3614420799999998</cx:pt>
          <cx:pt idx="33">9.430834999</cx:pt>
          <cx:pt idx="34">9.4500573960000001</cx:pt>
          <cx:pt idx="35">9.4084317720000001</cx:pt>
          <cx:pt idx="36">9.4087259010000004</cx:pt>
          <cx:pt idx="37">9.4133904889999993</cx:pt>
          <cx:pt idx="38">9.4188106059999992</cx:pt>
          <cx:pt idx="39">9.4160567610000001</cx:pt>
          <cx:pt idx="40">9.3644725770000008</cx:pt>
          <cx:pt idx="41">9.3431856750000009</cx:pt>
          <cx:pt idx="42">9.2769740800000005</cx:pt>
          <cx:pt idx="43">9.2384680709999998</cx:pt>
          <cx:pt idx="44">9.1889148410000008</cx:pt>
          <cx:pt idx="45">9.1641938510000003</cx:pt>
          <cx:pt idx="46">9.0667912400000006</cx:pt>
          <cx:pt idx="47">8.9232078040000005</cx:pt>
          <cx:pt idx="48">8.7541996100000006</cx:pt>
          <cx:pt idx="49">8.6814484019999991</cx:pt>
          <cx:pt idx="50">8.4823904310000007</cx:pt>
          <cx:pt idx="51">8.0849620009999992</cx:pt>
          <cx:pt idx="52">7.6417629009999999</cx:pt>
          <cx:pt idx="53">7.0999719079999997</cx:pt>
          <cx:pt idx="54">6.3857535050000003</cx:pt>
          <cx:pt idx="55">5.6667217179999998</cx:pt>
          <cx:pt idx="56">4.990559062</cx:pt>
          <cx:pt idx="57">4.3378585239999996</cx:pt>
          <cx:pt idx="58">3.7619820000000002</cx:pt>
          <cx:pt idx="59">3.2887795469999999</cx:pt>
          <cx:pt idx="60">2.9447902410000002</cx:pt>
          <cx:pt idx="61">2.7866525979999999</cx:pt>
          <cx:pt idx="62">2.5494440470000002</cx:pt>
          <cx:pt idx="63">2.2651341110000001</cx:pt>
          <cx:pt idx="64">2.1706043589999999</cx:pt>
          <cx:pt idx="65">2.1225735769999998</cx:pt>
          <cx:pt idx="66">2.015417008</cx:pt>
          <cx:pt idx="67">1.945096886</cx:pt>
          <cx:pt idx="68">1.9813446990000001</cx:pt>
          <cx:pt idx="69">1.8738852420000001</cx:pt>
          <cx:pt idx="70">1.86062992</cx:pt>
          <cx:pt idx="71">1.8501060970000001</cx:pt>
          <cx:pt idx="72">1.802565937</cx:pt>
          <cx:pt idx="73">1.8090133239999999</cx:pt>
          <cx:pt idx="74">1.815991753</cx:pt>
          <cx:pt idx="75">1.7755370049999999</cx:pt>
          <cx:pt idx="76">1.829082936</cx:pt>
          <cx:pt idx="77">1.782933549</cx:pt>
          <cx:pt idx="78">1.7893687680000001</cx:pt>
          <cx:pt idx="79">1.79016474</cx:pt>
          <cx:pt idx="80">1.789244542</cx:pt>
          <cx:pt idx="81">1.791022305</cx:pt>
          <cx:pt idx="82">1.798129761</cx:pt>
          <cx:pt idx="83">1.798253498</cx:pt>
          <cx:pt idx="84">1.8007453689999999</cx:pt>
          <cx:pt idx="85">1.8222282590000001</cx:pt>
          <cx:pt idx="86">1.859146298</cx:pt>
          <cx:pt idx="87">1.881125868</cx:pt>
          <cx:pt idx="88">1.8871010720000001</cx:pt>
          <cx:pt idx="89">2.139593487</cx:pt>
          <cx:pt idx="90">2.48916432</cx:pt>
          <cx:pt idx="91">2.7921130949999999</cx:pt>
          <cx:pt idx="92">2.959142071</cx:pt>
          <cx:pt idx="93">3.2529984289999998</cx:pt>
          <cx:pt idx="94">3.5178275010000002</cx:pt>
          <cx:pt idx="95">3.8195884019999999</cx:pt>
          <cx:pt idx="96">4.077614015</cx:pt>
          <cx:pt idx="97">4.4390233090000004</cx:pt>
          <cx:pt idx="98">4.9675919960000003</cx:pt>
          <cx:pt idx="99">5.4913221449999998</cx:pt>
          <cx:pt idx="100">6.0351897909999996</cx:pt>
          <cx:pt idx="101">6.5576212060000003</cx:pt>
          <cx:pt idx="102">7.056684143</cx:pt>
          <cx:pt idx="103">7.4530340339999999</cx:pt>
          <cx:pt idx="104">7.906814572</cx:pt>
          <cx:pt idx="105">8.2971327440000007</cx:pt>
          <cx:pt idx="106">8.5511306129999998</cx:pt>
          <cx:pt idx="107">8.8483416140000006</cx:pt>
          <cx:pt idx="108">9.0234195689999996</cx:pt>
          <cx:pt idx="109">9.0703282200000004</cx:pt>
          <cx:pt idx="110">9.2257984719999993</cx:pt>
          <cx:pt idx="111">9.3757283549999997</cx:pt>
          <cx:pt idx="112">9.389101921</cx:pt>
          <cx:pt idx="113">9.3554064169999993</cx:pt>
          <cx:pt idx="114">9.3968287939999993</cx:pt>
          <cx:pt idx="115">9.4479994250000008</cx:pt>
          <cx:pt idx="116">9.5391790059999995</cx:pt>
          <cx:pt idx="117">9.5728954739999992</cx:pt>
          <cx:pt idx="118">9.5496253039999992</cx:pt>
          <cx:pt idx="119">9.5560867609999995</cx:pt>
          <cx:pt idx="120">9.5720601569999992</cx:pt>
          <cx:pt idx="121">9.5375367450000006</cx:pt>
          <cx:pt idx="122">9.5314206250000009</cx:pt>
          <cx:pt idx="123">9.5223729559999999</cx:pt>
          <cx:pt idx="124">9.3659058710000007</cx:pt>
          <cx:pt idx="125">9.3226022719999992</cx:pt>
          <cx:pt idx="126">9.3173461199999998</cx:pt>
          <cx:pt idx="127">9.2476143789999998</cx:pt>
          <cx:pt idx="128">9.1479441010000002</cx:pt>
          <cx:pt idx="129">8.8468688919999998</cx:pt>
          <cx:pt idx="130">8.3168105079999997</cx:pt>
          <cx:pt idx="131">7.6905986799999999</cx:pt>
          <cx:pt idx="132">7.1962125859999997</cx:pt>
          <cx:pt idx="133">6.6117514579999996</cx:pt>
          <cx:pt idx="134">5.7858934719999997</cx:pt>
          <cx:pt idx="135">4.6888199129999997</cx:pt>
          <cx:pt idx="136">3.3873939310000001</cx:pt>
          <cx:pt idx="137">2.6571514789999999</cx:pt>
          <cx:pt idx="138">2.465298137</cx:pt>
          <cx:pt idx="139">2.2243852770000001</cx:pt>
          <cx:pt idx="140">1.869879852</cx:pt>
          <cx:pt idx="141">1.58899049</cx:pt>
          <cx:pt idx="142">1.463533486</cx:pt>
          <cx:pt idx="143">1.3261750640000001</cx:pt>
          <cx:pt idx="144">1.310115889</cx:pt>
          <cx:pt idx="145">1.154351449</cx:pt>
          <cx:pt idx="146">1.1536870589999999</cx:pt>
          <cx:pt idx="147">1.159912002</cx:pt>
          <cx:pt idx="148">1.163623831</cx:pt>
          <cx:pt idx="149">1.1652567920000001</cx:pt>
          <cx:pt idx="150">1.1684588890000001</cx:pt>
          <cx:pt idx="151">1.175101996</cx:pt>
          <cx:pt idx="152">1.144957958</cx:pt>
          <cx:pt idx="153">1.1473626960000001</cx:pt>
          <cx:pt idx="154">1.1684041000000001</cx:pt>
          <cx:pt idx="155">1.1415676299999999</cx:pt>
          <cx:pt idx="156">1.1461618549999999</cx:pt>
          <cx:pt idx="157">1.169861102</cx:pt>
          <cx:pt idx="158">1.1536254130000001</cx:pt>
          <cx:pt idx="159">1.1558664110000001</cx:pt>
          <cx:pt idx="160">1.1591314370000001</cx:pt>
          <cx:pt idx="161">1.1433244090000001</cx:pt>
          <cx:pt idx="162">1.142196736</cx:pt>
          <cx:pt idx="163">1.1772380950000001</cx:pt>
          <cx:pt idx="164">1.1716123979999999</cx:pt>
          <cx:pt idx="165">1.26739647</cx:pt>
          <cx:pt idx="166">1.3276474009999999</cx:pt>
          <cx:pt idx="167">1.353596826</cx:pt>
          <cx:pt idx="168">1.505740861</cx:pt>
          <cx:pt idx="169">1.651864016</cx:pt>
          <cx:pt idx="170">1.6915693000000001</cx:pt>
          <cx:pt idx="171">1.8704287589999999</cx:pt>
          <cx:pt idx="172">2.1364521459999999</cx:pt>
          <cx:pt idx="173">2.4124748669999998</cx:pt>
          <cx:pt idx="174">2.60668218</cx:pt>
          <cx:pt idx="175">2.9844914180000002</cx:pt>
          <cx:pt idx="176">3.3203181719999999</cx:pt>
          <cx:pt idx="177">3.5084826869999999</cx:pt>
          <cx:pt idx="178">3.844336094</cx:pt>
          <cx:pt idx="179">4.2061058820000001</cx:pt>
          <cx:pt idx="180">4.6921197570000004</cx:pt>
          <cx:pt idx="181">5.1193477520000004</cx:pt>
          <cx:pt idx="182">5.7561961310000003</cx:pt>
          <cx:pt idx="183">6.3418761339999996</cx:pt>
          <cx:pt idx="184">6.7991156640000003</cx:pt>
          <cx:pt idx="185">7.2310941389999996</cx:pt>
          <cx:pt idx="186">7.5494887290000001</cx:pt>
          <cx:pt idx="187">7.7580255060000001</cx:pt>
          <cx:pt idx="188">7.9476359099999998</cx:pt>
          <cx:pt idx="189">8.1414877899999993</cx:pt>
          <cx:pt idx="190">8.2810143499999995</cx:pt>
          <cx:pt idx="191">8.4065368249999999</cx:pt>
          <cx:pt idx="192">8.5984688469999995</cx:pt>
          <cx:pt idx="193">8.6674089569999992</cx:pt>
          <cx:pt idx="194">8.7009424519999996</cx:pt>
          <cx:pt idx="195">8.7888693339999993</cx:pt>
          <cx:pt idx="196">8.8091510369999995</cx:pt>
          <cx:pt idx="197">8.8474789820000002</cx:pt>
          <cx:pt idx="198">8.8616387559999996</cx:pt>
          <cx:pt idx="199">8.8748507589999992</cx:pt>
          <cx:pt idx="200">8.8544905669999991</cx:pt>
          <cx:pt idx="201">8.8512769119999994</cx:pt>
          <cx:pt idx="202">8.8203205390000008</cx:pt>
          <cx:pt idx="203">8.8154712820000007</cx:pt>
          <cx:pt idx="204">8.795681858</cx:pt>
          <cx:pt idx="205">8.8134301599999993</cx:pt>
          <cx:pt idx="206">8.8137384379999997</cx:pt>
          <cx:pt idx="207">8.7939658779999998</cx:pt>
          <cx:pt idx="208">8.7647319659999994</cx:pt>
          <cx:pt idx="209">8.7548951099999996</cx:pt>
          <cx:pt idx="210">8.7590782059999999</cx:pt>
          <cx:pt idx="211">8.6665033279999992</cx:pt>
          <cx:pt idx="212">8.5199834209999992</cx:pt>
          <cx:pt idx="213">8.4235294879999998</cx:pt>
          <cx:pt idx="214">8.1390500130000003</cx:pt>
          <cx:pt idx="215">7.7702137269999998</cx:pt>
          <cx:pt idx="216">7.2753168490000002</cx:pt>
          <cx:pt idx="217">6.7366128639999996</cx:pt>
          <cx:pt idx="218">6.2022583490000001</cx:pt>
          <cx:pt idx="219">5.6673267740000002</cx:pt>
          <cx:pt idx="220">5.0452309230000001</cx:pt>
          <cx:pt idx="221">4.4417739459999996</cx:pt>
          <cx:pt idx="222">4.0040589329999996</cx:pt>
          <cx:pt idx="223">3.5480732540000002</cx:pt>
          <cx:pt idx="224">3.2315582209999998</cx:pt>
          <cx:pt idx="225">3.006974896</cx:pt>
          <cx:pt idx="226">2.618082969</cx:pt>
          <cx:pt idx="227">2.2372078580000001</cx:pt>
          <cx:pt idx="228">2.051092369</cx:pt>
          <cx:pt idx="229">1.907090948</cx:pt>
          <cx:pt idx="230">1.8171379910000001</cx:pt>
          <cx:pt idx="231">1.868583428</cx:pt>
          <cx:pt idx="232">1.8143199290000001</cx:pt>
          <cx:pt idx="233">1.803985645</cx:pt>
          <cx:pt idx="234">1.7962625480000001</cx:pt>
          <cx:pt idx="235">1.807339064</cx:pt>
          <cx:pt idx="236">1.7566861</cx:pt>
          <cx:pt idx="237">1.7721513710000001</cx:pt>
          <cx:pt idx="238">1.766429853</cx:pt>
          <cx:pt idx="239">1.7659874419999999</cx:pt>
          <cx:pt idx="240">1.77289743</cx:pt>
          <cx:pt idx="241">1.776412643</cx:pt>
          <cx:pt idx="242">1.775109193</cx:pt>
          <cx:pt idx="243">1.7759701560000001</cx:pt>
          <cx:pt idx="244">1.770756293</cx:pt>
          <cx:pt idx="245">1.7674182890000001</cx:pt>
          <cx:pt idx="246">1.769726898</cx:pt>
          <cx:pt idx="247">1.774850729</cx:pt>
          <cx:pt idx="248">1.845571911</cx:pt>
          <cx:pt idx="249">1.844301456</cx:pt>
          <cx:pt idx="250">1.870710603</cx:pt>
          <cx:pt idx="251">1.892767949</cx:pt>
          <cx:pt idx="252">1.8955522709999999</cx:pt>
          <cx:pt idx="253">1.951920221</cx:pt>
          <cx:pt idx="254">2.0170475990000001</cx:pt>
          <cx:pt idx="255">2.2483176239999998</cx:pt>
          <cx:pt idx="256">2.582607528</cx:pt>
          <cx:pt idx="257">2.9130566619999998</cx:pt>
          <cx:pt idx="258">3.1814741710000001</cx:pt>
          <cx:pt idx="259">3.5346535640000001</cx:pt>
          <cx:pt idx="260">4.0032719830000003</cx:pt>
          <cx:pt idx="261">4.4010481260000001</cx:pt>
          <cx:pt idx="262">4.7828955210000004</cx:pt>
          <cx:pt idx="263">5.1585736689999999</cx:pt>
          <cx:pt idx="264">5.7581953520000004</cx:pt>
          <cx:pt idx="265">6.3483253800000004</cx:pt>
          <cx:pt idx="266">6.8650954300000002</cx:pt>
          <cx:pt idx="267">7.2762211990000001</cx:pt>
          <cx:pt idx="268">7.7324134119999997</cx:pt>
          <cx:pt idx="269">8.1082694649999993</cx:pt>
          <cx:pt idx="270">8.471282875</cx:pt>
          <cx:pt idx="271">8.6825717820000001</cx:pt>
          <cx:pt idx="272">8.7932093699999996</cx:pt>
          <cx:pt idx="273">8.9448727419999994</cx:pt>
          <cx:pt idx="274">9.1216590239999995</cx:pt>
          <cx:pt idx="275">9.2955174580000008</cx:pt>
          <cx:pt idx="276">9.3547958070000004</cx:pt>
          <cx:pt idx="277">9.4392478390000001</cx:pt>
          <cx:pt idx="278">9.4642802350000004</cx:pt>
          <cx:pt idx="279">9.4717283460000008</cx:pt>
          <cx:pt idx="280">9.5022192679999993</cx:pt>
          <cx:pt idx="281">9.4864295589999994</cx:pt>
          <cx:pt idx="282">9.5122029979999994</cx:pt>
          <cx:pt idx="283">9.5076730069999993</cx:pt>
          <cx:pt idx="284">9.5339078570000009</cx:pt>
          <cx:pt idx="285">9.5887678859999994</cx:pt>
          <cx:pt idx="286">9.6209876170000008</cx:pt>
          <cx:pt idx="287">9.6281517060000006</cx:pt>
          <cx:pt idx="288">9.6086945490000009</cx:pt>
          <cx:pt idx="289">9.6140979649999991</cx:pt>
          <cx:pt idx="290">9.6157517519999995</cx:pt>
          <cx:pt idx="291">9.613043631</cx:pt>
          <cx:pt idx="292">9.4991557360000005</cx:pt>
          <cx:pt idx="293">9.4317764539999995</cx:pt>
          <cx:pt idx="294">9.4384368760000008</cx:pt>
          <cx:pt idx="295">9.2969536910000006</cx:pt>
          <cx:pt idx="296">9.1007712539999996</cx:pt>
          <cx:pt idx="297">8.8354759779999998</cx:pt>
          <cx:pt idx="298">8.4949983840000005</cx:pt>
          <cx:pt idx="299">7.9735905579999997</cx:pt>
          <cx:pt idx="300">7.448564578</cx:pt>
          <cx:pt idx="301">7.002963254</cx:pt>
          <cx:pt idx="302">6.4111232569999999</cx:pt>
          <cx:pt idx="303">5.8497472540000004</cx:pt>
          <cx:pt idx="304">5.1433517929999999</cx:pt>
          <cx:pt idx="305">4.415455165</cx:pt>
          <cx:pt idx="306">3.8869358580000002</cx:pt>
          <cx:pt idx="307">3.4887540060000002</cx:pt>
          <cx:pt idx="308">3.163678445</cx:pt>
          <cx:pt idx="309">2.7977487600000002</cx:pt>
          <cx:pt idx="310">2.611160253</cx:pt>
          <cx:pt idx="311">2.4170155929999999</cx:pt>
          <cx:pt idx="312">2.2619162190000002</cx:pt>
          <cx:pt idx="313">2.142644411</cx:pt>
          <cx:pt idx="314">2.0679134160000001</cx:pt>
          <cx:pt idx="315">2.0330330669999999</cx:pt>
          <cx:pt idx="316">1.961153688</cx:pt>
          <cx:pt idx="317">2.0266554440000002</cx:pt>
          <cx:pt idx="318">1.9401633540000001</cx:pt>
          <cx:pt idx="319">1.963702015</cx:pt>
          <cx:pt idx="320">2.019364822</cx:pt>
          <cx:pt idx="321">1.9652721900000001</cx:pt>
          <cx:pt idx="322">1.9796204719999999</cx:pt>
          <cx:pt idx="323">1.9879047000000001</cx:pt>
          <cx:pt idx="324">1.953669214</cx:pt>
          <cx:pt idx="325">1.9502713439999999</cx:pt>
          <cx:pt idx="326">1.9851214800000001</cx:pt>
          <cx:pt idx="327">1.9629633879999999</cx:pt>
          <cx:pt idx="328">1.9738790610000001</cx:pt>
          <cx:pt idx="329">2.0119289849999999</cx:pt>
          <cx:pt idx="330">2.0257539429999998</cx:pt>
          <cx:pt idx="331">2.0594277719999998</cx:pt>
          <cx:pt idx="332">2.088314676</cx:pt>
          <cx:pt idx="333">2.089617455</cx:pt>
          <cx:pt idx="334">2.1467568959999999</cx:pt>
          <cx:pt idx="335">2.2827530880000002</cx:pt>
          <cx:pt idx="336">2.440466222</cx:pt>
          <cx:pt idx="337">2.5897043769999999</cx:pt>
          <cx:pt idx="338">2.7493351179999999</cx:pt>
          <cx:pt idx="339">2.9910782679999999</cx:pt>
          <cx:pt idx="340">3.3119144920000001</cx:pt>
          <cx:pt idx="341">3.6392198979999999</cx:pt>
          <cx:pt idx="342">4.0663534339999998</cx:pt>
          <cx:pt idx="343">4.5328162049999996</cx:pt>
          <cx:pt idx="344">5.1037361690000003</cx:pt>
          <cx:pt idx="345">5.6616612850000001</cx:pt>
          <cx:pt idx="346">6.3104628329999999</cx:pt>
          <cx:pt idx="347">6.9046675359999998</cx:pt>
          <cx:pt idx="348">7.5682469499999998</cx:pt>
          <cx:pt idx="349">8.0770154349999999</cx:pt>
          <cx:pt idx="350">8.6715676800000008</cx:pt>
          <cx:pt idx="351">9.2606269779999995</cx:pt>
          <cx:pt idx="352">9.8319677639999998</cx:pt>
          <cx:pt idx="353">10.266571730000001</cx:pt>
          <cx:pt idx="354">10.3931288</cx:pt>
          <cx:pt idx="355">10.44893886</cx:pt>
          <cx:pt idx="356">10.62835055</cx:pt>
          <cx:pt idx="357">10.74758372</cx:pt>
          <cx:pt idx="358">10.80687831</cx:pt>
          <cx:pt idx="359">10.792956759999999</cx:pt>
          <cx:pt idx="360">10.725288259999999</cx:pt>
          <cx:pt idx="361">10.637111239999999</cx:pt>
          <cx:pt idx="362">10.57861834</cx:pt>
          <cx:pt idx="363">10.54625907</cx:pt>
          <cx:pt idx="364">10.48510031</cx:pt>
          <cx:pt idx="365">10.44639407</cx:pt>
          <cx:pt idx="366">10.43876659</cx:pt>
          <cx:pt idx="367">10.434879860000001</cx:pt>
          <cx:pt idx="368">10.382588610000001</cx:pt>
          <cx:pt idx="369">10.39112995</cx:pt>
          <cx:pt idx="370">10.37460976</cx:pt>
          <cx:pt idx="371">10.35016443</cx:pt>
          <cx:pt idx="372">10.351119150000001</cx:pt>
          <cx:pt idx="373">10.27644233</cx:pt>
          <cx:pt idx="374">10.12526149</cx:pt>
          <cx:pt idx="375">9.9062220599999993</cx:pt>
          <cx:pt idx="376">9.5347924939999995</cx:pt>
          <cx:pt idx="377">9.0624617829999998</cx:pt>
          <cx:pt idx="378">8.6071087750000004</cx:pt>
          <cx:pt idx="379">8.1778478910000008</cx:pt>
          <cx:pt idx="380">7.5960757059999997</cx:pt>
          <cx:pt idx="381">6.9276786670000003</cx:pt>
          <cx:pt idx="382">6.2412512400000004</cx:pt>
          <cx:pt idx="383">5.518785931</cx:pt>
          <cx:pt idx="384">5.0289030820000002</cx:pt>
          <cx:pt idx="385">4.5102228310000001</cx:pt>
          <cx:pt idx="386">4.2275332380000004</cx:pt>
          <cx:pt idx="387">3.969424713</cx:pt>
          <cx:pt idx="388">3.7751127690000001</cx:pt>
          <cx:pt idx="389">3.594822137</cx:pt>
          <cx:pt idx="390">3.4373698730000002</cx:pt>
          <cx:pt idx="391">3.2681374170000002</cx:pt>
          <cx:pt idx="392">3.085693682</cx:pt>
          <cx:pt idx="393">2.9073234929999998</cx:pt>
          <cx:pt idx="394">2.8687306499999998</cx:pt>
          <cx:pt idx="395">2.7817082260000001</cx:pt>
          <cx:pt idx="396">2.7265970209999999</cx:pt>
          <cx:pt idx="397">2.704474899</cx:pt>
          <cx:pt idx="398">2.6915093809999999</cx:pt>
          <cx:pt idx="399">2.6804901490000002</cx:pt>
          <cx:pt idx="400">2.677796394</cx:pt>
          <cx:pt idx="401">2.6653970409999999</cx:pt>
          <cx:pt idx="402">2.6833681459999998</cx:pt>
          <cx:pt idx="403">2.6683561710000001</cx:pt>
          <cx:pt idx="404">2.6683331090000002</cx:pt>
          <cx:pt idx="405">2.6685137609999998</cx:pt>
          <cx:pt idx="406">2.6770770310000001</cx:pt>
          <cx:pt idx="407">2.6842161920000001</cx:pt>
          <cx:pt idx="408">2.6875751800000001</cx:pt>
        </cx:lvl>
      </cx:numDim>
    </cx:data>
    <cx:data id="1">
      <cx:numDim type="val">
        <cx:f>[통합.xlsx]Sheet1!$G$2:$G$1293</cx:f>
        <cx:lvl ptCount="1292" formatCode="G/표준">
          <cx:pt idx="1">1.2407757370000001</cx:pt>
          <cx:pt idx="2">1.2394563380000001</cx:pt>
          <cx:pt idx="3">1.2833686200000001</cx:pt>
          <cx:pt idx="4">1.4870311810000001</cx:pt>
          <cx:pt idx="5">1.673737969</cx:pt>
          <cx:pt idx="6">1.8952880459999999</cx:pt>
          <cx:pt idx="7">2.25652629</cx:pt>
          <cx:pt idx="8">2.5487179819999999</cx:pt>
          <cx:pt idx="9">2.8721639849999998</cx:pt>
          <cx:pt idx="10">3.3895488290000002</cx:pt>
          <cx:pt idx="11">3.9160735240000002</cx:pt>
          <cx:pt idx="12">4.4829759679999999</cx:pt>
          <cx:pt idx="13">5.1648818639999998</cx:pt>
          <cx:pt idx="14">5.8150753330000002</cx:pt>
          <cx:pt idx="15">6.7346431869999996</cx:pt>
          <cx:pt idx="16">7.7544984020000003</cx:pt>
          <cx:pt idx="17">8.8400162780000002</cx:pt>
          <cx:pt idx="18">9.9652650479999991</cx:pt>
          <cx:pt idx="19">10.89174592</cx:pt>
          <cx:pt idx="20">11.42942057</cx:pt>
          <cx:pt idx="21">11.771791029999999</cx:pt>
          <cx:pt idx="22">11.84197363</cx:pt>
          <cx:pt idx="23">11.911178809999999</cx:pt>
          <cx:pt idx="24">11.89136491</cx:pt>
          <cx:pt idx="25">11.87187877</cx:pt>
          <cx:pt idx="26">11.96943712</cx:pt>
          <cx:pt idx="27">12.149111749999999</cx:pt>
          <cx:pt idx="28">12.22468327</cx:pt>
          <cx:pt idx="29">12.27534215</cx:pt>
          <cx:pt idx="30">12.27437844</cx:pt>
          <cx:pt idx="31">12.26929737</cx:pt>
          <cx:pt idx="32">12.332671550000001</cx:pt>
          <cx:pt idx="33">12.41780254</cx:pt>
          <cx:pt idx="34">12.51432743</cx:pt>
          <cx:pt idx="35">12.61425114</cx:pt>
          <cx:pt idx="36">12.672022269999999</cx:pt>
          <cx:pt idx="37">12.724059410000001</cx:pt>
          <cx:pt idx="38">12.795570039999999</cx:pt>
          <cx:pt idx="39">12.878405750000001</cx:pt>
          <cx:pt idx="40">12.94921371</cx:pt>
          <cx:pt idx="41">12.99699772</cx:pt>
          <cx:pt idx="42">13.22570417</cx:pt>
          <cx:pt idx="43">13.19872939</cx:pt>
          <cx:pt idx="44">13.19481444</cx:pt>
          <cx:pt idx="45">13.20018569</cx:pt>
          <cx:pt idx="46">13.19944499</cx:pt>
          <cx:pt idx="47">13.106470379999999</cx:pt>
          <cx:pt idx="48">13.07541442</cx:pt>
          <cx:pt idx="49">13.030322180000001</cx:pt>
          <cx:pt idx="50">13.020417370000001</cx:pt>
          <cx:pt idx="51">12.931401210000001</cx:pt>
          <cx:pt idx="52">12.855329060000001</cx:pt>
          <cx:pt idx="53">12.63700929</cx:pt>
          <cx:pt idx="54">12.098573460000001</cx:pt>
          <cx:pt idx="55">11.57132567</cx:pt>
          <cx:pt idx="56">11.025771499999999</cx:pt>
          <cx:pt idx="57">10.310184850000001</cx:pt>
          <cx:pt idx="58">9.7144205469999996</cx:pt>
          <cx:pt idx="59">9.0335606049999999</cx:pt>
          <cx:pt idx="60">8.3048458039999993</cx:pt>
          <cx:pt idx="61">7.6158714349999999</cx:pt>
          <cx:pt idx="62">6.9045725569999998</cx:pt>
          <cx:pt idx="63">6.0562089820000002</cx:pt>
          <cx:pt idx="64">5.1283300399999998</cx:pt>
          <cx:pt idx="65">4.2465674389999997</cx:pt>
          <cx:pt idx="66">3.474515174</cx:pt>
          <cx:pt idx="67">3.0649039980000001</cx:pt>
          <cx:pt idx="68">2.7310752780000001</cx:pt>
          <cx:pt idx="69">2.365404727</cx:pt>
          <cx:pt idx="70">2.0208754839999998</cx:pt>
          <cx:pt idx="71">1.808682058</cx:pt>
          <cx:pt idx="72">1.665264812</cx:pt>
          <cx:pt idx="73">1.511249748</cx:pt>
          <cx:pt idx="74">1.4023404880000001</cx:pt>
          <cx:pt idx="75">1.269208592</cx:pt>
          <cx:pt idx="76">1.1135294600000001</cx:pt>
          <cx:pt idx="77">0.98191358799999995</cx:pt>
          <cx:pt idx="78">0.93178988200000001</cx:pt>
          <cx:pt idx="79">0.87570451400000004</cx:pt>
          <cx:pt idx="80">0.81070302699999996</cx:pt>
          <cx:pt idx="81">0.77559260299999999</cx:pt>
          <cx:pt idx="82">0.73740781499999997</cx:pt>
          <cx:pt idx="83">0.76496715000000004</cx:pt>
          <cx:pt idx="84">0.76174978699999996</cx:pt>
          <cx:pt idx="85">0.74974681499999996</cx:pt>
          <cx:pt idx="86">0.76144051400000001</cx:pt>
          <cx:pt idx="87">0.77010787000000003</cx:pt>
          <cx:pt idx="88">0.776170201</cx:pt>
          <cx:pt idx="89">0.77673294800000003</cx:pt>
          <cx:pt idx="90">0.83537481000000002</cx:pt>
          <cx:pt idx="91">0.79275535699999999</cx:pt>
          <cx:pt idx="92">0.80307337099999998</cx:pt>
          <cx:pt idx="93">0.80937664600000003</cx:pt>
          <cx:pt idx="94">0.81142372600000001</cx:pt>
          <cx:pt idx="95">0.80769671200000004</cx:pt>
          <cx:pt idx="96">0.858681264</cx:pt>
          <cx:pt idx="97">0.83967175199999999</cx:pt>
          <cx:pt idx="98">0.87206446900000001</cx:pt>
          <cx:pt idx="99">0.91224271599999995</cx:pt>
          <cx:pt idx="100">1.0735410080000001</cx:pt>
          <cx:pt idx="101">1.277789751</cx:pt>
          <cx:pt idx="102">1.622532766</cx:pt>
          <cx:pt idx="103">2.0357624329999999</cx:pt>
          <cx:pt idx="104">2.0282367190000001</cx:pt>
          <cx:pt idx="105">2.6234047999999999</cx:pt>
          <cx:pt idx="106">3.1243710610000002</cx:pt>
          <cx:pt idx="107">3.6450941399999999</cx:pt>
          <cx:pt idx="108">4.302970116</cx:pt>
          <cx:pt idx="109">5.1270035649999999</cx:pt>
          <cx:pt idx="110">5.9979978909999998</cx:pt>
          <cx:pt idx="111">6.9698006650000002</cx:pt>
          <cx:pt idx="112">7.9162517929999998</cx:pt>
          <cx:pt idx="113">8.7914488740000003</cx:pt>
          <cx:pt idx="114">9.5259555339999995</cx:pt>
          <cx:pt idx="115">10.28048823</cx:pt>
          <cx:pt idx="116">10.58229684</cx:pt>
          <cx:pt idx="117">10.885129839999999</cx:pt>
          <cx:pt idx="118">11.31673211</cx:pt>
          <cx:pt idx="119">11.636625309999999</cx:pt>
          <cx:pt idx="120">11.84095705</cx:pt>
          <cx:pt idx="121">11.92266656</cx:pt>
          <cx:pt idx="122">12.02807726</cx:pt>
          <cx:pt idx="123">12.15127423</cx:pt>
          <cx:pt idx="124">12.26373991</cx:pt>
          <cx:pt idx="125">12.356119209999999</cx:pt>
          <cx:pt idx="126">12.468560180000001</cx:pt>
          <cx:pt idx="127">12.56276184</cx:pt>
          <cx:pt idx="128">12.599131939999999</cx:pt>
          <cx:pt idx="129">12.63914991</cx:pt>
          <cx:pt idx="130">12.7237443</cx:pt>
          <cx:pt idx="131">12.756671000000001</cx:pt>
          <cx:pt idx="132">12.789311290000001</cx:pt>
          <cx:pt idx="133">12.90331286</cx:pt>
          <cx:pt idx="134">12.91339889</cx:pt>
          <cx:pt idx="135">13.00302602</cx:pt>
          <cx:pt idx="136">12.979013459999999</cx:pt>
          <cx:pt idx="137">12.974931659999999</cx:pt>
          <cx:pt idx="138">13.0319524</cx:pt>
          <cx:pt idx="139">13.04445241</cx:pt>
          <cx:pt idx="140">13.16777008</cx:pt>
          <cx:pt idx="141">13.19875637</cx:pt>
          <cx:pt idx="142">13.17934745</cx:pt>
          <cx:pt idx="143">13.23070199</cx:pt>
          <cx:pt idx="144">13.253943939999999</cx:pt>
          <cx:pt idx="145">13.28774325</cx:pt>
          <cx:pt idx="146">13.335465729999999</cx:pt>
          <cx:pt idx="147">13.335083709999999</cx:pt>
          <cx:pt idx="148">13.361022609999999</cx:pt>
          <cx:pt idx="149">13.393817950000001</cx:pt>
          <cx:pt idx="150">13.38435874</cx:pt>
          <cx:pt idx="151">13.38257855</cx:pt>
          <cx:pt idx="152">13.39236262</cx:pt>
          <cx:pt idx="153">13.375948040000001</cx:pt>
          <cx:pt idx="154">13.33150365</cx:pt>
          <cx:pt idx="155">13.27481423</cx:pt>
          <cx:pt idx="156">13.04639158</cx:pt>
          <cx:pt idx="157">12.48253723</cx:pt>
          <cx:pt idx="158">11.9661489</cx:pt>
          <cx:pt idx="159">11.22301689</cx:pt>
          <cx:pt idx="160">10.41503618</cx:pt>
          <cx:pt idx="161">9.1873661529999993</cx:pt>
          <cx:pt idx="162">7.612815061</cx:pt>
          <cx:pt idx="163">6.0179095929999997</cx:pt>
          <cx:pt idx="164">4.6288286129999996</cx:pt>
          <cx:pt idx="165">3.6555207689999998</cx:pt>
          <cx:pt idx="166">3.0966726449999999</cx:pt>
          <cx:pt idx="167">2.909217253</cx:pt>
          <cx:pt idx="168">2.6225392740000002</cx:pt>
          <cx:pt idx="169">2.3507363429999999</cx:pt>
          <cx:pt idx="170">2.1528827709999998</cx:pt>
          <cx:pt idx="171">1.8438838930000001</cx:pt>
          <cx:pt idx="172">1.5586304959999999</cx:pt>
          <cx:pt idx="173">1.401081695</cx:pt>
          <cx:pt idx="174">1.296312492</cx:pt>
          <cx:pt idx="175">1.110490591</cx:pt>
          <cx:pt idx="176">1.008826537</cx:pt>
          <cx:pt idx="177">0.83112350999999995</cx:pt>
          <cx:pt idx="178">0.78311246800000001</cx:pt>
          <cx:pt idx="179">0.74076563399999995</cx:pt>
          <cx:pt idx="180">0.76241434299999999</cx:pt>
          <cx:pt idx="181">0.74526522299999998</cx:pt>
          <cx:pt idx="182">0.76365881999999996</cx:pt>
          <cx:pt idx="183">0.72665432299999999</cx:pt>
          <cx:pt idx="184">0.69093246100000005</cx:pt>
          <cx:pt idx="185">0.61802308399999994</cx:pt>
          <cx:pt idx="186">0.61221701399999995</cx:pt>
          <cx:pt idx="187">0.48538287899999999</cx:pt>
          <cx:pt idx="188">0.46114054700000001</cx:pt>
          <cx:pt idx="189">0.40599684800000002</cx:pt>
          <cx:pt idx="190">0.31830581499999999</cx:pt>
          <cx:pt idx="191">0.32835950200000003</cx:pt>
          <cx:pt idx="192">0.422834288</cx:pt>
          <cx:pt idx="193">0.54878538200000004</cx:pt>
          <cx:pt idx="194">0.70651968499999995</cx:pt>
          <cx:pt idx="195">0.90699434800000001</cx:pt>
          <cx:pt idx="196">1.0819159739999999</cx:pt>
          <cx:pt idx="197">1.3570624179999999</cx:pt>
          <cx:pt idx="198">1.6529508340000001</cx:pt>
          <cx:pt idx="199">2.1465476489999999</cx:pt>
          <cx:pt idx="200">2.9926446250000001</cx:pt>
          <cx:pt idx="201">3.774007568</cx:pt>
          <cx:pt idx="202">4.4684214999999998</cx:pt>
          <cx:pt idx="203">5.32183267</cx:pt>
          <cx:pt idx="204">6.1455752009999998</cx:pt>
          <cx:pt idx="205">6.7773503970000002</cx:pt>
          <cx:pt idx="206">7.3297158910000002</cx:pt>
          <cx:pt idx="207">7.8223023559999998</cx:pt>
          <cx:pt idx="208">8.1248745049999993</cx:pt>
          <cx:pt idx="209">8.6094249929999993</cx:pt>
          <cx:pt idx="210">9.2745284290000001</cx:pt>
          <cx:pt idx="211">9.8460277939999994</cx:pt>
          <cx:pt idx="212">10.35196706</cx:pt>
          <cx:pt idx="213">10.95409143</cx:pt>
          <cx:pt idx="214">11.225012189999999</cx:pt>
          <cx:pt idx="215">11.31671248</cx:pt>
          <cx:pt idx="216">11.4487942</cx:pt>
          <cx:pt idx="217">11.58500111</cx:pt>
          <cx:pt idx="218">11.80069512</cx:pt>
          <cx:pt idx="219">11.96533711</cx:pt>
          <cx:pt idx="220">11.989346919999999</cx:pt>
          <cx:pt idx="221">12.015907609999999</cx:pt>
          <cx:pt idx="222">12.06461191</cx:pt>
          <cx:pt idx="223">12.102581349999999</cx:pt>
          <cx:pt idx="224">12.11482839</cx:pt>
          <cx:pt idx="225">12.14277892</cx:pt>
          <cx:pt idx="226">12.11548971</cx:pt>
          <cx:pt idx="227">12.092513070000001</cx:pt>
          <cx:pt idx="228">12.106377</cx:pt>
          <cx:pt idx="229">12.086494800000001</cx:pt>
          <cx:pt idx="230">12.174415290000001</cx:pt>
          <cx:pt idx="231">12.15678874</cx:pt>
          <cx:pt idx="232">12.19013505</cx:pt>
          <cx:pt idx="233">12.21278916</cx:pt>
          <cx:pt idx="234">12.23059039</cx:pt>
          <cx:pt idx="235">12.23761367</cx:pt>
          <cx:pt idx="236">12.251233300000001</cx:pt>
          <cx:pt idx="237">12.266371899999999</cx:pt>
          <cx:pt idx="238">12.195276379999999</cx:pt>
          <cx:pt idx="239">12.213184679999999</cx:pt>
          <cx:pt idx="240">12.20464203</cx:pt>
          <cx:pt idx="241">12.18644025</cx:pt>
          <cx:pt idx="242">12.15485281</cx:pt>
          <cx:pt idx="243">11.950041519999999</cx:pt>
          <cx:pt idx="244">11.68372181</cx:pt>
          <cx:pt idx="245">11.33817176</cx:pt>
          <cx:pt idx="246">10.879923420000001</cx:pt>
          <cx:pt idx="247">10.242306839999999</cx:pt>
          <cx:pt idx="248">9.1841120150000002</cx:pt>
          <cx:pt idx="249">8.1230283449999998</cx:pt>
          <cx:pt idx="250">7.0396021529999997</cx:pt>
          <cx:pt idx="251">5.6670477679999998</cx:pt>
          <cx:pt idx="252">4.394512185</cx:pt>
          <cx:pt idx="253">3.610381968</cx:pt>
          <cx:pt idx="254">3.1073801959999998</cx:pt>
          <cx:pt idx="255">2.9096778969999999</cx:pt>
          <cx:pt idx="256">2.772445018</cx:pt>
          <cx:pt idx="257">2.5303072019999999</cx:pt>
          <cx:pt idx="258">2.1659822910000002</cx:pt>
          <cx:pt idx="259">1.844266148</cx:pt>
          <cx:pt idx="260">1.5506628680000001</cx:pt>
          <cx:pt idx="261">1.342261981</cx:pt>
          <cx:pt idx="262">1.2730250599999999</cx:pt>
          <cx:pt idx="263">1.1896369369999999</cx:pt>
          <cx:pt idx="264">1.157263462</cx:pt>
          <cx:pt idx="265">1.2161187870000001</cx:pt>
          <cx:pt idx="266">1.1433128969999999</cx:pt>
          <cx:pt idx="267">1.0843251899999999</cx:pt>
          <cx:pt idx="268">0.97843007800000004</cx:pt>
          <cx:pt idx="269">0.915390598</cx:pt>
          <cx:pt idx="270">0.84969896</cx:pt>
          <cx:pt idx="271">0.84231397100000005</cx:pt>
          <cx:pt idx="272">0.81094761599999998</cx:pt>
          <cx:pt idx="273">0.781938621</cx:pt>
          <cx:pt idx="274">0.80928328599999999</cx:pt>
          <cx:pt idx="275">0.83210021599999995</cx:pt>
          <cx:pt idx="276">0.80807627900000001</cx:pt>
          <cx:pt idx="277">0.77709912999999997</cx:pt>
          <cx:pt idx="278">0.77604541699999996</cx:pt>
          <cx:pt idx="279">0.77730112900000004</cx:pt>
          <cx:pt idx="280">0.86722798800000001</cx:pt>
          <cx:pt idx="281">0.86162091399999996</cx:pt>
          <cx:pt idx="282">1.6125209490000001</cx:pt>
          <cx:pt idx="283">2.3403462419999999</cx:pt>
          <cx:pt idx="284">2.8678217730000002</cx:pt>
          <cx:pt idx="285">3.2516295749999999</cx:pt>
          <cx:pt idx="286">3.8697986499999999</cx:pt>
          <cx:pt idx="287">4.4941563980000003</cx:pt>
          <cx:pt idx="288">5.2795573080000002</cx:pt>
          <cx:pt idx="289">6.0249379449999996</cx:pt>
          <cx:pt idx="290">6.7716178779999998</cx:pt>
          <cx:pt idx="291">7.365110724</cx:pt>
          <cx:pt idx="292">7.9369756210000002</cx:pt>
          <cx:pt idx="293">8.7904917749999996</cx:pt>
          <cx:pt idx="294">9.3793897059999995</cx:pt>
          <cx:pt idx="295">10.019528299999999</cx:pt>
          <cx:pt idx="296">10.40495973</cx:pt>
          <cx:pt idx="297">10.6933992</cx:pt>
          <cx:pt idx="298">10.81092933</cx:pt>
          <cx:pt idx="299">10.921516179999999</cx:pt>
          <cx:pt idx="300">11.097808860000001</cx:pt>
          <cx:pt idx="301">11.306940819999999</cx:pt>
          <cx:pt idx="302">11.51781121</cx:pt>
          <cx:pt idx="303">11.61041767</cx:pt>
          <cx:pt idx="304">11.681701820000001</cx:pt>
          <cx:pt idx="305">11.866133339999999</cx:pt>
          <cx:pt idx="306">11.899787</cx:pt>
          <cx:pt idx="307">11.9477624</cx:pt>
          <cx:pt idx="308">11.97691397</cx:pt>
          <cx:pt idx="309">12.05415254</cx:pt>
          <cx:pt idx="310">12.15052455</cx:pt>
          <cx:pt idx="311">12.21462</cx:pt>
          <cx:pt idx="312">12.29149731</cx:pt>
          <cx:pt idx="313">12.43475827</cx:pt>
          <cx:pt idx="314">12.72736059</cx:pt>
          <cx:pt idx="315">12.778429360000001</cx:pt>
          <cx:pt idx="316">12.81554055</cx:pt>
          <cx:pt idx="317">12.825679210000001</cx:pt>
          <cx:pt idx="318">12.828094</cx:pt>
          <cx:pt idx="319">12.885474</cx:pt>
          <cx:pt idx="320">12.85825176</cx:pt>
          <cx:pt idx="321">12.84437088</cx:pt>
          <cx:pt idx="322">12.82490481</cx:pt>
          <cx:pt idx="323">12.863388949999999</cx:pt>
          <cx:pt idx="324">12.8247448</cx:pt>
          <cx:pt idx="325">12.782113280000001</cx:pt>
          <cx:pt idx="326">12.71622848</cx:pt>
          <cx:pt idx="327">12.594235080000001</cx:pt>
          <cx:pt idx="328">12.40336885</cx:pt>
          <cx:pt idx="329">12.08563655</cx:pt>
          <cx:pt idx="330">11.5030892</cx:pt>
          <cx:pt idx="331">10.965921679999999</cx:pt>
          <cx:pt idx="332">10.142716829999999</cx:pt>
          <cx:pt idx="333">9.2353067529999997</cx:pt>
          <cx:pt idx="334">8.4100306180000004</cx:pt>
          <cx:pt idx="335">7.4983926299999997</cx:pt>
          <cx:pt idx="336">6.6008997660000004</cx:pt>
          <cx:pt idx="337">5.710419688</cx:pt>
          <cx:pt idx="338">4.9076602969999996</cx:pt>
          <cx:pt idx="339">4.2143433720000001</cx:pt>
          <cx:pt idx="340">3.7147452460000001</cx:pt>
          <cx:pt idx="341">3.4887191400000002</cx:pt>
          <cx:pt idx="342">3.2448617290000001</cx:pt>
          <cx:pt idx="343">3.0023552410000001</cx:pt>
          <cx:pt idx="344">2.8088652440000001</cx:pt>
          <cx:pt idx="345">2.5857947979999998</cx:pt>
          <cx:pt idx="346">2.3506597409999999</cx:pt>
          <cx:pt idx="347">2.1230437819999999</cx:pt>
          <cx:pt idx="348">1.8738527979999999</cx:pt>
          <cx:pt idx="349">1.716900238</cx:pt>
          <cx:pt idx="350">1.55985051</cx:pt>
          <cx:pt idx="351">1.358911124</cx:pt>
          <cx:pt idx="352">1.1712262040000001</cx:pt>
          <cx:pt idx="353">0.95899785299999996</cx:pt>
          <cx:pt idx="354">0.89454199999999995</cx:pt>
          <cx:pt idx="355">0.86545099999999997</cx:pt>
          <cx:pt idx="356">0.85135400000000006</cx:pt>
          <cx:pt idx="357">0.76543499999999998</cx:pt>
          <cx:pt idx="358">0.71655400000000002</cx:pt>
          <cx:pt idx="359">0.68754300000000002</cx:pt>
          <cx:pt idx="360">0.64879699999999996</cx:pt>
          <cx:pt idx="361">0.69487399999999999</cx:pt>
          <cx:pt idx="362">0.79151300000000002</cx:pt>
          <cx:pt idx="363">0.784354</cx:pt>
          <cx:pt idx="364">0.81215400000000004</cx:pt>
          <cx:pt idx="365">0.84654600000000002</cx:pt>
          <cx:pt idx="366">0.86591177200000002</cx:pt>
          <cx:pt idx="367">1.4042346290000001</cx:pt>
          <cx:pt idx="368">1.6943367540000001</cx:pt>
          <cx:pt idx="369">1.972744751</cx:pt>
          <cx:pt idx="370">2.231440455</cx:pt>
          <cx:pt idx="371">2.4715462010000002</cx:pt>
          <cx:pt idx="372">2.906157071</cx:pt>
          <cx:pt idx="373">3.5527052590000001</cx:pt>
          <cx:pt idx="374">4.1814147549999996</cx:pt>
          <cx:pt idx="375">4.959488458</cx:pt>
          <cx:pt idx="376">5.7157042159999998</cx:pt>
          <cx:pt idx="377">6.567693931</cx:pt>
          <cx:pt idx="378">7.4513982609999996</cx:pt>
          <cx:pt idx="379">8.410475387</cx:pt>
          <cx:pt idx="380">9.0846538330000008</cx:pt>
          <cx:pt idx="381">9.8155134159999999</cx:pt>
          <cx:pt idx="382">10.30638126</cx:pt>
          <cx:pt idx="383">10.795881039999999</cx:pt>
          <cx:pt idx="384">11.14598391</cx:pt>
          <cx:pt idx="385">11.49396211</cx:pt>
          <cx:pt idx="386">11.677578710000001</cx:pt>
          <cx:pt idx="387">11.87722638</cx:pt>
          <cx:pt idx="388">12.04795803</cx:pt>
          <cx:pt idx="389">12.334052549999999</cx:pt>
          <cx:pt idx="390">12.437741620000001</cx:pt>
          <cx:pt idx="391">12.602133050000001</cx:pt>
          <cx:pt idx="392">12.63903833</cx:pt>
          <cx:pt idx="393">12.74191708</cx:pt>
          <cx:pt idx="394">13.011668520000001</cx:pt>
          <cx:pt idx="395">13.001162730000001</cx:pt>
          <cx:pt idx="396">12.994778309999999</cx:pt>
          <cx:pt idx="397">12.988548590000001</cx:pt>
          <cx:pt idx="398">12.98926604</cx:pt>
          <cx:pt idx="399">12.98576471</cx:pt>
          <cx:pt idx="400">12.985769660000001</cx:pt>
          <cx:pt idx="401">12.986210489999999</cx:pt>
          <cx:pt idx="402">12.984993940000001</cx:pt>
          <cx:pt idx="403">12.978773929999999</cx:pt>
          <cx:pt idx="404">12.98942295</cx:pt>
          <cx:pt idx="405">12.90511515</cx:pt>
          <cx:pt idx="406">12.87765929</cx:pt>
          <cx:pt idx="407">12.87601362</cx:pt>
          <cx:pt idx="408">12.81898133</cx:pt>
          <cx:pt idx="409">12.784125680000001</cx:pt>
          <cx:pt idx="410">12.745942019999999</cx:pt>
          <cx:pt idx="411">12.664207190000001</cx:pt>
          <cx:pt idx="412">12.29434573</cx:pt>
          <cx:pt idx="413">12.11862955</cx:pt>
          <cx:pt idx="414">11.51442387</cx:pt>
          <cx:pt idx="415">11.05206729</cx:pt>
          <cx:pt idx="416">10.43272857</cx:pt>
          <cx:pt idx="417">9.9772749610000009</cx:pt>
          <cx:pt idx="418">9.2809057900000003</cx:pt>
          <cx:pt idx="419">8.7036823390000002</cx:pt>
          <cx:pt idx="420">7.6576250239999997</cx:pt>
          <cx:pt idx="421">6.6706714399999996</cx:pt>
          <cx:pt idx="422">5.5434526210000001</cx:pt>
          <cx:pt idx="423">4.6324302089999998</cx:pt>
          <cx:pt idx="424">4.048675405</cx:pt>
          <cx:pt idx="425">3.6811118199999999</cx:pt>
          <cx:pt idx="426">3.3542321720000001</cx:pt>
          <cx:pt idx="427">2.9980153550000002</cx:pt>
          <cx:pt idx="428">2.6228556680000001</cx:pt>
          <cx:pt idx="429">2.2459724620000001</cx:pt>
          <cx:pt idx="430">2.0606898889999998</cx:pt>
          <cx:pt idx="431">1.8715019879999999</cx:pt>
          <cx:pt idx="432">1.655268494</cx:pt>
          <cx:pt idx="433">1.436003924</cx:pt>
          <cx:pt idx="434">1.199442492</cx:pt>
          <cx:pt idx="435">0.88664024299999999</cx:pt>
          <cx:pt idx="436">0.565345985</cx:pt>
        </cx:lvl>
      </cx:numDim>
    </cx:data>
    <cx:data id="2">
      <cx:numDim type="val">
        <cx:f>[통합.xlsx]Sheet1!$H$2:$H$1293</cx:f>
        <cx:lvl ptCount="1292" formatCode="G/표준">
          <cx:pt idx="1">1.462537451</cx:pt>
          <cx:pt idx="2">1.459747431</cx:pt>
          <cx:pt idx="3">1.450558024</cx:pt>
          <cx:pt idx="4">1.452031319</cx:pt>
          <cx:pt idx="5">1.4646959079999999</cx:pt>
          <cx:pt idx="6">1.6287592369999999</cx:pt>
          <cx:pt idx="7">1.8409433770000001</cx:pt>
          <cx:pt idx="8">2.154214734</cx:pt>
          <cx:pt idx="9">2.5282979139999999</cx:pt>
          <cx:pt idx="10">3.02718044</cx:pt>
          <cx:pt idx="11">3.8371774869999999</cx:pt>
          <cx:pt idx="12">4.8020449039999997</cx:pt>
          <cx:pt idx="13">5.8677148380000004</cx:pt>
          <cx:pt idx="14">7.135739128</cx:pt>
          <cx:pt idx="15">8.454280228</cx:pt>
          <cx:pt idx="16">9.7244559640000006</cx:pt>
          <cx:pt idx="17">10.999842859999999</cx:pt>
          <cx:pt idx="18">12.10033632</cx:pt>
          <cx:pt idx="19">13.13718362</cx:pt>
          <cx:pt idx="20">14.10002048</cx:pt>
          <cx:pt idx="21">14.793237619999999</cx:pt>
          <cx:pt idx="22">15.436175029999999</cx:pt>
          <cx:pt idx="23">16.025893180000001</cx:pt>
          <cx:pt idx="24">16.394958419999998</cx:pt>
          <cx:pt idx="25">16.806503299999999</cx:pt>
          <cx:pt idx="26">17.197242809999999</cx:pt>
          <cx:pt idx="27">17.475573099999998</cx:pt>
          <cx:pt idx="28">17.780113679999999</cx:pt>
          <cx:pt idx="29">17.923253979999998</cx:pt>
          <cx:pt idx="30">17.90911556</cx:pt>
          <cx:pt idx="31">17.946370420000001</cx:pt>
          <cx:pt idx="32">17.966776899999999</cx:pt>
          <cx:pt idx="33">17.997401329999999</cx:pt>
          <cx:pt idx="34">18.13938718</cx:pt>
          <cx:pt idx="35">18.167532779999998</cx:pt>
          <cx:pt idx="36">18.19424399</cx:pt>
          <cx:pt idx="37">18.232505410000002</cx:pt>
          <cx:pt idx="38">18.27805313</cx:pt>
          <cx:pt idx="39">18.27993146</cx:pt>
          <cx:pt idx="40">18.27095087</cx:pt>
          <cx:pt idx="41">18.278118020000001</cx:pt>
          <cx:pt idx="42">18.282792279999999</cx:pt>
          <cx:pt idx="43">18.287363639999999</cx:pt>
          <cx:pt idx="44">18.291649100000001</cx:pt>
          <cx:pt idx="45">18.290744920000002</cx:pt>
          <cx:pt idx="46">18.290824229999998</cx:pt>
          <cx:pt idx="47">18.215904720000001</cx:pt>
          <cx:pt idx="48">18.22962454</cx:pt>
          <cx:pt idx="49">18.220911229999999</cx:pt>
          <cx:pt idx="50">18.220416579999998</cx:pt>
          <cx:pt idx="51">18.18198233</cx:pt>
          <cx:pt idx="52">18.139835720000001</cx:pt>
          <cx:pt idx="53">17.955853990000001</cx:pt>
          <cx:pt idx="54">17.58258116</cx:pt>
          <cx:pt idx="55">17.073710940000002</cx:pt>
          <cx:pt idx="56">16.495943960000002</cx:pt>
          <cx:pt idx="57">15.77884523</cx:pt>
          <cx:pt idx="58">15.04406326</cx:pt>
          <cx:pt idx="59">14.450011330000001</cx:pt>
          <cx:pt idx="60">13.75608166</cx:pt>
          <cx:pt idx="61">13.09423314</cx:pt>
          <cx:pt idx="62">12.39166262</cx:pt>
          <cx:pt idx="63">11.54047723</cx:pt>
          <cx:pt idx="64">10.633616419999999</cx:pt>
          <cx:pt idx="65">9.6842213360000002</cx:pt>
          <cx:pt idx="66">8.6092366089999999</cx:pt>
          <cx:pt idx="67">7.6096943829999999</cx:pt>
          <cx:pt idx="68">6.5619207880000001</cx:pt>
          <cx:pt idx="69">5.6228143480000004</cx:pt>
          <cx:pt idx="70">4.7448105920000003</cx:pt>
          <cx:pt idx="71">4.0317242789999996</cx:pt>
          <cx:pt idx="72">3.6312117289999999</cx:pt>
          <cx:pt idx="73">3.4452484000000001</cx:pt>
          <cx:pt idx="74">3.3249380419999999</cx:pt>
          <cx:pt idx="75">3.1347716769999998</cx:pt>
          <cx:pt idx="76">2.9460187009999999</cx:pt>
          <cx:pt idx="77">2.9010307769999999</cx:pt>
          <cx:pt idx="78">2.8957784420000001</cx:pt>
          <cx:pt idx="79">2.7620051650000002</cx:pt>
          <cx:pt idx="80">2.6980247770000001</cx:pt>
          <cx:pt idx="81">2.5827177360000002</cx:pt>
          <cx:pt idx="82">2.5654164970000002</cx:pt>
          <cx:pt idx="83">2.563521927</cx:pt>
          <cx:pt idx="84">2.5643956160000001</cx:pt>
          <cx:pt idx="85">2.5391023829999999</cx:pt>
          <cx:pt idx="86">2.3945123420000001</cx:pt>
          <cx:pt idx="87">2.3871029309999998</cx:pt>
          <cx:pt idx="88">2.3820016040000001</cx:pt>
          <cx:pt idx="89">2.377272289</cx:pt>
          <cx:pt idx="90">2.3731546290000001</cx:pt>
          <cx:pt idx="91">2.3724367399999999</cx:pt>
          <cx:pt idx="92">2.370011624</cx:pt>
          <cx:pt idx="93">2.373109591</cx:pt>
          <cx:pt idx="94">2.3738110589999999</cx:pt>
          <cx:pt idx="95">2.3749978299999999</cx:pt>
          <cx:pt idx="96">2.3729468009999999</cx:pt>
          <cx:pt idx="97">2.3727407899999999</cx:pt>
          <cx:pt idx="98">2.3726825150000002</cx:pt>
          <cx:pt idx="99">2.3730280019999999</cx:pt>
          <cx:pt idx="100">2.3719912879999998</cx:pt>
          <cx:pt idx="101">2.3701764399999998</cx:pt>
          <cx:pt idx="102">2.3809354520000001</cx:pt>
          <cx:pt idx="103">2.544475034</cx:pt>
          <cx:pt idx="104">2.734885996</cx:pt>
          <cx:pt idx="105">3.1135396709999998</cx:pt>
          <cx:pt idx="106">3.6538609480000002</cx:pt>
          <cx:pt idx="107">4.1675832010000002</cx:pt>
          <cx:pt idx="108">4.7913717819999997</cx:pt>
          <cx:pt idx="109">5.7742123120000004</cx:pt>
          <cx:pt idx="110">6.8785000920000003</cx:pt>
          <cx:pt idx="111">8.0013609670000001</cx:pt>
          <cx:pt idx="112">9.1975435609999998</cx:pt>
          <cx:pt idx="113">10.18253953</cx:pt>
          <cx:pt idx="114">11.15005859</cx:pt>
          <cx:pt idx="115">12.2602359</cx:pt>
          <cx:pt idx="116">13.18617688</cx:pt>
          <cx:pt idx="117">14.125308609999999</cx:pt>
          <cx:pt idx="118">15.057385269999999</cx:pt>
          <cx:pt idx="119">15.910874789999999</cx:pt>
          <cx:pt idx="120">16.64363148</cx:pt>
          <cx:pt idx="121">17.202226620000001</cx:pt>
          <cx:pt idx="122">17.39820933</cx:pt>
          <cx:pt idx="123">17.494999329999999</cx:pt>
          <cx:pt idx="124">17.556508829999999</cx:pt>
          <cx:pt idx="125">17.778053239999998</cx:pt>
          <cx:pt idx="126">17.928791700000001</cx:pt>
          <cx:pt idx="127">18.142880569999999</cx:pt>
          <cx:pt idx="128">18.213152770000001</cx:pt>
          <cx:pt idx="129">18.168004620000001</cx:pt>
          <cx:pt idx="130">18.176608470000001</cx:pt>
          <cx:pt idx="131">18.16149197</cx:pt>
          <cx:pt idx="132">18.161156869999999</cx:pt>
          <cx:pt idx="133">18.189702019999999</cx:pt>
          <cx:pt idx="134">18.19015739</cx:pt>
          <cx:pt idx="135">18.18640087</cx:pt>
          <cx:pt idx="136">18.186939760000001</cx:pt>
          <cx:pt idx="137">18.185306789999999</cx:pt>
          <cx:pt idx="138">18.181850239999999</cx:pt>
          <cx:pt idx="139">18.187689599999999</cx:pt>
          <cx:pt idx="140">18.140324870000001</cx:pt>
          <cx:pt idx="141">18.143061280000001</cx:pt>
          <cx:pt idx="142">18.142388619999998</cx:pt>
          <cx:pt idx="143">18.142171680000001</cx:pt>
          <cx:pt idx="144">18.14264666</cx:pt>
          <cx:pt idx="145">18.118862570000001</cx:pt>
          <cx:pt idx="146">18.105769819999999</cx:pt>
          <cx:pt idx="147">18.092804220000001</cx:pt>
          <cx:pt idx="148">18.099040729999999</cx:pt>
          <cx:pt idx="149">18.065422460000001</cx:pt>
          <cx:pt idx="150">17.923037560000001</cx:pt>
          <cx:pt idx="151">17.832197690000001</cx:pt>
          <cx:pt idx="152">17.720239790000001</cx:pt>
          <cx:pt idx="153">17.344764789999999</cx:pt>
          <cx:pt idx="154">16.73586602</cx:pt>
          <cx:pt idx="155">15.822028550000001</cx:pt>
          <cx:pt idx="156">14.88618162</cx:pt>
          <cx:pt idx="157">13.870241160000001</cx:pt>
          <cx:pt idx="158">12.861819179999999</cx:pt>
          <cx:pt idx="159">11.79227644</cx:pt>
          <cx:pt idx="160">10.95037866</cx:pt>
          <cx:pt idx="161">9.9650228730000006</cx:pt>
          <cx:pt idx="162">8.9593726040000004</cx:pt>
          <cx:pt idx="163">7.928369011</cx:pt>
          <cx:pt idx="164">6.9752784869999997</cx:pt>
          <cx:pt idx="165">5.9937851200000001</cx:pt>
          <cx:pt idx="166">5.2882355380000003</cx:pt>
          <cx:pt idx="167">4.7333152590000003</cx:pt>
          <cx:pt idx="168">4.3846749520000001</cx:pt>
          <cx:pt idx="169">4.029283242</cx:pt>
          <cx:pt idx="170">3.7102580729999999</cx:pt>
          <cx:pt idx="171">3.4901111340000002</cx:pt>
          <cx:pt idx="172">3.2927199900000002</cx:pt>
          <cx:pt idx="173">3.1272716919999999</cx:pt>
          <cx:pt idx="174">2.93979525</cx:pt>
          <cx:pt idx="175">2.754107995</cx:pt>
          <cx:pt idx="176">2.588848627</cx:pt>
          <cx:pt idx="177">2.5328424439999999</cx:pt>
          <cx:pt idx="178">2.520012666</cx:pt>
          <cx:pt idx="179">2.5162430229999999</cx:pt>
          <cx:pt idx="180">2.508139645</cx:pt>
          <cx:pt idx="181">2.5039149260000002</cx:pt>
          <cx:pt idx="182">2.4855928409999999</cx:pt>
          <cx:pt idx="183">2.4818174069999999</cx:pt>
          <cx:pt idx="184">2.489214252</cx:pt>
          <cx:pt idx="185">2.5168404039999999</cx:pt>
          <cx:pt idx="186">2.4580237309999999</cx:pt>
          <cx:pt idx="187">2.4170853509999999</cx:pt>
          <cx:pt idx="188">2.4083034319999999</cx:pt>
          <cx:pt idx="189">2.3991347680000001</cx:pt>
          <cx:pt idx="190">2.3916683349999999</cx:pt>
          <cx:pt idx="191">2.3891028259999998</cx:pt>
          <cx:pt idx="192">2.3864736679999998</cx:pt>
          <cx:pt idx="193">2.3845531009999998</cx:pt>
          <cx:pt idx="194">2.3834920130000001</cx:pt>
          <cx:pt idx="195">2.4008198809999999</cx:pt>
          <cx:pt idx="196">2.3995844530000001</cx:pt>
          <cx:pt idx="197">2.5255749220000001</cx:pt>
          <cx:pt idx="198">2.5703727289999998</cx:pt>
          <cx:pt idx="199">2.6082624989999998</cx:pt>
          <cx:pt idx="200">2.7821577479999999</cx:pt>
          <cx:pt idx="201">3.091801577</cx:pt>
          <cx:pt idx="202">3.3242671389999998</cx:pt>
          <cx:pt idx="203">3.6410433100000001</cx:pt>
          <cx:pt idx="204">4.0514270689999998</cx:pt>
          <cx:pt idx="205">4.0512623200000002</cx:pt>
          <cx:pt idx="206">4.4557264679999999</cx:pt>
          <cx:pt idx="207">5.0086150229999999</cx:pt>
          <cx:pt idx="208">5.7384767590000001</cx:pt>
          <cx:pt idx="209">6.6126123210000003</cx:pt>
          <cx:pt idx="210">7.6415637700000003</cx:pt>
          <cx:pt idx="211">8.6764245829999993</cx:pt>
          <cx:pt idx="212">9.7358169710000002</cx:pt>
          <cx:pt idx="213">10.91945638</cx:pt>
          <cx:pt idx="214">12.15573614</cx:pt>
          <cx:pt idx="215">13.44548932</cx:pt>
          <cx:pt idx="216">14.62189118</cx:pt>
          <cx:pt idx="217">15.717040430000001</cx:pt>
          <cx:pt idx="218">16.554768379999999</cx:pt>
          <cx:pt idx="219">17.258648900000001</cx:pt>
          <cx:pt idx="220">17.70097213</cx:pt>
          <cx:pt idx="221">17.963538310000001</cx:pt>
          <cx:pt idx="222">18.052800430000001</cx:pt>
          <cx:pt idx="223">18.186691889999999</cx:pt>
          <cx:pt idx="224">18.296834960000002</cx:pt>
          <cx:pt idx="225">18.314801469999999</cx:pt>
          <cx:pt idx="226">18.296361430000001</cx:pt>
          <cx:pt idx="227">18.278976449999998</cx:pt>
          <cx:pt idx="228">18.268747579999999</cx:pt>
          <cx:pt idx="229">18.294943839999998</cx:pt>
          <cx:pt idx="230">18.319461520000001</cx:pt>
          <cx:pt idx="231">18.315929369999999</cx:pt>
          <cx:pt idx="232">18.31290109</cx:pt>
          <cx:pt idx="233">18.30873429</cx:pt>
          <cx:pt idx="234">18.305520009999999</cx:pt>
          <cx:pt idx="235">18.26880268</cx:pt>
          <cx:pt idx="236">18.234483180000002</cx:pt>
          <cx:pt idx="237">18.246361950000001</cx:pt>
          <cx:pt idx="238">18.252123709999999</cx:pt>
          <cx:pt idx="239">18.167767789999999</cx:pt>
          <cx:pt idx="240">18.138435749999999</cx:pt>
          <cx:pt idx="241">18.141840479999999</cx:pt>
          <cx:pt idx="242">18.12455679</cx:pt>
          <cx:pt idx="243">18.140512210000001</cx:pt>
          <cx:pt idx="244">18.158022840000001</cx:pt>
          <cx:pt idx="245">18.15783605</cx:pt>
          <cx:pt idx="246">18.10350274</cx:pt>
          <cx:pt idx="247">18.132109119999999</cx:pt>
          <cx:pt idx="248">18.150148340000001</cx:pt>
          <cx:pt idx="249">18.111929570000001</cx:pt>
          <cx:pt idx="250">18.096727479999998</cx:pt>
          <cx:pt idx="251">17.943900419999999</cx:pt>
          <cx:pt idx="252">17.65841107</cx:pt>
          <cx:pt idx="253">17.243250639999999</cx:pt>
          <cx:pt idx="254">16.563253660000001</cx:pt>
          <cx:pt idx="255">15.78192497</cx:pt>
          <cx:pt idx="256">14.9332545</cx:pt>
          <cx:pt idx="257">13.88262832</cx:pt>
          <cx:pt idx="258">12.98276113</cx:pt>
          <cx:pt idx="259">11.81731199</cx:pt>
          <cx:pt idx="260">10.80794309</cx:pt>
          <cx:pt idx="261">9.5958111699999993</cx:pt>
          <cx:pt idx="262">8.0929441050000008</cx:pt>
          <cx:pt idx="263">6.3608428180000001</cx:pt>
          <cx:pt idx="264">5.0236545980000002</cx:pt>
          <cx:pt idx="265">4.31299601</cx:pt>
          <cx:pt idx="266">4.1478995330000004</cx:pt>
          <cx:pt idx="267">4.1312052159999997</cx:pt>
          <cx:pt idx="268">3.971444295</cx:pt>
          <cx:pt idx="269">3.7813549439999998</cx:pt>
          <cx:pt idx="270">3.58346974</cx:pt>
          <cx:pt idx="271">3.38767605</cx:pt>
          <cx:pt idx="272">3.350079069</cx:pt>
          <cx:pt idx="273">3.207907987</cx:pt>
          <cx:pt idx="274">3.0342691479999999</cx:pt>
          <cx:pt idx="275">3.0012910110000002</cx:pt>
          <cx:pt idx="276">2.9702110770000001</cx:pt>
          <cx:pt idx="277">2.8659408000000002</cx:pt>
          <cx:pt idx="278">2.8461009239999999</cx:pt>
          <cx:pt idx="279">2.8368385310000002</cx:pt>
          <cx:pt idx="280">2.8344700710000001</cx:pt>
          <cx:pt idx="281">2.786037361</cx:pt>
          <cx:pt idx="282">2.6799844350000002</cx:pt>
          <cx:pt idx="283">2.675809428</cx:pt>
          <cx:pt idx="284">2.6710989060000001</cx:pt>
          <cx:pt idx="285">2.6656102700000002</cx:pt>
          <cx:pt idx="286">2.6673603350000001</cx:pt>
          <cx:pt idx="287">2.6641364749999998</cx:pt>
          <cx:pt idx="288">2.6631733610000001</cx:pt>
          <cx:pt idx="289">2.647540115</cx:pt>
          <cx:pt idx="290">2.630035924</cx:pt>
          <cx:pt idx="291">2.629630632</cx:pt>
          <cx:pt idx="292">2.626657281</cx:pt>
          <cx:pt idx="293">2.628025354</cx:pt>
          <cx:pt idx="294">2.6251337810000002</cx:pt>
          <cx:pt idx="295">2.6161428519999999</cx:pt>
          <cx:pt idx="296">2.6101897080000001</cx:pt>
          <cx:pt idx="297">2.812881875</cx:pt>
          <cx:pt idx="298">2.9777878979999999</cx:pt>
          <cx:pt idx="299">3.1644867379999999</cx:pt>
          <cx:pt idx="300">3.3539013130000002</cx:pt>
          <cx:pt idx="301">3.6799860070000001</cx:pt>
          <cx:pt idx="302">4.2540675639999996</cx:pt>
          <cx:pt idx="303">4.9750221300000002</cx:pt>
          <cx:pt idx="304">5.7892191220000004</cx:pt>
          <cx:pt idx="305">6.8086343559999998</cx:pt>
          <cx:pt idx="306">8.0421000029999998</cx:pt>
          <cx:pt idx="307">9.4628518150000005</cx:pt>
          <cx:pt idx="308">10.780229289999999</cx:pt>
          <cx:pt idx="309">12.03178975</cx:pt>
          <cx:pt idx="310">13.217709210000001</cx:pt>
          <cx:pt idx="311">14.287844789999999</cx:pt>
          <cx:pt idx="312">15.18610602</cx:pt>
          <cx:pt idx="313">15.83778525</cx:pt>
          <cx:pt idx="314">16.212576540000001</cx:pt>
          <cx:pt idx="315">16.565153330000001</cx:pt>
          <cx:pt idx="316">16.844093959999999</cx:pt>
          <cx:pt idx="317">17.156095759999999</cx:pt>
          <cx:pt idx="318">17.464390460000001</cx:pt>
          <cx:pt idx="319">17.825787259999998</cx:pt>
          <cx:pt idx="320">18.185727920000001</cx:pt>
          <cx:pt idx="321">18.319709960000001</cx:pt>
          <cx:pt idx="322">18.315724809999999</cx:pt>
          <cx:pt idx="323">18.339553890000001</cx:pt>
          <cx:pt idx="324">18.594525560000001</cx:pt>
          <cx:pt idx="325">18.64039979</cx:pt>
          <cx:pt idx="326">18.796350270000001</cx:pt>
          <cx:pt idx="327">18.852124450000002</cx:pt>
          <cx:pt idx="328">18.90288812</cx:pt>
          <cx:pt idx="329">18.95270451</cx:pt>
          <cx:pt idx="330">18.985361860000001</cx:pt>
          <cx:pt idx="331">19.035974599999999</cx:pt>
          <cx:pt idx="332">19.02974335</cx:pt>
          <cx:pt idx="333">19.02317416</cx:pt>
          <cx:pt idx="334">19.018351429999999</cx:pt>
          <cx:pt idx="335">19.016497300000001</cx:pt>
          <cx:pt idx="336">19.014583099999999</cx:pt>
          <cx:pt idx="337">19.002403999999999</cx:pt>
          <cx:pt idx="338">18.983969890000001</cx:pt>
          <cx:pt idx="339">18.989038319999999</cx:pt>
          <cx:pt idx="340">18.953479439999999</cx:pt>
          <cx:pt idx="341">18.863600049999999</cx:pt>
          <cx:pt idx="342">18.747108069999999</cx:pt>
          <cx:pt idx="343">18.552673729999999</cx:pt>
          <cx:pt idx="344">18.017345079999998</cx:pt>
          <cx:pt idx="345">17.419771440000002</cx:pt>
          <cx:pt idx="346">16.839942480000001</cx:pt>
          <cx:pt idx="347">16.25487012</cx:pt>
          <cx:pt idx="348">15.767122090000001</cx:pt>
          <cx:pt idx="349">15.050182380000001</cx:pt>
          <cx:pt idx="350">14.20539069</cx:pt>
          <cx:pt idx="351">13.41423516</cx:pt>
          <cx:pt idx="352">12.533116870000001</cx:pt>
          <cx:pt idx="353">11.463448550000001</cx:pt>
          <cx:pt idx="354">10.29993936</cx:pt>
          <cx:pt idx="355">9.1490713140000004</cx:pt>
          <cx:pt idx="356">8.0939476769999992</cx:pt>
          <cx:pt idx="357">7.3011066309999997</cx:pt>
          <cx:pt idx="358">6.4767514100000003</cx:pt>
          <cx:pt idx="359">5.8424517509999996</cx:pt>
          <cx:pt idx="360">5.3754729320000001</cx:pt>
          <cx:pt idx="361">5.1231922020000003</cx:pt>
          <cx:pt idx="362">4.8211976830000003</cx:pt>
          <cx:pt idx="363">4.592874686</cx:pt>
          <cx:pt idx="364">4.2352375609999999</cx:pt>
          <cx:pt idx="365">3.88559432</cx:pt>
          <cx:pt idx="366">3.7105550859999998</cx:pt>
          <cx:pt idx="367">3.6551476190000001</cx:pt>
          <cx:pt idx="368">3.5155873799999999</cx:pt>
          <cx:pt idx="369">3.4634256049999999</cx:pt>
          <cx:pt idx="370">3.336564649</cx:pt>
          <cx:pt idx="371">3.2870425399999998</cx:pt>
          <cx:pt idx="372">3.1603780210000001</cx:pt>
          <cx:pt idx="373">3.1309380060000001</cx:pt>
          <cx:pt idx="374">3.1057164789999998</cx:pt>
          <cx:pt idx="375">2.9785306390000001</cx:pt>
          <cx:pt idx="376">2.937537351</cx:pt>
          <cx:pt idx="377">2.9475488759999999</cx:pt>
          <cx:pt idx="378">2.9025246760000001</cx:pt>
          <cx:pt idx="379">2.93012389</cx:pt>
          <cx:pt idx="380">2.7971907979999999</cx:pt>
          <cx:pt idx="381">2.7902816220000002</cx:pt>
          <cx:pt idx="382">2.785926431</cx:pt>
          <cx:pt idx="383">2.7808642950000002</cx:pt>
          <cx:pt idx="384">2.77517046</cx:pt>
          <cx:pt idx="385">2.7782526669999998</cx:pt>
          <cx:pt idx="386">2.78013888</cx:pt>
          <cx:pt idx="387">2.9293680590000002</cx:pt>
          <cx:pt idx="388">2.9755800830000001</cx:pt>
          <cx:pt idx="389">3.3106099790000001</cx:pt>
          <cx:pt idx="390">3.5547888360000002</cx:pt>
          <cx:pt idx="391">3.913528296</cx:pt>
          <cx:pt idx="392">4.3283747769999996</cx:pt>
          <cx:pt idx="393">4.8960678250000003</cx:pt>
          <cx:pt idx="394">5.9430804210000003</cx:pt>
          <cx:pt idx="395">7.063363528</cx:pt>
          <cx:pt idx="396">8.3526421119999998</cx:pt>
          <cx:pt idx="397">9.7660906569999995</cx:pt>
          <cx:pt idx="398">11.19894865</cx:pt>
          <cx:pt idx="399">12.72008465</cx:pt>
          <cx:pt idx="400">14.1469252</cx:pt>
          <cx:pt idx="401">15.28799886</cx:pt>
          <cx:pt idx="402">16.140937619999999</cx:pt>
          <cx:pt idx="403">16.709524330000001</cx:pt>
          <cx:pt idx="404">17.269630100000001</cx:pt>
          <cx:pt idx="405">17.62184882</cx:pt>
          <cx:pt idx="406">18.10766168</cx:pt>
          <cx:pt idx="407">18.484970409999999</cx:pt>
          <cx:pt idx="408">18.872753790000001</cx:pt>
          <cx:pt idx="409">18.96958059</cx:pt>
          <cx:pt idx="410">18.99792034</cx:pt>
          <cx:pt idx="411">19.117340009999999</cx:pt>
          <cx:pt idx="412">19.273470469999999</cx:pt>
          <cx:pt idx="413">19.34117376</cx:pt>
          <cx:pt idx="414">19.37085458</cx:pt>
          <cx:pt idx="415">19.461823020000001</cx:pt>
          <cx:pt idx="416">19.493439339999998</cx:pt>
          <cx:pt idx="417">19.501652579999998</cx:pt>
          <cx:pt idx="418">19.495711350000001</cx:pt>
          <cx:pt idx="419">19.50218761</cx:pt>
          <cx:pt idx="420">19.497694840000001</cx:pt>
          <cx:pt idx="421">19.551897069999999</cx:pt>
          <cx:pt idx="422">19.661789299999999</cx:pt>
          <cx:pt idx="423">19.61047726</cx:pt>
          <cx:pt idx="424">19.57558405</cx:pt>
          <cx:pt idx="425">19.568831719999999</cx:pt>
          <cx:pt idx="426">19.402695649999998</cx:pt>
          <cx:pt idx="427">19.230065310000001</cx:pt>
          <cx:pt idx="428">18.995849719999999</cx:pt>
          <cx:pt idx="429">18.59932972</cx:pt>
          <cx:pt idx="430">17.902427469999999</cx:pt>
          <cx:pt idx="431">17.056628199999999</cx:pt>
          <cx:pt idx="432">16.293632949999999</cx:pt>
          <cx:pt idx="433">15.52307126</cx:pt>
          <cx:pt idx="434">14.76494941</cx:pt>
          <cx:pt idx="435">14.097631740000001</cx:pt>
          <cx:pt idx="436">13.40720125</cx:pt>
          <cx:pt idx="437">12.647830669999999</cx:pt>
          <cx:pt idx="438">11.743954390000001</cx:pt>
          <cx:pt idx="439">10.60365328</cx:pt>
          <cx:pt idx="440">9.4090531120000005</cx:pt>
          <cx:pt idx="441">8.0786795690000002</cx:pt>
          <cx:pt idx="442">7.0963247349999996</cx:pt>
          <cx:pt idx="443">6.2975769220000002</cx:pt>
          <cx:pt idx="444">5.5561379559999997</cx:pt>
          <cx:pt idx="445">5.0818516489999999</cx:pt>
          <cx:pt idx="446">4.885532306</cx:pt>
          <cx:pt idx="447">4.6560374639999997</cx:pt>
          <cx:pt idx="448">4.3466993990000002</cx:pt>
          <cx:pt idx="449">4.1532566859999998</cx:pt>
          <cx:pt idx="450">3.95989681</cx:pt>
          <cx:pt idx="451">3.81298782</cx:pt>
          <cx:pt idx="452">3.7630292870000002</cx:pt>
          <cx:pt idx="453">3.6280419699999999</cx:pt>
          <cx:pt idx="454">3.5602328939999999</cx:pt>
          <cx:pt idx="455">3.4183982550000001</cx:pt>
          <cx:pt idx="456">3.3669872320000001</cx:pt>
          <cx:pt idx="457">3.2467116819999999</cx:pt>
          <cx:pt idx="458">3.242470811</cx:pt>
          <cx:pt idx="459">3.2266293140000002</cx:pt>
          <cx:pt idx="460">3.2158902600000001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altLang="ko-KR" sz="1050" b="1" i="0" u="none" strike="noStrike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Calibri" panose="020F0502020204030204"/>
                <a:ea typeface="맑은 고딕" panose="020B0503020000020004" pitchFamily="50" charset="-127"/>
              </a:rPr>
              <a:t>Ankle dorsiflexion angle ROM</a:t>
            </a:r>
            <a:endParaRPr lang="ko-KR" altLang="en-US" sz="1050" b="1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Calibri" panose="020F0502020204030204"/>
              <a:ea typeface="맑은 고딕" panose="020B0503020000020004" pitchFamily="50" charset="-127"/>
            </a:endParaRPr>
          </a:p>
        </cx:rich>
      </cx:tx>
    </cx:title>
    <cx:plotArea>
      <cx:plotAreaRegion>
        <cx:series layoutId="boxWhisker" uniqueId="{C4D1C65C-F68A-466D-B0EE-67E96871C4A5}">
          <cx:tx>
            <cx:txData>
              <cx:f>[통합.xlsx]Sheet1!$F$1</cx:f>
              <cx:v>A: 70mm</cx:v>
            </cx:txData>
          </cx:tx>
          <cx:spPr>
            <a:solidFill>
              <a:schemeClr val="tx1"/>
            </a:solidFill>
            <a:ln>
              <a:solidFill>
                <a:schemeClr val="tx1"/>
              </a:solidFill>
            </a:ln>
          </cx:spPr>
          <cx:dataLabels pos="t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b="1"/>
                </a:pPr>
                <a:endParaRPr lang="ko-KR" altLang="en-US" sz="900" b="1" i="0" u="none" strike="noStrike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</cx:txPr>
            <cx:visibility seriesName="0" categoryName="0" value="1"/>
            <cx:separator>, </cx:separator>
            <cx:dataLabelHidden idx="0"/>
            <cx:dataLabelHidden idx="1292"/>
            <cx:dataLabelHidden idx="1293"/>
            <cx:dataLabelHidden idx="1294"/>
            <cx:dataLabelHidden idx="1295"/>
          </cx:dataLabels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30D7D818-6EE6-4A97-AA04-8586CC5A6310}">
          <cx:tx>
            <cx:txData>
              <cx:f>[통합.xlsx]Sheet1!$G$1</cx:f>
              <cx:v>B: 90mm</cx:v>
            </cx:txData>
          </cx:tx>
          <cx:spPr>
            <a:solidFill>
              <a:schemeClr val="accent6"/>
            </a:solidFill>
            <a:ln>
              <a:solidFill>
                <a:schemeClr val="accent6"/>
              </a:solidFill>
            </a:ln>
          </cx:spPr>
          <cx:dataLabels pos="t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b="1"/>
                </a:pPr>
                <a:endParaRPr lang="ko-KR" altLang="en-US" sz="900" b="1" i="0" u="none" strike="noStrike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</cx:txPr>
            <cx:visibility seriesName="0" categoryName="0" value="1"/>
            <cx:separator>, </cx:separator>
            <cx:dataLabelHidden idx="0"/>
            <cx:dataLabelHidden idx="1292"/>
            <cx:dataLabelHidden idx="1293"/>
            <cx:dataLabelHidden idx="1294"/>
            <cx:dataLabelHidden idx="1295"/>
          </cx:dataLabels>
          <cx:dataId val="1"/>
          <cx:layoutPr>
            <cx:visibility meanLine="0" meanMarker="1" nonoutliers="0" outliers="1"/>
            <cx:statistics quartileMethod="exclusive"/>
          </cx:layoutPr>
        </cx:series>
        <cx:series layoutId="boxWhisker" uniqueId="{BD55D744-3D2D-4B84-83AC-85901CB9FD0D}">
          <cx:tx>
            <cx:txData>
              <cx:f>[통합.xlsx]Sheet1!$H$1</cx:f>
              <cx:v>C: 110mm</cx:v>
            </cx:txData>
          </cx:tx>
          <cx:spPr>
            <a:solidFill>
              <a:schemeClr val="accent1"/>
            </a:solidFill>
            <a:ln>
              <a:solidFill>
                <a:schemeClr val="accent1"/>
              </a:solidFill>
            </a:ln>
          </cx:spPr>
          <cx:dataLabels pos="t"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b="1"/>
                </a:pPr>
                <a:endParaRPr lang="ko-KR" altLang="en-US" sz="900" b="1" i="0" u="none" strike="noStrike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</cx:txPr>
            <cx:visibility seriesName="0" categoryName="0" value="1"/>
            <cx:separator>, </cx:separator>
            <cx:dataLabelHidden idx="0"/>
            <cx:dataLabelHidden idx="1292"/>
            <cx:dataLabelHidden idx="1293"/>
            <cx:dataLabelHidden idx="1294"/>
            <cx:dataLabelHidden idx="1295"/>
          </cx:dataLabels>
          <cx:dataId val="2"/>
          <cx:layoutPr>
            <cx:visibility meanLine="0" meanMarker="1" nonoutliers="0" outliers="1"/>
            <cx:statistics quartileMethod="exclusive"/>
          </cx:layoutPr>
        </cx:series>
      </cx:plotAreaRegion>
      <cx:axis id="0" hidden="1">
        <cx:catScaling gapWidth="1"/>
        <cx:title>
          <cx:tx>
            <cx:rich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/>
                </a:pPr>
                <a:r>
                  <a:rPr lang="en-US" altLang="ko-KR" sz="900" b="1" i="0" u="none" strike="noStrike" baseline="0">
                    <a:solidFill>
                      <a:sysClr val="windowText" lastClr="000000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A: 70mm          </a:t>
                </a:r>
                <a:r>
                  <a:rPr lang="en-US" altLang="ko-KR" sz="900" b="1" i="0" u="none" strike="noStrike" baseline="0">
                    <a:solidFill>
                      <a:schemeClr val="accent6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B: 90mm          </a:t>
                </a:r>
                <a:r>
                  <a:rPr lang="en-US" altLang="ko-KR" sz="900" b="1" i="0" u="none" strike="noStrike" baseline="0">
                    <a:solidFill>
                      <a:schemeClr val="accent1"/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C: 110mm</a:t>
                </a:r>
                <a:endParaRPr lang="ko-KR" altLang="en-US" sz="900" b="1" i="0" u="none" strike="noStrike" baseline="0">
                  <a:solidFill>
                    <a:schemeClr val="accent1"/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</cx:rich>
          </cx:tx>
        </cx:title>
        <cx:tickLabels/>
      </cx:axis>
      <cx:axis id="1">
        <cx:valScaling/>
        <cx:title>
          <cx:tx>
            <cx:rich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/>
                </a:pPr>
                <a:r>
                  <a:rPr lang="en-US" altLang="ko-KR" sz="900" b="0" i="0" u="none" strike="noStrike" baseline="0">
                    <a:solidFill>
                      <a:sysClr val="windowText" lastClr="000000">
                        <a:lumMod val="65000"/>
                        <a:lumOff val="35000"/>
                      </a:sysClr>
                    </a:solidFill>
                    <a:latin typeface="Calibri" panose="020F0502020204030204"/>
                    <a:ea typeface="맑은 고딕" panose="020B0503020000020004" pitchFamily="50" charset="-127"/>
                  </a:rPr>
                  <a:t>Ankle Dorsiflexion angle (Deg)</a:t>
                </a:r>
                <a:endParaRPr lang="ko-KR" altLang="en-US" sz="900" b="0" i="0" u="none" strike="noStrike" baseline="0">
                  <a:solidFill>
                    <a:sysClr val="windowText" lastClr="000000">
                      <a:lumMod val="65000"/>
                      <a:lumOff val="35000"/>
                    </a:sysClr>
                  </a:solidFill>
                  <a:latin typeface="Calibri" panose="020F0502020204030204"/>
                  <a:ea typeface="맑은 고딕" panose="020B0503020000020004" pitchFamily="50" charset="-127"/>
                </a:endParaRPr>
              </a:p>
            </cx:rich>
          </cx:tx>
        </cx:title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01T05:10:56.66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AC5061-BF2A-4D66-8253-4D8E2482AA88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1F9C32-17BC-4DAF-89A7-A56654CF62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958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F9C32-17BC-4DAF-89A7-A56654CF62C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2697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F9C32-17BC-4DAF-89A7-A56654CF62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9412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F9C32-17BC-4DAF-89A7-A56654CF62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7519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F9C32-17BC-4DAF-89A7-A56654CF62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687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F9C32-17BC-4DAF-89A7-A56654CF62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600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F9C32-17BC-4DAF-89A7-A56654CF62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961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C6B74E-B894-2946-8399-D74E20EC7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613A67-90DD-9442-3E4E-D34386262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8C1AD8-1116-716E-876B-9179E5C33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773E60-8451-CBE5-B215-D0FFF8067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F9B133-FFA7-9B81-54A3-E005C1C5A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285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A0DD78-A942-854C-A6A3-F6849BC45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7A5C4-E825-D1B5-3A73-90F001B7B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8FFA47-B6CE-3151-7C3C-DE4D3462A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D58D2B-E5D0-9549-B42F-5D07E4775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7E30D7-C66F-F5D7-C5AB-4066C55D0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920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082A93-4D3C-B308-3A70-4A54D0B48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A75C10-B8CC-51B6-4773-2BBA6FC6C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884772-6113-CBD4-2432-2BC2BA057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8F25D7-3A61-0917-FA7B-4630C9438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D6829D-0359-94E8-49DB-8C677F06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76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32CCC-8A7A-C45C-00C2-57EF74C13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A502B6-AAA6-231D-2C5A-2C3C2D745C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5919F6-491D-9D12-42D0-89A651F4B8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3C65EA-5D22-EA2C-C50A-30BDDA81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60CE9B6-2636-81F0-EC4C-F41BCB8A5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FD83FE-E3F2-3149-BC42-BDE4EA1E3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57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84F81B-3FB5-CAB9-E4E3-C99F3A348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DE50B0-5F97-1EA3-A200-EE68D9F67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1602AD-720D-7B23-EE91-D46403B9F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4558891-4DCD-4532-8E7A-C377D2686A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591580C-AC34-AE7F-B4A6-8C90767370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5C7A2C7-795C-B702-0472-69D297D67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87D34BC-FFD8-13AD-FABA-F51CEB43B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3B7D8D1-966B-6ACB-15A4-DF91535C5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56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01B276-DEDE-CAB7-FB89-BB95C7B98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9B168A-B74C-83B5-0288-72AFB141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E59E85-61BB-E9EF-51A3-6217128D4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C818BA-3EBC-AD63-0C50-3DE8C75C9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4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7A1CE89-FB5F-2E36-F4AA-6ABF0F513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DE87CC4-741D-2DA2-B4D1-D8E42C05F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0BAC3-7795-472F-DDB2-5DD1583FA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1787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62A50E-0054-EB3F-1C7F-31674E2AB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E3DE91-CF0E-CB7C-E991-0B86DEC6FB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42722A-0EB9-24F5-97BB-44C5158552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324120-AD7E-4632-ABC8-03ED04739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70D6C3E-F69D-FF4A-4F0B-48079FBF9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E072BA-E33C-56BE-C971-98ACC2A2B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69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62BD5-B60E-15F4-7442-CF71D9B70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2793EC-4EE6-43A6-107A-EFCFDCB19C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54BBA2-84F3-7D80-ABA3-8FBF1E65B6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A01DF-7F69-1C08-E64A-3C39AC99D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5BDD78-24DC-9995-4108-92097F9FB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ED63E6-9521-A755-CF1F-1AC1C5A4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967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CC4902-E284-3BFC-49EB-4634013D8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3BD16D-B9B8-CCBD-6287-B8A6C8038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DEAB9-A5CF-7C7A-59E6-C53B78F6D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CE916D-13C8-EB8F-35F7-35CEA04B7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255181-B58C-31CB-6DBC-1A4A4124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141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BE75884-717F-926D-27F9-403E655CE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99FB28-8995-8C18-D9B5-0D6174F93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09ADA4-6E5D-F340-0EC6-5D8ED0BC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397FC-3BA4-F518-FA8E-3F1AADB15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B8185B-246B-D655-C052-7A3059B3C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298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D2600C5-7C46-FAE3-103B-C7752A9D1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E9CC0A-105A-8D1E-AD66-AE9EB91A7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49125-937C-C120-A6E8-D734A6E87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F7CE59-1A50-436D-A107-06D7376FAEEB}" type="datetimeFigureOut">
              <a:rPr lang="ko-KR" altLang="en-US" smtClean="0"/>
              <a:t>2024-05-30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D82541-4D57-8BB1-C2CF-3D8A799F6B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D11D2-BBDE-24B0-1E1C-ABECB613C5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C3A5DB-6210-448F-BA50-097E938B63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2140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11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0.png"/><Relationship Id="rId5" Type="http://schemas.microsoft.com/office/2014/relationships/chartEx" Target="../charts/chartEx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8AEDB4BF-0511-8EFF-AB98-C0C5CD2FEC30}"/>
              </a:ext>
            </a:extLst>
          </p:cNvPr>
          <p:cNvGrpSpPr/>
          <p:nvPr/>
        </p:nvGrpSpPr>
        <p:grpSpPr>
          <a:xfrm>
            <a:off x="2194687" y="968709"/>
            <a:ext cx="5794181" cy="3512717"/>
            <a:chOff x="3929358" y="2394097"/>
            <a:chExt cx="5794181" cy="3512717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E3A8FA5-7B7D-12EA-6954-DD427D447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87600" y="2550206"/>
              <a:ext cx="2807438" cy="3356608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7817A2D-5C37-0FF9-5EE6-41D5AEFD065C}"/>
                </a:ext>
              </a:extLst>
            </p:cNvPr>
            <p:cNvGrpSpPr/>
            <p:nvPr/>
          </p:nvGrpSpPr>
          <p:grpSpPr>
            <a:xfrm>
              <a:off x="3929358" y="2550206"/>
              <a:ext cx="1800642" cy="2023778"/>
              <a:chOff x="-6010123" y="1758718"/>
              <a:chExt cx="1691287" cy="1894660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D4D212DB-CAAC-77D7-2917-9DE32B31DD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36211" t="27118" r="30903"/>
              <a:stretch/>
            </p:blipFill>
            <p:spPr>
              <a:xfrm>
                <a:off x="-5678322" y="1765869"/>
                <a:ext cx="939907" cy="1712587"/>
              </a:xfrm>
              <a:prstGeom prst="rect">
                <a:avLst/>
              </a:prstGeom>
            </p:spPr>
          </p:pic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BCA678D-CEC0-A39A-71B0-67B4A51035DD}"/>
                  </a:ext>
                </a:extLst>
              </p:cNvPr>
              <p:cNvSpPr/>
              <p:nvPr/>
            </p:nvSpPr>
            <p:spPr>
              <a:xfrm>
                <a:off x="-6010123" y="1758718"/>
                <a:ext cx="1691287" cy="1894660"/>
              </a:xfrm>
              <a:prstGeom prst="roundRect">
                <a:avLst>
                  <a:gd name="adj" fmla="val 10935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4172435-C833-5328-60EF-32B2B6EFA41D}"/>
                  </a:ext>
                </a:extLst>
              </p:cNvPr>
              <p:cNvSpPr txBox="1"/>
              <p:nvPr/>
            </p:nvSpPr>
            <p:spPr>
              <a:xfrm>
                <a:off x="-5687312" y="3373461"/>
                <a:ext cx="1211889" cy="244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100" b="1" dirty="0"/>
                  <a:t> Shoes</a:t>
                </a:r>
                <a:r>
                  <a:rPr lang="ko-KR" altLang="en-US" sz="1100" b="1" dirty="0"/>
                  <a:t> </a:t>
                </a:r>
                <a:r>
                  <a:rPr lang="en-US" altLang="ko-KR" sz="1100" b="1" dirty="0"/>
                  <a:t>wrap</a:t>
                </a:r>
                <a:endParaRPr lang="ko-KR" altLang="en-US" sz="1100" b="1" dirty="0"/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AE1797B0-4397-6256-3C56-67AF21B4E04A}"/>
                </a:ext>
              </a:extLst>
            </p:cNvPr>
            <p:cNvGrpSpPr/>
            <p:nvPr/>
          </p:nvGrpSpPr>
          <p:grpSpPr>
            <a:xfrm>
              <a:off x="7899061" y="2394097"/>
              <a:ext cx="1824478" cy="2060909"/>
              <a:chOff x="1439335" y="1387642"/>
              <a:chExt cx="1824478" cy="1876740"/>
            </a:xfrm>
          </p:grpSpPr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B216F112-E034-7743-3543-EFB266AA9F06}"/>
                  </a:ext>
                </a:extLst>
              </p:cNvPr>
              <p:cNvGrpSpPr/>
              <p:nvPr/>
            </p:nvGrpSpPr>
            <p:grpSpPr>
              <a:xfrm>
                <a:off x="1439335" y="1496750"/>
                <a:ext cx="1824478" cy="1767632"/>
                <a:chOff x="708645" y="1090766"/>
                <a:chExt cx="2350935" cy="2481657"/>
              </a:xfrm>
            </p:grpSpPr>
            <p:pic>
              <p:nvPicPr>
                <p:cNvPr id="21" name="그림 20">
                  <a:extLst>
                    <a:ext uri="{FF2B5EF4-FFF2-40B4-BE49-F238E27FC236}">
                      <a16:creationId xmlns:a16="http://schemas.microsoft.com/office/drawing/2014/main" id="{CA0899B9-8EF3-01BB-564D-42BAECB49B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/>
                <a:srcRect t="20327" b="12288"/>
                <a:stretch/>
              </p:blipFill>
              <p:spPr>
                <a:xfrm rot="281216">
                  <a:off x="781942" y="1090766"/>
                  <a:ext cx="2204342" cy="1945325"/>
                </a:xfrm>
                <a:prstGeom prst="rect">
                  <a:avLst/>
                </a:prstGeom>
              </p:spPr>
            </p:pic>
            <p:sp>
              <p:nvSpPr>
                <p:cNvPr id="22" name="사각형: 둥근 모서리 21">
                  <a:extLst>
                    <a:ext uri="{FF2B5EF4-FFF2-40B4-BE49-F238E27FC236}">
                      <a16:creationId xmlns:a16="http://schemas.microsoft.com/office/drawing/2014/main" id="{18714156-3B6C-B7AC-3656-97EC1CB355B7}"/>
                    </a:ext>
                  </a:extLst>
                </p:cNvPr>
                <p:cNvSpPr/>
                <p:nvPr/>
              </p:nvSpPr>
              <p:spPr>
                <a:xfrm>
                  <a:off x="708645" y="1137168"/>
                  <a:ext cx="2350935" cy="2435255"/>
                </a:xfrm>
                <a:prstGeom prst="roundRect">
                  <a:avLst>
                    <a:gd name="adj" fmla="val 10935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13AFC9E-AE1B-9EE2-6ABF-9B44D6CBF817}"/>
                    </a:ext>
                  </a:extLst>
                </p:cNvPr>
                <p:cNvSpPr txBox="1"/>
                <p:nvPr/>
              </p:nvSpPr>
              <p:spPr>
                <a:xfrm>
                  <a:off x="1234293" y="3095897"/>
                  <a:ext cx="1590549" cy="3344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100" b="1" dirty="0"/>
                    <a:t> Calf</a:t>
                  </a:r>
                  <a:r>
                    <a:rPr lang="ko-KR" altLang="en-US" sz="1100" b="1" dirty="0"/>
                    <a:t> </a:t>
                  </a:r>
                  <a:r>
                    <a:rPr lang="en-US" altLang="ko-KR" sz="1100" b="1" dirty="0"/>
                    <a:t>wrap</a:t>
                  </a:r>
                  <a:endParaRPr lang="ko-KR" altLang="en-US" sz="1100" b="1" dirty="0"/>
                </a:p>
              </p:txBody>
            </p:sp>
          </p:grpSp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DDD43883-D267-4AF5-0DA8-AFF2D42938EF}"/>
                  </a:ext>
                </a:extLst>
              </p:cNvPr>
              <p:cNvSpPr/>
              <p:nvPr/>
            </p:nvSpPr>
            <p:spPr>
              <a:xfrm>
                <a:off x="1846822" y="1387642"/>
                <a:ext cx="1069537" cy="13537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47334EA-F804-D10F-7889-B7510A718C08}"/>
                </a:ext>
              </a:extLst>
            </p:cNvPr>
            <p:cNvCxnSpPr>
              <a:cxnSpLocks/>
              <a:endCxn id="22" idx="1"/>
            </p:cNvCxnSpPr>
            <p:nvPr/>
          </p:nvCxnSpPr>
          <p:spPr>
            <a:xfrm>
              <a:off x="7192330" y="3429000"/>
              <a:ext cx="706731" cy="7360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7C802B3-3BDD-13D3-0DAA-8E2B3653B0B6}"/>
                </a:ext>
              </a:extLst>
            </p:cNvPr>
            <p:cNvGrpSpPr/>
            <p:nvPr/>
          </p:nvGrpSpPr>
          <p:grpSpPr>
            <a:xfrm flipH="1">
              <a:off x="5722380" y="3934944"/>
              <a:ext cx="828240" cy="1345695"/>
              <a:chOff x="5782489" y="4170994"/>
              <a:chExt cx="878715" cy="590345"/>
            </a:xfrm>
          </p:grpSpPr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F7668B6C-5668-5C75-732E-E3B13EDE81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19828" y="4170994"/>
                <a:ext cx="841376" cy="59034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4F920C0E-E886-1161-A6D1-1343DFA44FA2}"/>
                  </a:ext>
                </a:extLst>
              </p:cNvPr>
              <p:cNvSpPr>
                <a:spLocks/>
              </p:cNvSpPr>
              <p:nvPr/>
            </p:nvSpPr>
            <p:spPr>
              <a:xfrm rot="11125840">
                <a:off x="5782489" y="4742393"/>
                <a:ext cx="38194" cy="1579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CBC1A0EB-35EA-2E15-BE9F-1F7111454CAE}"/>
              </a:ext>
            </a:extLst>
          </p:cNvPr>
          <p:cNvSpPr/>
          <p:nvPr/>
        </p:nvSpPr>
        <p:spPr>
          <a:xfrm>
            <a:off x="6455080" y="2575111"/>
            <a:ext cx="1069537" cy="1486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87BE08-29E5-CD2F-6189-15D65D4EB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9046" y="818785"/>
            <a:ext cx="9373908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381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82573FE-0F73-0AC1-39C1-165ADF9943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34530" r="22093"/>
          <a:stretch/>
        </p:blipFill>
        <p:spPr>
          <a:xfrm>
            <a:off x="3580990" y="1909041"/>
            <a:ext cx="2592027" cy="3320184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25E2DEB-B12C-F539-7CB4-67F63EBD157B}"/>
              </a:ext>
            </a:extLst>
          </p:cNvPr>
          <p:cNvGrpSpPr/>
          <p:nvPr/>
        </p:nvGrpSpPr>
        <p:grpSpPr>
          <a:xfrm>
            <a:off x="1613681" y="2105357"/>
            <a:ext cx="6526643" cy="3990643"/>
            <a:chOff x="1607887" y="2057732"/>
            <a:chExt cx="6526643" cy="3990643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D3F87A49-F0F3-823F-434B-0BE96C86153C}"/>
                </a:ext>
              </a:extLst>
            </p:cNvPr>
            <p:cNvGrpSpPr/>
            <p:nvPr/>
          </p:nvGrpSpPr>
          <p:grpSpPr>
            <a:xfrm>
              <a:off x="5781560" y="2057732"/>
              <a:ext cx="1800643" cy="2129781"/>
              <a:chOff x="1849287" y="1181100"/>
              <a:chExt cx="1691287" cy="1993900"/>
            </a:xfrm>
          </p:grpSpPr>
          <p:pic>
            <p:nvPicPr>
              <p:cNvPr id="42" name="그림 41">
                <a:extLst>
                  <a:ext uri="{FF2B5EF4-FFF2-40B4-BE49-F238E27FC236}">
                    <a16:creationId xmlns:a16="http://schemas.microsoft.com/office/drawing/2014/main" id="{0E344511-7677-A081-3175-FA61CC9DD9C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36211" t="27118" r="30903"/>
              <a:stretch/>
            </p:blipFill>
            <p:spPr>
              <a:xfrm>
                <a:off x="2216970" y="1191359"/>
                <a:ext cx="1034047" cy="1884117"/>
              </a:xfrm>
              <a:prstGeom prst="rect">
                <a:avLst/>
              </a:prstGeom>
            </p:spPr>
          </p:pic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73CB41E3-1CF2-257B-AE9C-CEE10D2FD5C4}"/>
                  </a:ext>
                </a:extLst>
              </p:cNvPr>
              <p:cNvSpPr/>
              <p:nvPr/>
            </p:nvSpPr>
            <p:spPr>
              <a:xfrm>
                <a:off x="1849287" y="1181100"/>
                <a:ext cx="1691287" cy="1993900"/>
              </a:xfrm>
              <a:prstGeom prst="roundRect">
                <a:avLst>
                  <a:gd name="adj" fmla="val 10935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36ABDF3-42E8-57A7-2DC6-AB8D09E9CF75}"/>
                  </a:ext>
                </a:extLst>
              </p:cNvPr>
              <p:cNvSpPr txBox="1"/>
              <p:nvPr/>
            </p:nvSpPr>
            <p:spPr>
              <a:xfrm>
                <a:off x="2182667" y="2864654"/>
                <a:ext cx="1211889" cy="1986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100" b="1" dirty="0"/>
                  <a:t>A) Ankle</a:t>
                </a:r>
                <a:r>
                  <a:rPr lang="ko-KR" altLang="en-US" sz="1100" b="1" dirty="0"/>
                  <a:t> </a:t>
                </a:r>
                <a:r>
                  <a:rPr lang="en-US" altLang="ko-KR" sz="1100" b="1" dirty="0"/>
                  <a:t>part</a:t>
                </a:r>
                <a:endParaRPr lang="ko-KR" altLang="en-US" sz="1100" b="1" dirty="0"/>
              </a:p>
            </p:txBody>
          </p:sp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A1FB8F3B-76B8-A61F-121F-F4AA7D4764DB}"/>
                    </a:ext>
                  </a:extLst>
                </p14:cNvPr>
                <p14:cNvContentPartPr/>
                <p14:nvPr/>
              </p14:nvContentPartPr>
              <p14:xfrm>
                <a:off x="8134170" y="6048015"/>
                <a:ext cx="360" cy="360"/>
              </p14:xfrm>
            </p:contentPart>
          </mc:Choice>
          <mc:Fallback xmlns=""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A1FB8F3B-76B8-A61F-121F-F4AA7D4764D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071170" y="5985015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A871AA2-F5E3-1524-2B1E-692A3B72617F}"/>
                </a:ext>
              </a:extLst>
            </p:cNvPr>
            <p:cNvGrpSpPr/>
            <p:nvPr/>
          </p:nvGrpSpPr>
          <p:grpSpPr>
            <a:xfrm>
              <a:off x="1607887" y="2163736"/>
              <a:ext cx="1824478" cy="1880762"/>
              <a:chOff x="1616941" y="1638678"/>
              <a:chExt cx="1824478" cy="1880762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F3E959D5-04D1-A541-00CA-4641D5E28FDD}"/>
                  </a:ext>
                </a:extLst>
              </p:cNvPr>
              <p:cNvGrpSpPr/>
              <p:nvPr/>
            </p:nvGrpSpPr>
            <p:grpSpPr>
              <a:xfrm>
                <a:off x="1616941" y="1759178"/>
                <a:ext cx="1824478" cy="1760262"/>
                <a:chOff x="937499" y="1459199"/>
                <a:chExt cx="2350935" cy="2471309"/>
              </a:xfrm>
            </p:grpSpPr>
            <p:pic>
              <p:nvPicPr>
                <p:cNvPr id="39" name="그림 38">
                  <a:extLst>
                    <a:ext uri="{FF2B5EF4-FFF2-40B4-BE49-F238E27FC236}">
                      <a16:creationId xmlns:a16="http://schemas.microsoft.com/office/drawing/2014/main" id="{C85DEBD5-1EB8-5F13-01C8-A9129860000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t="20327" b="12288"/>
                <a:stretch/>
              </p:blipFill>
              <p:spPr>
                <a:xfrm rot="281216">
                  <a:off x="979426" y="1459199"/>
                  <a:ext cx="2204342" cy="1945326"/>
                </a:xfrm>
                <a:prstGeom prst="rect">
                  <a:avLst/>
                </a:prstGeom>
              </p:spPr>
            </p:pic>
            <p:sp>
              <p:nvSpPr>
                <p:cNvPr id="40" name="사각형: 둥근 모서리 39">
                  <a:extLst>
                    <a:ext uri="{FF2B5EF4-FFF2-40B4-BE49-F238E27FC236}">
                      <a16:creationId xmlns:a16="http://schemas.microsoft.com/office/drawing/2014/main" id="{2768D250-918F-B951-4818-B53F718DBCE3}"/>
                    </a:ext>
                  </a:extLst>
                </p:cNvPr>
                <p:cNvSpPr/>
                <p:nvPr/>
              </p:nvSpPr>
              <p:spPr>
                <a:xfrm>
                  <a:off x="937499" y="1495253"/>
                  <a:ext cx="2350935" cy="2435255"/>
                </a:xfrm>
                <a:prstGeom prst="roundRect">
                  <a:avLst>
                    <a:gd name="adj" fmla="val 10935"/>
                  </a:avLst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F0A2E5B-0C58-9BAD-B9F7-71E713B31C2C}"/>
                    </a:ext>
                  </a:extLst>
                </p:cNvPr>
                <p:cNvSpPr txBox="1"/>
                <p:nvPr/>
              </p:nvSpPr>
              <p:spPr>
                <a:xfrm>
                  <a:off x="1463147" y="3453980"/>
                  <a:ext cx="1590549" cy="3672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100" b="1" dirty="0"/>
                    <a:t>B) Calf</a:t>
                  </a:r>
                  <a:r>
                    <a:rPr lang="ko-KR" altLang="en-US" sz="1100" b="1" dirty="0"/>
                    <a:t> </a:t>
                  </a:r>
                  <a:r>
                    <a:rPr lang="en-US" altLang="ko-KR" sz="1100" b="1" dirty="0"/>
                    <a:t>wrap</a:t>
                  </a:r>
                  <a:endParaRPr lang="ko-KR" altLang="en-US" sz="1100" b="1" dirty="0"/>
                </a:p>
              </p:txBody>
            </p:sp>
          </p:grp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05278645-95D2-4D03-9331-9809823B2182}"/>
                  </a:ext>
                </a:extLst>
              </p:cNvPr>
              <p:cNvSpPr/>
              <p:nvPr/>
            </p:nvSpPr>
            <p:spPr>
              <a:xfrm>
                <a:off x="1966509" y="1638678"/>
                <a:ext cx="1156937" cy="13712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AFF3FD88-A373-9A78-9945-A2A9DD730809}"/>
                  </a:ext>
                </a:extLst>
              </p:cNvPr>
              <p:cNvSpPr/>
              <p:nvPr/>
            </p:nvSpPr>
            <p:spPr>
              <a:xfrm flipV="1">
                <a:off x="2067733" y="3126534"/>
                <a:ext cx="750846" cy="6887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90D0DE-2E9E-28D8-354A-566A6B0B2BDE}"/>
                </a:ext>
              </a:extLst>
            </p:cNvPr>
            <p:cNvGrpSpPr/>
            <p:nvPr/>
          </p:nvGrpSpPr>
          <p:grpSpPr>
            <a:xfrm>
              <a:off x="3432365" y="2309916"/>
              <a:ext cx="798989" cy="867291"/>
              <a:chOff x="3432365" y="2309916"/>
              <a:chExt cx="798989" cy="867291"/>
            </a:xfrm>
          </p:grpSpPr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6CF104F3-FB8D-68CE-AC61-7B47BF364AC7}"/>
                  </a:ext>
                </a:extLst>
              </p:cNvPr>
              <p:cNvCxnSpPr>
                <a:cxnSpLocks/>
                <a:endCxn id="35" idx="3"/>
              </p:cNvCxnSpPr>
              <p:nvPr/>
            </p:nvCxnSpPr>
            <p:spPr>
              <a:xfrm flipV="1">
                <a:off x="3432365" y="2340644"/>
                <a:ext cx="768261" cy="836563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FFC4038C-A3ED-82F5-C40D-1FAE5A6E3A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95354" y="2309916"/>
                <a:ext cx="36000" cy="36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7958034A-AC1D-9E28-6C66-7256788490E3}"/>
                </a:ext>
              </a:extLst>
            </p:cNvPr>
            <p:cNvGrpSpPr/>
            <p:nvPr/>
          </p:nvGrpSpPr>
          <p:grpSpPr>
            <a:xfrm>
              <a:off x="5784807" y="4187520"/>
              <a:ext cx="844589" cy="570667"/>
              <a:chOff x="5784807" y="4187520"/>
              <a:chExt cx="844589" cy="570667"/>
            </a:xfrm>
          </p:grpSpPr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1E93E3FE-7C30-73F4-F1F1-73CDDAF87C0C}"/>
                  </a:ext>
                </a:extLst>
              </p:cNvPr>
              <p:cNvCxnSpPr>
                <a:cxnSpLocks/>
                <a:endCxn id="31" idx="3"/>
              </p:cNvCxnSpPr>
              <p:nvPr/>
            </p:nvCxnSpPr>
            <p:spPr>
              <a:xfrm flipH="1">
                <a:off x="5816682" y="4187520"/>
                <a:ext cx="812714" cy="541201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429078A8-B9CB-CA35-A52E-7CE5F290CF12}"/>
                  </a:ext>
                </a:extLst>
              </p:cNvPr>
              <p:cNvSpPr>
                <a:spLocks/>
              </p:cNvSpPr>
              <p:nvPr/>
            </p:nvSpPr>
            <p:spPr>
              <a:xfrm rot="11125840">
                <a:off x="5784807" y="4722187"/>
                <a:ext cx="36000" cy="36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38360007-2131-A934-5492-A11094157E0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34530" r="22093"/>
          <a:stretch/>
        </p:blipFill>
        <p:spPr>
          <a:xfrm>
            <a:off x="9919001" y="1364576"/>
            <a:ext cx="2592027" cy="3320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950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그룹 65">
            <a:extLst>
              <a:ext uri="{FF2B5EF4-FFF2-40B4-BE49-F238E27FC236}">
                <a16:creationId xmlns:a16="http://schemas.microsoft.com/office/drawing/2014/main" id="{EA4FCD2E-2BEB-1039-5C03-4E9BED932A2B}"/>
              </a:ext>
            </a:extLst>
          </p:cNvPr>
          <p:cNvGrpSpPr/>
          <p:nvPr/>
        </p:nvGrpSpPr>
        <p:grpSpPr>
          <a:xfrm>
            <a:off x="1656451" y="632005"/>
            <a:ext cx="7949276" cy="5334228"/>
            <a:chOff x="1656451" y="632005"/>
            <a:chExt cx="7949276" cy="5334228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4F92B78-D2EA-F940-F827-38FF717DB5E5}"/>
                </a:ext>
              </a:extLst>
            </p:cNvPr>
            <p:cNvGrpSpPr/>
            <p:nvPr/>
          </p:nvGrpSpPr>
          <p:grpSpPr>
            <a:xfrm>
              <a:off x="2810516" y="632005"/>
              <a:ext cx="6795211" cy="5334228"/>
              <a:chOff x="3951252" y="1283855"/>
              <a:chExt cx="6342985" cy="5051100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31362803-06F9-AC20-4FBB-5B0DB6DB8DE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l="27246" t="30387" r="23653" b="417"/>
              <a:stretch/>
            </p:blipFill>
            <p:spPr>
              <a:xfrm>
                <a:off x="3951252" y="1283855"/>
                <a:ext cx="2015440" cy="5051100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49BB963E-B31C-1605-00CB-DF4B8FDE6D8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l="25090" t="23434" r="21019" b="6936"/>
              <a:stretch/>
            </p:blipFill>
            <p:spPr>
              <a:xfrm>
                <a:off x="5966691" y="1283855"/>
                <a:ext cx="2198254" cy="5051100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601DA30F-DE1D-B281-F24B-DAC89ACF455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sharpenSoften amount="25000"/>
                        </a14:imgEffect>
                      </a14:imgLayer>
                    </a14:imgProps>
                  </a:ext>
                </a:extLst>
              </a:blip>
              <a:srcRect l="22630" t="25990" r="23394" b="2011"/>
              <a:stretch/>
            </p:blipFill>
            <p:spPr>
              <a:xfrm>
                <a:off x="8164945" y="1283855"/>
                <a:ext cx="2129292" cy="5051100"/>
              </a:xfrm>
              <a:prstGeom prst="rect">
                <a:avLst/>
              </a:prstGeom>
            </p:spPr>
          </p:pic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EEB2780-D7DC-9F33-3361-DF41451CAB46}"/>
                </a:ext>
              </a:extLst>
            </p:cNvPr>
            <p:cNvSpPr txBox="1"/>
            <p:nvPr/>
          </p:nvSpPr>
          <p:spPr>
            <a:xfrm>
              <a:off x="1656452" y="1140736"/>
              <a:ext cx="1032095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14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chest vest</a:t>
              </a:r>
              <a:endParaRPr lang="ko-KR" altLang="en-US" sz="1400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A666F1-2044-A353-9282-E466B2A7B41A}"/>
                </a:ext>
              </a:extLst>
            </p:cNvPr>
            <p:cNvSpPr txBox="1"/>
            <p:nvPr/>
          </p:nvSpPr>
          <p:spPr>
            <a:xfrm>
              <a:off x="1656451" y="1772970"/>
              <a:ext cx="1032095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14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waist belt</a:t>
              </a:r>
              <a:endParaRPr lang="ko-KR" altLang="en-US" sz="1400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90A0C7F-28E8-D326-728E-74AA2F5E5F91}"/>
                </a:ext>
              </a:extLst>
            </p:cNvPr>
            <p:cNvSpPr txBox="1"/>
            <p:nvPr/>
          </p:nvSpPr>
          <p:spPr>
            <a:xfrm>
              <a:off x="1717436" y="3429000"/>
              <a:ext cx="1032095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14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leg brace</a:t>
              </a:r>
              <a:endParaRPr lang="ko-KR" altLang="en-US" sz="1400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617BCA-E007-B20E-5D38-76BC1986A13F}"/>
                </a:ext>
              </a:extLst>
            </p:cNvPr>
            <p:cNvSpPr txBox="1"/>
            <p:nvPr/>
          </p:nvSpPr>
          <p:spPr>
            <a:xfrm>
              <a:off x="1812330" y="5262151"/>
              <a:ext cx="842305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14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Foot wearble</a:t>
              </a:r>
              <a:endParaRPr lang="ko-KR" altLang="en-US" sz="1400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56585BA-CFBD-0260-3267-FFD06B5DDD16}"/>
                </a:ext>
              </a:extLst>
            </p:cNvPr>
            <p:cNvSpPr txBox="1"/>
            <p:nvPr/>
          </p:nvSpPr>
          <p:spPr>
            <a:xfrm>
              <a:off x="1823573" y="798115"/>
              <a:ext cx="762700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1400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camera</a:t>
              </a:r>
              <a:endParaRPr lang="ko-KR" altLang="en-US" sz="1400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84FA4567-528E-3F28-AF57-3B3AF07DF062}"/>
                </a:ext>
              </a:extLst>
            </p:cNvPr>
            <p:cNvCxnSpPr>
              <a:stCxn id="52" idx="3"/>
            </p:cNvCxnSpPr>
            <p:nvPr/>
          </p:nvCxnSpPr>
          <p:spPr>
            <a:xfrm flipV="1">
              <a:off x="2586273" y="952003"/>
              <a:ext cx="700135" cy="1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954526DA-6AC5-9485-F2F0-1F95786FC834}"/>
                </a:ext>
              </a:extLst>
            </p:cNvPr>
            <p:cNvCxnSpPr>
              <a:cxnSpLocks/>
            </p:cNvCxnSpPr>
            <p:nvPr/>
          </p:nvCxnSpPr>
          <p:spPr>
            <a:xfrm>
              <a:off x="3286408" y="952003"/>
              <a:ext cx="603674" cy="188733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9264059D-0DB8-345D-AA3F-852E67550B76}"/>
                </a:ext>
              </a:extLst>
            </p:cNvPr>
            <p:cNvCxnSpPr>
              <a:cxnSpLocks/>
            </p:cNvCxnSpPr>
            <p:nvPr/>
          </p:nvCxnSpPr>
          <p:spPr>
            <a:xfrm>
              <a:off x="2586273" y="1330838"/>
              <a:ext cx="926472" cy="0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F4E77C16-D44C-F25C-A2E9-6236D1EA52E9}"/>
                </a:ext>
              </a:extLst>
            </p:cNvPr>
            <p:cNvCxnSpPr>
              <a:cxnSpLocks/>
            </p:cNvCxnSpPr>
            <p:nvPr/>
          </p:nvCxnSpPr>
          <p:spPr>
            <a:xfrm>
              <a:off x="2586273" y="1935912"/>
              <a:ext cx="926472" cy="0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098CF10F-49AE-DBBC-B210-5D70E89FDA87}"/>
                </a:ext>
              </a:extLst>
            </p:cNvPr>
            <p:cNvCxnSpPr>
              <a:cxnSpLocks/>
            </p:cNvCxnSpPr>
            <p:nvPr/>
          </p:nvCxnSpPr>
          <p:spPr>
            <a:xfrm>
              <a:off x="2586273" y="3618348"/>
              <a:ext cx="844990" cy="0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C206E363-6547-249D-75C0-24A104DC3CDE}"/>
                </a:ext>
              </a:extLst>
            </p:cNvPr>
            <p:cNvCxnSpPr>
              <a:cxnSpLocks/>
            </p:cNvCxnSpPr>
            <p:nvPr/>
          </p:nvCxnSpPr>
          <p:spPr>
            <a:xfrm>
              <a:off x="2586273" y="5599548"/>
              <a:ext cx="844990" cy="0"/>
            </a:xfrm>
            <a:prstGeom prst="line">
              <a:avLst/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920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68D525D5-526D-5F32-8A5D-E2957385A13C}"/>
              </a:ext>
            </a:extLst>
          </p:cNvPr>
          <p:cNvGrpSpPr/>
          <p:nvPr/>
        </p:nvGrpSpPr>
        <p:grpSpPr>
          <a:xfrm>
            <a:off x="2471595" y="1059256"/>
            <a:ext cx="6491335" cy="4028792"/>
            <a:chOff x="0" y="0"/>
            <a:chExt cx="5116946" cy="2900218"/>
          </a:xfrm>
        </p:grpSpPr>
        <p:pic>
          <p:nvPicPr>
            <p:cNvPr id="3" name="그림 2" descr="신발류, 벽, 바닥, 실내이(가) 표시된 사진&#10;&#10;자동 생성된 설명">
              <a:extLst>
                <a:ext uri="{FF2B5EF4-FFF2-40B4-BE49-F238E27FC236}">
                  <a16:creationId xmlns:a16="http://schemas.microsoft.com/office/drawing/2014/main" id="{C3226468-989A-4CDE-9E82-1B9BECE08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512292" cy="1413164"/>
            </a:xfrm>
            <a:prstGeom prst="rect">
              <a:avLst/>
            </a:prstGeom>
          </p:spPr>
        </p:pic>
        <p:pic>
          <p:nvPicPr>
            <p:cNvPr id="5" name="그림 4" descr="신발류, 사람, 청바지, 그레이이(가) 표시된 사진&#10;&#10;자동 생성된 설명">
              <a:extLst>
                <a:ext uri="{FF2B5EF4-FFF2-40B4-BE49-F238E27FC236}">
                  <a16:creationId xmlns:a16="http://schemas.microsoft.com/office/drawing/2014/main" id="{9B1ABB38-ADEF-30EA-C7D6-03B912B9E1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04654" y="1487054"/>
              <a:ext cx="2512292" cy="1413164"/>
            </a:xfrm>
            <a:prstGeom prst="rect">
              <a:avLst/>
            </a:prstGeom>
          </p:spPr>
        </p:pic>
        <p:pic>
          <p:nvPicPr>
            <p:cNvPr id="9" name="그림 8" descr="청바지, 사람, 그레이, 블랙이(가) 표시된 사진&#10;&#10;자동 생성된 설명">
              <a:extLst>
                <a:ext uri="{FF2B5EF4-FFF2-40B4-BE49-F238E27FC236}">
                  <a16:creationId xmlns:a16="http://schemas.microsoft.com/office/drawing/2014/main" id="{8ABB4CCC-AE14-1A02-F494-1DD5E077F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04654" y="0"/>
              <a:ext cx="2512292" cy="1413164"/>
            </a:xfrm>
            <a:prstGeom prst="rect">
              <a:avLst/>
            </a:prstGeom>
          </p:spPr>
        </p:pic>
        <p:pic>
          <p:nvPicPr>
            <p:cNvPr id="12" name="그림 11" descr="청바지, 신발류, 사람, 그레이이(가) 표시된 사진&#10;&#10;자동 생성된 설명">
              <a:extLst>
                <a:ext uri="{FF2B5EF4-FFF2-40B4-BE49-F238E27FC236}">
                  <a16:creationId xmlns:a16="http://schemas.microsoft.com/office/drawing/2014/main" id="{D614AD65-9F79-5926-B16B-81702B2B9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487054"/>
              <a:ext cx="2512292" cy="14131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2886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694B16D3-E4EE-4125-8587-7134C2D8DB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89424160"/>
              </p:ext>
            </p:extLst>
          </p:nvPr>
        </p:nvGraphicFramePr>
        <p:xfrm>
          <a:off x="540313" y="0"/>
          <a:ext cx="5324474" cy="3476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694B16D3-E4EE-4125-8587-7134C2D8DB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5633812"/>
              </p:ext>
            </p:extLst>
          </p:nvPr>
        </p:nvGraphicFramePr>
        <p:xfrm>
          <a:off x="6216378" y="68839"/>
          <a:ext cx="5324474" cy="3476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5" name="차트 14">
                <a:extLst>
                  <a:ext uri="{FF2B5EF4-FFF2-40B4-BE49-F238E27FC236}">
                    <a16:creationId xmlns:a16="http://schemas.microsoft.com/office/drawing/2014/main" id="{713763C2-55EE-466F-A2EA-CE401C921F6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96563108"/>
                  </p:ext>
                </p:extLst>
              </p:nvPr>
            </p:nvGraphicFramePr>
            <p:xfrm>
              <a:off x="6625954" y="3523863"/>
              <a:ext cx="4562476" cy="3038475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5" name="차트 14">
                <a:extLst>
                  <a:ext uri="{FF2B5EF4-FFF2-40B4-BE49-F238E27FC236}">
                    <a16:creationId xmlns:a16="http://schemas.microsoft.com/office/drawing/2014/main" id="{713763C2-55EE-466F-A2EA-CE401C921F6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25954" y="3523863"/>
                <a:ext cx="4562476" cy="3038475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EA19D0CD-315A-45FD-ADE9-8716413FA81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61980871"/>
              </p:ext>
            </p:extLst>
          </p:nvPr>
        </p:nvGraphicFramePr>
        <p:xfrm>
          <a:off x="651148" y="3429000"/>
          <a:ext cx="4914900" cy="29813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73478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11DF9DA8-16A7-4436-B2BE-4CBFA31159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6823936"/>
              </p:ext>
            </p:extLst>
          </p:nvPr>
        </p:nvGraphicFramePr>
        <p:xfrm>
          <a:off x="155142" y="181407"/>
          <a:ext cx="5305425" cy="3114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11DF9DA8-16A7-4436-B2BE-4CBFA31159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8796956"/>
              </p:ext>
            </p:extLst>
          </p:nvPr>
        </p:nvGraphicFramePr>
        <p:xfrm>
          <a:off x="5460567" y="0"/>
          <a:ext cx="5305425" cy="3114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11DF9DA8-16A7-4436-B2BE-4CBFA31159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24086411"/>
              </p:ext>
            </p:extLst>
          </p:nvPr>
        </p:nvGraphicFramePr>
        <p:xfrm>
          <a:off x="790575" y="3296083"/>
          <a:ext cx="5305425" cy="31146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412879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1466</TotalTime>
  <Words>134</Words>
  <Application>Microsoft Office PowerPoint</Application>
  <PresentationFormat>와이드스크린</PresentationFormat>
  <Paragraphs>35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Arial</vt:lpstr>
      <vt:lpstr>Calibri</vt:lpstr>
      <vt:lpstr>Times New Roman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양가영</dc:creator>
  <cp:lastModifiedBy>양가영</cp:lastModifiedBy>
  <cp:revision>19</cp:revision>
  <dcterms:created xsi:type="dcterms:W3CDTF">2023-01-31T06:01:04Z</dcterms:created>
  <dcterms:modified xsi:type="dcterms:W3CDTF">2024-05-30T07:50:58Z</dcterms:modified>
</cp:coreProperties>
</file>