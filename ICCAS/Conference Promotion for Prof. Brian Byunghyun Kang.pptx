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"/>
  </p:notesMasterIdLst>
  <p:sldIdLst>
    <p:sldId id="295" r:id="rId2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600"/>
    <a:srgbClr val="002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69" autoAdjust="0"/>
    <p:restoredTop sz="95250" autoAdjust="0"/>
  </p:normalViewPr>
  <p:slideViewPr>
    <p:cSldViewPr snapToGrid="0">
      <p:cViewPr varScale="1">
        <p:scale>
          <a:sx n="112" d="100"/>
          <a:sy n="112" d="100"/>
        </p:scale>
        <p:origin x="129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111942-4CFF-4F7A-A8CB-B4C79F93D2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altLang="zh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5E586-99DE-444B-BBBA-2BDF3F0E0A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BEC4653-5CE3-4A08-8FE6-428007775C21}" type="datetimeFigureOut">
              <a:rPr lang="de-DE" altLang="zh-CN"/>
              <a:pPr>
                <a:defRPr/>
              </a:pPr>
              <a:t>09.10.2024</a:t>
            </a:fld>
            <a:endParaRPr lang="de-DE" altLang="zh-C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10AA66-508F-4DB5-B6CE-CE37F0B50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E46F25-2F16-4E03-8663-E21A0045C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100" y="4687888"/>
            <a:ext cx="5389563" cy="4441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7A71B-3848-4731-9F93-EAB7C42D13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4188"/>
            <a:ext cx="2919413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A8D7A-82A5-4195-B040-04E362E9F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4763" y="9374188"/>
            <a:ext cx="2919412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AD85B96-5FDD-4B1A-A27F-DE0C5F9163AD}" type="slidenum">
              <a:rPr lang="de-DE" altLang="zh-CN"/>
              <a:pPr>
                <a:defRPr/>
              </a:pPr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7030D-8E91-4201-8B18-BB3DA634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C8052-6936-4E35-9CE4-517C9DBAD8F7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EB53-2C0E-4EE6-AC4A-A7976FF6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005EC-E4FB-466A-A039-4B450266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70D36-21BD-419A-8C24-34433CBBEF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645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DF969-4860-496E-8B42-5F12FB7C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E2695-6536-4ECA-885D-C76773B58E87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242BF-70C0-48EC-ADDD-26937EEC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4588B-99E0-40D9-B647-BD6A05FA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D3527-91F8-4F5D-9271-2FFE94F1C3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77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1236-B7FE-4110-B9A8-6D3F3D05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E5A60-8918-4A2B-80BB-B7F5450E038D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CFE7-38E1-4ECE-A265-A1C345BF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CADE-7212-4786-9BDB-861BABE1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95ED3-F3B1-46DD-8250-C2A8CBAA87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48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96CF25-7F9A-4D9E-942D-35324C37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58D2C-6C6D-4CA1-8D36-F2A0DDC545EA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2DE436-6EFD-4D4A-8E7C-0775CDB9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017BE7-DB15-4607-AF11-2D5D76B4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A7A16-9972-4FB9-B87A-36BE9023A6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7930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DB824D0-9149-4AB6-AFAE-1260E06E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878F0-9DC1-4DA0-80F4-79A89FE5958A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CF1E24-3A9E-4A4D-ACB8-1F242728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E77ABB5-FBA5-444E-BBBE-B311F747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9E85E-7F88-49CE-8785-E25967D1B1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66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655C1FC-27F7-420A-AA8E-8A526252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7C0FE-4D77-4D36-9F58-69A69A66F033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F49C17-F2D5-47EF-A6A0-1BF1A686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8D6C8D-82D5-4EDF-A656-D26D9476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CC30-987A-4BF4-B624-B2D05AC7EF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68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4E8F2F8-7F31-4CED-A390-745E3D71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7DA97-8CFB-4C3C-96CB-A1272FC8B462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7FF03B-AD67-497F-B3D8-E55EEA22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6015550-0D91-4E5E-B2C0-C30545B2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1BD15-0E2B-4B34-861F-C2FBA31DBF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56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D54F22C-5287-47AA-AA4A-ACA11C63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85FCC-A014-4FB0-A727-7DF8DE413BE5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EC3303-5BA3-498E-8805-42855114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719C72-D523-4C03-9D43-16E4F99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BB57E-A184-4996-A889-A6EEE99246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437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B90BB7-0D21-4898-98DA-CA44B0C0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4D68B-6282-4E52-92FE-758185DAA042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0E9A58-63C9-442C-B94A-370507CA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E228EC-B438-4C5C-B6D7-B5523C63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CEEEF-95FE-4BFF-A2D2-9258DF524C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374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AD50-73ED-4716-AA93-4F7D188B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72DBE-41D3-4931-A036-9332E8F2286E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CDC68-D2DD-4D64-BCF4-BCB79E89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B80B-BA87-44B3-8100-4F6E6988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160F9-8914-4C3E-B856-576C19D7B0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63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EB29-D761-4F59-9C3B-CC755E75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66AD5-71C2-4813-B456-D0E5CE71A99D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82BF7-BEE9-4821-BF81-A3C06EB9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9C7B-04F8-4711-B75F-A077756E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17CCB-703A-4CCC-B727-FE63020AFC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594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47DFEBF-C372-46CA-8C96-944E1B32E82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2A898D7-83D9-4244-AE8B-8372567656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D4B4C-11A1-4D5F-8B8B-815FCF53B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9D86250-ADA4-4BFD-AC10-AC453D72CCB2}" type="datetime1">
              <a:rPr lang="en-US" altLang="zh-CN"/>
              <a:pPr>
                <a:defRPr/>
              </a:pPr>
              <a:t>10/9/2024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1643-0DB3-49DC-BFD1-91AC98472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4D6E-5E49-4A85-825F-F8A8D5CD6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069515D-E296-4379-9EF0-7965330B65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nion Pro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ctuators@mdpi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3">
            <a:extLst>
              <a:ext uri="{FF2B5EF4-FFF2-40B4-BE49-F238E27FC236}">
                <a16:creationId xmlns:a16="http://schemas.microsoft.com/office/drawing/2014/main" id="{15182D73-F354-4C99-9985-0E6FBE641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7" y="3967896"/>
            <a:ext cx="8347229" cy="3107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altLang="zh-CN" sz="1400" b="1" dirty="0">
                <a:latin typeface="Palatino Linotype" panose="02040502050505030304" pitchFamily="18" charset="0"/>
                <a:ea typeface="宋体" panose="02010600030101010101" pitchFamily="2" charset="-122"/>
              </a:rPr>
              <a:t>Call for Paper</a:t>
            </a:r>
          </a:p>
          <a:p>
            <a:pPr algn="just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zh-CN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T</a:t>
            </a: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his Special Issue will focus on the latest advances in the field of </a:t>
            </a:r>
            <a:r>
              <a:rPr lang="en-US" altLang="en-US" sz="1400" b="1" dirty="0">
                <a:solidFill>
                  <a:srgbClr val="00B050"/>
                </a:solidFill>
                <a:latin typeface="Palatino Linotype" panose="02040502050505030304" pitchFamily="18" charset="0"/>
                <a:ea typeface="宋体" panose="02010600030101010101" pitchFamily="2" charset="-122"/>
              </a:rPr>
              <a:t>soft technologies for robot realization</a:t>
            </a: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. Here, we invite you to share your latest findings by submitting high-quality manuscripts that address the following challenges in the field: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Soft actuators and pliable mechanisms in robotics;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Artificial muscles;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Material and structural design of soft actuators;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Soft materials in soft actuators or robots;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…</a:t>
            </a:r>
          </a:p>
          <a:p>
            <a:pPr algn="just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endParaRPr lang="en-US" altLang="en-US" sz="1400" dirty="0">
              <a:latin typeface="Palatino Linotype" panose="0204050205050503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endParaRPr lang="en-US" altLang="zh-CN" sz="1400" dirty="0">
              <a:latin typeface="Palatino Linotype" panose="02040502050505030304" pitchFamily="18" charset="0"/>
              <a:ea typeface="宋体" panose="02010600030101010101" pitchFamily="2" charset="-122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46EC90D-8D38-44A2-97EA-FA4C44741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217" y="1936571"/>
            <a:ext cx="476855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Palatino Linotype" panose="0204050205050503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Contact us: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400" dirty="0">
              <a:latin typeface="Palatino Linotype" panose="0204050205050503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Palatino Linotype" panose="0204050205050503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Prof. Dr. Brian </a:t>
            </a:r>
            <a:r>
              <a:rPr lang="en-US" altLang="en-US" sz="1400" b="1" dirty="0" err="1">
                <a:latin typeface="Palatino Linotype" panose="0204050205050503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Byunghyun</a:t>
            </a:r>
            <a:r>
              <a:rPr lang="en-US" altLang="en-US" sz="1400" b="1" dirty="0">
                <a:latin typeface="Palatino Linotype" panose="0204050205050503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Kang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Palatino Linotype" panose="0204050205050503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brianbkang@sejong.ac.kr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Palatino Linotype" panose="02040502050505030304" pitchFamily="18" charset="0"/>
              </a:rPr>
              <a:t>                </a:t>
            </a:r>
            <a:r>
              <a:rPr lang="en-US" altLang="zh-CN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      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b="1" dirty="0">
                <a:latin typeface="Palatino Linotype" panose="02040502050505030304" pitchFamily="18" charset="0"/>
                <a:ea typeface="宋体" panose="02010600030101010101" pitchFamily="2" charset="-122"/>
              </a:rPr>
              <a:t>Actuators Editorial Office  </a:t>
            </a:r>
            <a:r>
              <a:rPr lang="en-US" altLang="zh-CN" sz="1400" dirty="0">
                <a:latin typeface="Palatino Linotype" panose="02040502050505030304" pitchFamily="18" charset="0"/>
                <a:ea typeface="宋体" panose="02010600030101010101" pitchFamily="2" charset="-122"/>
                <a:hlinkClick r:id="rId2"/>
              </a:rPr>
              <a:t>actuators@mdpi.com</a:t>
            </a:r>
            <a:r>
              <a:rPr lang="en-US" altLang="zh-CN" sz="1400" dirty="0">
                <a:latin typeface="Palatino Linotype" panose="02040502050505030304" pitchFamily="18" charset="0"/>
                <a:ea typeface="宋体" panose="02010600030101010101" pitchFamily="2" charset="-122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B050"/>
                </a:solidFill>
                <a:latin typeface="Palatino Linotype" panose="02040502050505030304" pitchFamily="18" charset="0"/>
                <a:ea typeface="宋体" panose="02010600030101010101" pitchFamily="2" charset="-122"/>
              </a:rPr>
              <a:t>Deadline for manuscript submissions: </a:t>
            </a:r>
            <a:r>
              <a:rPr lang="en-US" altLang="zh-CN" sz="1400" b="1" dirty="0">
                <a:solidFill>
                  <a:srgbClr val="00B050"/>
                </a:solidFill>
                <a:latin typeface="Palatino Linotype" panose="02040502050505030304" pitchFamily="18" charset="0"/>
                <a:ea typeface="宋体" panose="02010600030101010101" pitchFamily="2" charset="-122"/>
              </a:rPr>
              <a:t>31 March 2025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accent5"/>
                </a:solidFill>
                <a:latin typeface="Palatino Linotype" panose="02040502050505030304" pitchFamily="18" charset="0"/>
                <a:ea typeface="宋体" panose="02010600030101010101" pitchFamily="2" charset="-122"/>
              </a:rPr>
              <a:t>https://www.mdpi.com/journal/actuators/special_issues/L21IU2ZFN9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4D428F5-224A-4020-A00A-C8E8F986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2" y="987132"/>
            <a:ext cx="8675688" cy="4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Palatino Linotype" panose="02040502050505030304" pitchFamily="18" charset="0"/>
                <a:ea typeface="宋体" panose="02010600030101010101" pitchFamily="2" charset="-122"/>
              </a:rPr>
              <a:t>Special Issue: </a:t>
            </a:r>
            <a:r>
              <a:rPr lang="en-US" altLang="en-US" sz="1600" b="1" dirty="0">
                <a:solidFill>
                  <a:srgbClr val="00B0F0"/>
                </a:solidFill>
                <a:latin typeface="Palatino Linotype" panose="02040502050505030304" pitchFamily="18" charset="0"/>
              </a:rPr>
              <a:t>Recent Advances in Soft Actuators, Robotics and Intelligence</a:t>
            </a:r>
            <a:endParaRPr lang="en-US" altLang="zh-CN" sz="1600" b="1" dirty="0">
              <a:solidFill>
                <a:srgbClr val="00B0F0"/>
              </a:solidFill>
              <a:latin typeface="Palatino Linotype" panose="0204050205050503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52C6390-8F21-48A8-AEA4-36EF57543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496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 green and black text on a white background&#10;&#10;Description automatically generated">
            <a:extLst>
              <a:ext uri="{FF2B5EF4-FFF2-40B4-BE49-F238E27FC236}">
                <a16:creationId xmlns:a16="http://schemas.microsoft.com/office/drawing/2014/main" id="{7716FAF5-8C07-2BF6-8E79-79004BC99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1467455"/>
            <a:ext cx="4173615" cy="2389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38C083-65B4-A035-451E-721BD9EB6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584" y="514350"/>
            <a:ext cx="1278308" cy="1283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26A270-B0FF-23AA-4F9B-8581A190B1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b="2550"/>
          <a:stretch/>
        </p:blipFill>
        <p:spPr>
          <a:xfrm>
            <a:off x="5579334" y="47624"/>
            <a:ext cx="1790700" cy="909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DPI Theme Font">
      <a:majorFont>
        <a:latin typeface="Minion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1156</TotalTime>
  <Words>136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Minion Pro</vt:lpstr>
      <vt:lpstr>Arial</vt:lpstr>
      <vt:lpstr>Calibri</vt:lpstr>
      <vt:lpstr>Palatino Linotype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 Information</dc:title>
  <dc:creator>MDPI</dc:creator>
  <cp:lastModifiedBy>Ka Li</cp:lastModifiedBy>
  <cp:revision>179</cp:revision>
  <cp:lastPrinted>2015-03-09T09:30:12Z</cp:lastPrinted>
  <dcterms:created xsi:type="dcterms:W3CDTF">2014-10-27T03:12:14Z</dcterms:created>
  <dcterms:modified xsi:type="dcterms:W3CDTF">2024-10-09T09:05:00Z</dcterms:modified>
</cp:coreProperties>
</file>