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58" r:id="rId6"/>
    <p:sldId id="263" r:id="rId7"/>
    <p:sldId id="264" r:id="rId8"/>
    <p:sldId id="270" r:id="rId9"/>
    <p:sldId id="267" r:id="rId10"/>
    <p:sldId id="266" r:id="rId11"/>
    <p:sldId id="268" r:id="rId12"/>
    <p:sldId id="269" r:id="rId1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710" y="5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7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12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63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1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42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04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167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52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920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21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0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6306E-9CF5-4BA3-BB0E-0618DDFDEE0B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B523E-A567-4324-AD49-6952ED398B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2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-158479" y="3253086"/>
            <a:ext cx="1219388" cy="2579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Power On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아래쪽 화살표 5"/>
          <p:cNvSpPr/>
          <p:nvPr/>
        </p:nvSpPr>
        <p:spPr>
          <a:xfrm>
            <a:off x="353381" y="3535801"/>
            <a:ext cx="221381" cy="33255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아래쪽 화살표 7"/>
          <p:cNvSpPr/>
          <p:nvPr/>
        </p:nvSpPr>
        <p:spPr>
          <a:xfrm rot="16200000">
            <a:off x="1751951" y="1948452"/>
            <a:ext cx="221381" cy="117702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760313" y="2295486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UDP</a:t>
            </a:r>
            <a:endParaRPr lang="ko-KR" altLang="en-US" sz="900" dirty="0"/>
          </a:p>
        </p:txBody>
      </p:sp>
      <p:sp>
        <p:nvSpPr>
          <p:cNvPr id="11" name="아래쪽 화살표 10"/>
          <p:cNvSpPr/>
          <p:nvPr/>
        </p:nvSpPr>
        <p:spPr>
          <a:xfrm rot="16200000">
            <a:off x="4029273" y="2287245"/>
            <a:ext cx="221381" cy="499439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743181" y="1847778"/>
            <a:ext cx="5028347" cy="296857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321207" y="3985353"/>
            <a:ext cx="1315600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Gait Phase</a:t>
            </a:r>
          </a:p>
          <a:p>
            <a:pPr algn="ctr"/>
            <a:r>
              <a:rPr lang="en-US" altLang="ko-KR" sz="1400" dirty="0"/>
              <a:t>Detection</a:t>
            </a:r>
            <a:endParaRPr lang="ko-KR" altLang="en-US" sz="1400" dirty="0"/>
          </a:p>
        </p:txBody>
      </p:sp>
      <p:sp>
        <p:nvSpPr>
          <p:cNvPr id="20" name="직사각형 19"/>
          <p:cNvSpPr/>
          <p:nvPr/>
        </p:nvSpPr>
        <p:spPr>
          <a:xfrm>
            <a:off x="-696074" y="1847778"/>
            <a:ext cx="2248678" cy="107275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-305549" y="3868528"/>
            <a:ext cx="1646180" cy="9478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아래쪽 화살표 23"/>
          <p:cNvSpPr/>
          <p:nvPr/>
        </p:nvSpPr>
        <p:spPr>
          <a:xfrm rot="16200000">
            <a:off x="1599853" y="3639262"/>
            <a:ext cx="221381" cy="121128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1760313" y="4006134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SCI</a:t>
            </a:r>
            <a:endParaRPr lang="ko-KR" alt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-690360" y="1890711"/>
            <a:ext cx="870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Camera</a:t>
            </a:r>
            <a:endParaRPr lang="ko-KR" altLang="en-US" sz="1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784997" y="1875284"/>
            <a:ext cx="76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MCU</a:t>
            </a:r>
            <a:endParaRPr lang="ko-KR" altLang="en-US" sz="1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-305549" y="4508574"/>
            <a:ext cx="76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IMU</a:t>
            </a:r>
            <a:endParaRPr lang="ko-KR" altLang="en-US" sz="1400" b="1" dirty="0"/>
          </a:p>
        </p:txBody>
      </p:sp>
      <p:sp>
        <p:nvSpPr>
          <p:cNvPr id="29" name="아래쪽 화살표 28"/>
          <p:cNvSpPr/>
          <p:nvPr/>
        </p:nvSpPr>
        <p:spPr>
          <a:xfrm rot="16200000">
            <a:off x="1291355" y="3055588"/>
            <a:ext cx="221381" cy="682270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0" name="아래쪽 화살표 29"/>
          <p:cNvSpPr/>
          <p:nvPr/>
        </p:nvSpPr>
        <p:spPr>
          <a:xfrm rot="10800000">
            <a:off x="353380" y="2930604"/>
            <a:ext cx="221381" cy="33255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아래쪽 화살표 31"/>
          <p:cNvSpPr/>
          <p:nvPr/>
        </p:nvSpPr>
        <p:spPr>
          <a:xfrm rot="16200000">
            <a:off x="3763450" y="4007572"/>
            <a:ext cx="221381" cy="47466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아래쪽 화살표 33"/>
          <p:cNvSpPr/>
          <p:nvPr/>
        </p:nvSpPr>
        <p:spPr>
          <a:xfrm rot="16200000">
            <a:off x="5394434" y="2292361"/>
            <a:ext cx="221381" cy="489206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7302713" y="2906298"/>
            <a:ext cx="784342" cy="6689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285558" y="2936550"/>
            <a:ext cx="769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MCP2515</a:t>
            </a:r>
            <a:endParaRPr lang="ko-KR" altLang="en-US" b="1" dirty="0"/>
          </a:p>
        </p:txBody>
      </p:sp>
      <p:sp>
        <p:nvSpPr>
          <p:cNvPr id="40" name="아래쪽 화살표 39"/>
          <p:cNvSpPr/>
          <p:nvPr/>
        </p:nvSpPr>
        <p:spPr>
          <a:xfrm rot="16200000">
            <a:off x="5275005" y="4076629"/>
            <a:ext cx="221381" cy="285667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 rot="17744328">
            <a:off x="6810186" y="2397807"/>
            <a:ext cx="221381" cy="83201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2" name="아래쪽 화살표 41"/>
          <p:cNvSpPr/>
          <p:nvPr/>
        </p:nvSpPr>
        <p:spPr>
          <a:xfrm rot="13924938">
            <a:off x="6790109" y="3314189"/>
            <a:ext cx="221381" cy="988917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91490" y="3115575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SPI</a:t>
            </a:r>
            <a:endParaRPr lang="ko-KR" altLang="en-US" sz="900" dirty="0"/>
          </a:p>
        </p:txBody>
      </p:sp>
      <p:sp>
        <p:nvSpPr>
          <p:cNvPr id="44" name="직사각형 43"/>
          <p:cNvSpPr/>
          <p:nvPr/>
        </p:nvSpPr>
        <p:spPr>
          <a:xfrm>
            <a:off x="8618242" y="3056262"/>
            <a:ext cx="784342" cy="39364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8620987" y="3114619"/>
            <a:ext cx="76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Motor</a:t>
            </a:r>
            <a:endParaRPr lang="ko-KR" altLang="en-US" sz="1400" b="1" dirty="0"/>
          </a:p>
        </p:txBody>
      </p:sp>
      <p:sp>
        <p:nvSpPr>
          <p:cNvPr id="46" name="아래쪽 화살표 45"/>
          <p:cNvSpPr/>
          <p:nvPr/>
        </p:nvSpPr>
        <p:spPr>
          <a:xfrm rot="16200000">
            <a:off x="8240600" y="2990970"/>
            <a:ext cx="221381" cy="499597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135982" y="2952904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CAN</a:t>
            </a:r>
            <a:endParaRPr lang="ko-KR" altLang="en-US" sz="900" dirty="0"/>
          </a:p>
        </p:txBody>
      </p:sp>
      <p:sp>
        <p:nvSpPr>
          <p:cNvPr id="51" name="순서도: 데이터 50"/>
          <p:cNvSpPr/>
          <p:nvPr/>
        </p:nvSpPr>
        <p:spPr>
          <a:xfrm>
            <a:off x="-523557" y="2250818"/>
            <a:ext cx="2009078" cy="559730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Environmental data</a:t>
            </a:r>
            <a:endParaRPr lang="ko-KR" altLang="en-US" dirty="0"/>
          </a:p>
        </p:txBody>
      </p:sp>
      <p:sp>
        <p:nvSpPr>
          <p:cNvPr id="53" name="순서도: 데이터 52"/>
          <p:cNvSpPr/>
          <p:nvPr/>
        </p:nvSpPr>
        <p:spPr>
          <a:xfrm>
            <a:off x="-189651" y="4005456"/>
            <a:ext cx="1432609" cy="481978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Angular Velocity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순서도: 데이터 59"/>
          <p:cNvSpPr/>
          <p:nvPr/>
        </p:nvSpPr>
        <p:spPr>
          <a:xfrm>
            <a:off x="5631444" y="2426274"/>
            <a:ext cx="1100831" cy="247587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Position</a:t>
            </a:r>
          </a:p>
        </p:txBody>
      </p:sp>
      <p:sp>
        <p:nvSpPr>
          <p:cNvPr id="61" name="순서도: 데이터 60"/>
          <p:cNvSpPr/>
          <p:nvPr/>
        </p:nvSpPr>
        <p:spPr>
          <a:xfrm>
            <a:off x="5385694" y="4108771"/>
            <a:ext cx="1148457" cy="247587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Timing</a:t>
            </a:r>
          </a:p>
        </p:txBody>
      </p:sp>
      <p:sp>
        <p:nvSpPr>
          <p:cNvPr id="62" name="모서리가 둥근 직사각형 61"/>
          <p:cNvSpPr/>
          <p:nvPr/>
        </p:nvSpPr>
        <p:spPr>
          <a:xfrm>
            <a:off x="9707564" y="3138739"/>
            <a:ext cx="865187" cy="2579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Ankle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3" name="아래쪽 화살표 62"/>
          <p:cNvSpPr/>
          <p:nvPr/>
        </p:nvSpPr>
        <p:spPr>
          <a:xfrm rot="16200000">
            <a:off x="9445961" y="3102172"/>
            <a:ext cx="221381" cy="30182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2468285" y="2180734"/>
            <a:ext cx="1421957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Walking</a:t>
            </a:r>
          </a:p>
          <a:p>
            <a:pPr algn="ctr"/>
            <a:r>
              <a:rPr lang="en-US" altLang="ko-KR" sz="1400" dirty="0"/>
              <a:t>Conditions Selection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4389607" y="2018267"/>
            <a:ext cx="870913" cy="101610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순서도: 데이터 67"/>
          <p:cNvSpPr/>
          <p:nvPr/>
        </p:nvSpPr>
        <p:spPr>
          <a:xfrm>
            <a:off x="4433090" y="2101451"/>
            <a:ext cx="785600" cy="184019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LG</a:t>
            </a:r>
          </a:p>
        </p:txBody>
      </p:sp>
      <p:sp>
        <p:nvSpPr>
          <p:cNvPr id="69" name="순서도: 데이터 68"/>
          <p:cNvSpPr/>
          <p:nvPr/>
        </p:nvSpPr>
        <p:spPr>
          <a:xfrm>
            <a:off x="4433090" y="2430340"/>
            <a:ext cx="785600" cy="184019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IC</a:t>
            </a:r>
          </a:p>
        </p:txBody>
      </p:sp>
      <p:sp>
        <p:nvSpPr>
          <p:cNvPr id="70" name="순서도: 데이터 69"/>
          <p:cNvSpPr/>
          <p:nvPr/>
        </p:nvSpPr>
        <p:spPr>
          <a:xfrm>
            <a:off x="4433090" y="2763794"/>
            <a:ext cx="785600" cy="184019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DC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4091795" y="3829363"/>
            <a:ext cx="1147156" cy="8152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순서도: 데이터 71"/>
          <p:cNvSpPr/>
          <p:nvPr/>
        </p:nvSpPr>
        <p:spPr>
          <a:xfrm>
            <a:off x="4150751" y="3912123"/>
            <a:ext cx="1025799" cy="214153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Toe off</a:t>
            </a:r>
          </a:p>
        </p:txBody>
      </p:sp>
      <p:sp>
        <p:nvSpPr>
          <p:cNvPr id="73" name="순서도: 데이터 72"/>
          <p:cNvSpPr/>
          <p:nvPr/>
        </p:nvSpPr>
        <p:spPr>
          <a:xfrm>
            <a:off x="4150751" y="4314321"/>
            <a:ext cx="1025799" cy="214153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Foot flat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845820" y="37338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하드웨어 </a:t>
            </a:r>
            <a:r>
              <a:rPr lang="ko-KR" altLang="en-US" b="1" dirty="0"/>
              <a:t>중심</a:t>
            </a:r>
          </a:p>
        </p:txBody>
      </p:sp>
    </p:spTree>
    <p:extLst>
      <p:ext uri="{BB962C8B-B14F-4D97-AF65-F5344CB8AC3E}">
        <p14:creationId xmlns:p14="http://schemas.microsoft.com/office/powerpoint/2010/main" val="368182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2583861" y="282698"/>
            <a:ext cx="968869" cy="2049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Start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8656" y="1300197"/>
            <a:ext cx="1261247" cy="4154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Environmental data from Vision</a:t>
            </a:r>
            <a:endParaRPr lang="ko-KR" altLang="en-US" sz="1050" dirty="0"/>
          </a:p>
        </p:txBody>
      </p:sp>
      <p:sp>
        <p:nvSpPr>
          <p:cNvPr id="53" name="TextBox 52"/>
          <p:cNvSpPr txBox="1"/>
          <p:nvPr/>
        </p:nvSpPr>
        <p:spPr>
          <a:xfrm>
            <a:off x="2434452" y="931640"/>
            <a:ext cx="126124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Initialization</a:t>
            </a:r>
            <a:endParaRPr lang="ko-KR" altLang="en-US" sz="1050" dirty="0"/>
          </a:p>
        </p:txBody>
      </p:sp>
      <p:sp>
        <p:nvSpPr>
          <p:cNvPr id="2" name="순서도: 판단 1"/>
          <p:cNvSpPr/>
          <p:nvPr/>
        </p:nvSpPr>
        <p:spPr>
          <a:xfrm>
            <a:off x="1988735" y="1641317"/>
            <a:ext cx="2179150" cy="55245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Environment Selection</a:t>
            </a:r>
          </a:p>
        </p:txBody>
      </p:sp>
      <p:sp>
        <p:nvSpPr>
          <p:cNvPr id="54" name="아래쪽 화살표 53"/>
          <p:cNvSpPr/>
          <p:nvPr/>
        </p:nvSpPr>
        <p:spPr>
          <a:xfrm rot="16200000">
            <a:off x="2213071" y="864085"/>
            <a:ext cx="221381" cy="1287718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아래쪽 화살표 54"/>
          <p:cNvSpPr/>
          <p:nvPr/>
        </p:nvSpPr>
        <p:spPr>
          <a:xfrm>
            <a:off x="2967621" y="496985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아래쪽 화살표 55"/>
          <p:cNvSpPr/>
          <p:nvPr/>
        </p:nvSpPr>
        <p:spPr>
          <a:xfrm>
            <a:off x="2967621" y="1181466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아래쪽 화살표 56"/>
          <p:cNvSpPr/>
          <p:nvPr/>
        </p:nvSpPr>
        <p:spPr>
          <a:xfrm>
            <a:off x="824538" y="1917543"/>
            <a:ext cx="221381" cy="63446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아래쪽 화살표 58"/>
          <p:cNvSpPr/>
          <p:nvPr/>
        </p:nvSpPr>
        <p:spPr>
          <a:xfrm>
            <a:off x="5093497" y="1917543"/>
            <a:ext cx="221381" cy="1499437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>
            <a:stCxn id="57" idx="0"/>
            <a:endCxn id="2" idx="1"/>
          </p:cNvCxnSpPr>
          <p:nvPr/>
        </p:nvCxnSpPr>
        <p:spPr>
          <a:xfrm>
            <a:off x="935229" y="1917542"/>
            <a:ext cx="1053507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4146467" y="1917542"/>
            <a:ext cx="19814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아래쪽 화살표 60"/>
          <p:cNvSpPr/>
          <p:nvPr/>
        </p:nvSpPr>
        <p:spPr>
          <a:xfrm>
            <a:off x="2967621" y="2205568"/>
            <a:ext cx="221381" cy="78735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순서도: 데이터 65"/>
          <p:cNvSpPr/>
          <p:nvPr/>
        </p:nvSpPr>
        <p:spPr>
          <a:xfrm>
            <a:off x="5912265" y="2007515"/>
            <a:ext cx="1416386" cy="568509"/>
          </a:xfrm>
          <a:prstGeom prst="flowChartInputOutpu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Get Angular Velocity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005458" y="1436502"/>
            <a:ext cx="126124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IMU Sensor</a:t>
            </a:r>
            <a:endParaRPr lang="ko-KR" altLang="en-US" sz="1050" dirty="0"/>
          </a:p>
        </p:txBody>
      </p:sp>
      <p:sp>
        <p:nvSpPr>
          <p:cNvPr id="70" name="아래쪽 화살표 69"/>
          <p:cNvSpPr/>
          <p:nvPr/>
        </p:nvSpPr>
        <p:spPr>
          <a:xfrm>
            <a:off x="6525392" y="1682833"/>
            <a:ext cx="221381" cy="31663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>
            <a:endCxn id="73" idx="0"/>
          </p:cNvCxnSpPr>
          <p:nvPr/>
        </p:nvCxnSpPr>
        <p:spPr>
          <a:xfrm>
            <a:off x="3695699" y="1058599"/>
            <a:ext cx="2932819" cy="1573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아래쪽 화살표 72"/>
          <p:cNvSpPr/>
          <p:nvPr/>
        </p:nvSpPr>
        <p:spPr>
          <a:xfrm>
            <a:off x="6517827" y="1074332"/>
            <a:ext cx="221381" cy="346439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아래쪽 화살표 77"/>
          <p:cNvSpPr/>
          <p:nvPr/>
        </p:nvSpPr>
        <p:spPr>
          <a:xfrm rot="5400000">
            <a:off x="3893633" y="170644"/>
            <a:ext cx="221381" cy="5248387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83" name="직선 연결선 82"/>
          <p:cNvCxnSpPr>
            <a:stCxn id="66" idx="4"/>
            <a:endCxn id="89" idx="0"/>
          </p:cNvCxnSpPr>
          <p:nvPr/>
        </p:nvCxnSpPr>
        <p:spPr>
          <a:xfrm>
            <a:off x="6620458" y="2576024"/>
            <a:ext cx="8056" cy="10832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아래쪽 화살표 86"/>
          <p:cNvSpPr/>
          <p:nvPr/>
        </p:nvSpPr>
        <p:spPr>
          <a:xfrm rot="5400000">
            <a:off x="4973282" y="1699094"/>
            <a:ext cx="221381" cy="3062486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9" name="아래쪽 화살표 88"/>
          <p:cNvSpPr/>
          <p:nvPr/>
        </p:nvSpPr>
        <p:spPr>
          <a:xfrm rot="5400000">
            <a:off x="6040477" y="3181945"/>
            <a:ext cx="221381" cy="954695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순서도: 판단 90"/>
          <p:cNvSpPr/>
          <p:nvPr/>
        </p:nvSpPr>
        <p:spPr>
          <a:xfrm>
            <a:off x="38511" y="3572305"/>
            <a:ext cx="1808462" cy="55245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Gait Phase Detection</a:t>
            </a:r>
          </a:p>
        </p:txBody>
      </p:sp>
      <p:sp>
        <p:nvSpPr>
          <p:cNvPr id="92" name="아래쪽 화살표 91"/>
          <p:cNvSpPr/>
          <p:nvPr/>
        </p:nvSpPr>
        <p:spPr>
          <a:xfrm>
            <a:off x="832053" y="3002754"/>
            <a:ext cx="221381" cy="575948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3" name="순서도: 판단 92"/>
          <p:cNvSpPr/>
          <p:nvPr/>
        </p:nvSpPr>
        <p:spPr>
          <a:xfrm>
            <a:off x="2160842" y="3947485"/>
            <a:ext cx="1808462" cy="55245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Gait Phase Detection</a:t>
            </a:r>
          </a:p>
        </p:txBody>
      </p:sp>
      <p:sp>
        <p:nvSpPr>
          <p:cNvPr id="94" name="아래쪽 화살표 93"/>
          <p:cNvSpPr/>
          <p:nvPr/>
        </p:nvSpPr>
        <p:spPr>
          <a:xfrm>
            <a:off x="2954384" y="3416979"/>
            <a:ext cx="221381" cy="530506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98" name="직선 연결선 97"/>
          <p:cNvCxnSpPr/>
          <p:nvPr/>
        </p:nvCxnSpPr>
        <p:spPr>
          <a:xfrm>
            <a:off x="4167886" y="1917542"/>
            <a:ext cx="1053507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순서도: 판단 98"/>
          <p:cNvSpPr/>
          <p:nvPr/>
        </p:nvSpPr>
        <p:spPr>
          <a:xfrm>
            <a:off x="4324684" y="4350162"/>
            <a:ext cx="1808462" cy="55245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Gait Phase Detection</a:t>
            </a:r>
          </a:p>
        </p:txBody>
      </p:sp>
      <p:sp>
        <p:nvSpPr>
          <p:cNvPr id="100" name="아래쪽 화살표 99"/>
          <p:cNvSpPr/>
          <p:nvPr/>
        </p:nvSpPr>
        <p:spPr>
          <a:xfrm>
            <a:off x="5110702" y="3850804"/>
            <a:ext cx="221381" cy="530506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1" name="아래쪽 화살표 100"/>
          <p:cNvSpPr/>
          <p:nvPr/>
        </p:nvSpPr>
        <p:spPr>
          <a:xfrm>
            <a:off x="-492056" y="3851922"/>
            <a:ext cx="221381" cy="1418449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2" name="직선 연결선 101"/>
          <p:cNvCxnSpPr>
            <a:stCxn id="101" idx="0"/>
            <a:endCxn id="91" idx="1"/>
          </p:cNvCxnSpPr>
          <p:nvPr/>
        </p:nvCxnSpPr>
        <p:spPr>
          <a:xfrm flipV="1">
            <a:off x="-381365" y="3848531"/>
            <a:ext cx="419876" cy="339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아래쪽 화살표 103"/>
          <p:cNvSpPr/>
          <p:nvPr/>
        </p:nvSpPr>
        <p:spPr>
          <a:xfrm>
            <a:off x="832052" y="4115292"/>
            <a:ext cx="221381" cy="1155079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5" name="아래쪽 화살표 104"/>
          <p:cNvSpPr/>
          <p:nvPr/>
        </p:nvSpPr>
        <p:spPr>
          <a:xfrm>
            <a:off x="1806351" y="4218930"/>
            <a:ext cx="221381" cy="104974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6" name="직선 연결선 105"/>
          <p:cNvCxnSpPr/>
          <p:nvPr/>
        </p:nvCxnSpPr>
        <p:spPr>
          <a:xfrm>
            <a:off x="1894620" y="4215540"/>
            <a:ext cx="309186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아래쪽 화살표 107"/>
          <p:cNvSpPr/>
          <p:nvPr/>
        </p:nvSpPr>
        <p:spPr>
          <a:xfrm>
            <a:off x="2967620" y="4495154"/>
            <a:ext cx="221381" cy="785506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" name="아래쪽 화살표 108"/>
          <p:cNvSpPr/>
          <p:nvPr/>
        </p:nvSpPr>
        <p:spPr>
          <a:xfrm>
            <a:off x="6303085" y="4635906"/>
            <a:ext cx="221381" cy="63446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10" name="직선 연결선 109"/>
          <p:cNvCxnSpPr/>
          <p:nvPr/>
        </p:nvCxnSpPr>
        <p:spPr>
          <a:xfrm>
            <a:off x="6104588" y="4621942"/>
            <a:ext cx="309186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아래쪽 화살표 110"/>
          <p:cNvSpPr/>
          <p:nvPr/>
        </p:nvSpPr>
        <p:spPr>
          <a:xfrm>
            <a:off x="5118225" y="4914029"/>
            <a:ext cx="221381" cy="356342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881404" y="2090152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LG</a:t>
            </a:r>
            <a:endParaRPr lang="ko-KR" altLang="en-US" sz="900" dirty="0"/>
          </a:p>
        </p:txBody>
      </p:sp>
      <p:sp>
        <p:nvSpPr>
          <p:cNvPr id="114" name="TextBox 113"/>
          <p:cNvSpPr txBox="1"/>
          <p:nvPr/>
        </p:nvSpPr>
        <p:spPr>
          <a:xfrm>
            <a:off x="3078310" y="2278816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IC</a:t>
            </a:r>
            <a:endParaRPr lang="ko-KR" altLang="en-US" sz="900" dirty="0"/>
          </a:p>
        </p:txBody>
      </p:sp>
      <p:sp>
        <p:nvSpPr>
          <p:cNvPr id="115" name="TextBox 114"/>
          <p:cNvSpPr txBox="1"/>
          <p:nvPr/>
        </p:nvSpPr>
        <p:spPr>
          <a:xfrm>
            <a:off x="5204187" y="2240542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DC</a:t>
            </a:r>
            <a:endParaRPr lang="ko-KR" altLang="en-US" sz="900" dirty="0"/>
          </a:p>
        </p:txBody>
      </p:sp>
      <p:sp>
        <p:nvSpPr>
          <p:cNvPr id="116" name="TextBox 115"/>
          <p:cNvSpPr txBox="1"/>
          <p:nvPr/>
        </p:nvSpPr>
        <p:spPr>
          <a:xfrm>
            <a:off x="-440784" y="3617698"/>
            <a:ext cx="5899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Toe off</a:t>
            </a:r>
            <a:endParaRPr lang="ko-KR" altLang="en-US" sz="900" dirty="0"/>
          </a:p>
        </p:txBody>
      </p:sp>
      <p:sp>
        <p:nvSpPr>
          <p:cNvPr id="117" name="TextBox 116"/>
          <p:cNvSpPr txBox="1"/>
          <p:nvPr/>
        </p:nvSpPr>
        <p:spPr>
          <a:xfrm>
            <a:off x="1733776" y="3983012"/>
            <a:ext cx="5899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Toe off</a:t>
            </a:r>
            <a:endParaRPr lang="ko-KR" altLang="en-US" sz="900" dirty="0"/>
          </a:p>
        </p:txBody>
      </p:sp>
      <p:sp>
        <p:nvSpPr>
          <p:cNvPr id="118" name="TextBox 117"/>
          <p:cNvSpPr txBox="1"/>
          <p:nvPr/>
        </p:nvSpPr>
        <p:spPr>
          <a:xfrm>
            <a:off x="4668923" y="4897222"/>
            <a:ext cx="5899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Toe off</a:t>
            </a:r>
            <a:endParaRPr lang="ko-KR" altLang="en-US" sz="900" dirty="0"/>
          </a:p>
        </p:txBody>
      </p:sp>
      <p:sp>
        <p:nvSpPr>
          <p:cNvPr id="119" name="TextBox 118"/>
          <p:cNvSpPr txBox="1"/>
          <p:nvPr/>
        </p:nvSpPr>
        <p:spPr>
          <a:xfrm>
            <a:off x="330698" y="4137560"/>
            <a:ext cx="634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Foot flat</a:t>
            </a:r>
            <a:endParaRPr lang="ko-KR" altLang="en-US" sz="900" dirty="0"/>
          </a:p>
        </p:txBody>
      </p:sp>
      <p:sp>
        <p:nvSpPr>
          <p:cNvPr id="120" name="TextBox 119"/>
          <p:cNvSpPr txBox="1"/>
          <p:nvPr/>
        </p:nvSpPr>
        <p:spPr>
          <a:xfrm>
            <a:off x="3018220" y="4495154"/>
            <a:ext cx="8330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Not Toe off</a:t>
            </a:r>
            <a:endParaRPr lang="ko-KR" altLang="en-US" sz="900" dirty="0"/>
          </a:p>
        </p:txBody>
      </p:sp>
      <p:sp>
        <p:nvSpPr>
          <p:cNvPr id="121" name="TextBox 120"/>
          <p:cNvSpPr txBox="1"/>
          <p:nvPr/>
        </p:nvSpPr>
        <p:spPr>
          <a:xfrm>
            <a:off x="6086139" y="4269340"/>
            <a:ext cx="833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Foot placement</a:t>
            </a:r>
            <a:endParaRPr lang="ko-KR" altLang="en-US" sz="900" dirty="0"/>
          </a:p>
        </p:txBody>
      </p:sp>
      <p:sp>
        <p:nvSpPr>
          <p:cNvPr id="122" name="순서도: 데이터 121"/>
          <p:cNvSpPr/>
          <p:nvPr/>
        </p:nvSpPr>
        <p:spPr>
          <a:xfrm>
            <a:off x="38512" y="2539262"/>
            <a:ext cx="1524971" cy="443972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LG Algorithm</a:t>
            </a:r>
          </a:p>
        </p:txBody>
      </p:sp>
      <p:sp>
        <p:nvSpPr>
          <p:cNvPr id="123" name="순서도: 데이터 122"/>
          <p:cNvSpPr/>
          <p:nvPr/>
        </p:nvSpPr>
        <p:spPr>
          <a:xfrm>
            <a:off x="2205134" y="2967921"/>
            <a:ext cx="1524971" cy="443972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IC Algorithm</a:t>
            </a:r>
          </a:p>
        </p:txBody>
      </p:sp>
      <p:sp>
        <p:nvSpPr>
          <p:cNvPr id="125" name="순서도: 데이터 124"/>
          <p:cNvSpPr/>
          <p:nvPr/>
        </p:nvSpPr>
        <p:spPr>
          <a:xfrm>
            <a:off x="4359767" y="3424825"/>
            <a:ext cx="1516915" cy="423499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DC Algorithm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-935251" y="5270370"/>
            <a:ext cx="1050501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Dorsiflexion</a:t>
            </a:r>
            <a:endParaRPr lang="ko-KR" altLang="en-US" sz="1050" dirty="0"/>
          </a:p>
        </p:txBody>
      </p:sp>
      <p:sp>
        <p:nvSpPr>
          <p:cNvPr id="127" name="TextBox 126"/>
          <p:cNvSpPr txBox="1"/>
          <p:nvPr/>
        </p:nvSpPr>
        <p:spPr>
          <a:xfrm>
            <a:off x="330698" y="5270370"/>
            <a:ext cx="1079994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Plantarflexion</a:t>
            </a:r>
            <a:endParaRPr lang="ko-KR" altLang="en-US" sz="1050" dirty="0"/>
          </a:p>
        </p:txBody>
      </p:sp>
      <p:sp>
        <p:nvSpPr>
          <p:cNvPr id="128" name="TextBox 127"/>
          <p:cNvSpPr txBox="1"/>
          <p:nvPr/>
        </p:nvSpPr>
        <p:spPr>
          <a:xfrm>
            <a:off x="1557161" y="5270370"/>
            <a:ext cx="1050501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Dorsiflexion</a:t>
            </a:r>
            <a:endParaRPr lang="ko-KR" altLang="en-US" sz="1050" dirty="0"/>
          </a:p>
        </p:txBody>
      </p:sp>
      <p:sp>
        <p:nvSpPr>
          <p:cNvPr id="129" name="TextBox 128"/>
          <p:cNvSpPr txBox="1"/>
          <p:nvPr/>
        </p:nvSpPr>
        <p:spPr>
          <a:xfrm>
            <a:off x="2682990" y="5275781"/>
            <a:ext cx="116636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Slow unload</a:t>
            </a:r>
            <a:endParaRPr lang="ko-KR" altLang="en-US" sz="1050" dirty="0"/>
          </a:p>
        </p:txBody>
      </p:sp>
      <p:sp>
        <p:nvSpPr>
          <p:cNvPr id="130" name="TextBox 129"/>
          <p:cNvSpPr txBox="1"/>
          <p:nvPr/>
        </p:nvSpPr>
        <p:spPr>
          <a:xfrm>
            <a:off x="5876681" y="5297787"/>
            <a:ext cx="1079994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Plantarflexion</a:t>
            </a:r>
            <a:endParaRPr lang="ko-KR" altLang="en-US" sz="1050" dirty="0"/>
          </a:p>
        </p:txBody>
      </p:sp>
      <p:sp>
        <p:nvSpPr>
          <p:cNvPr id="131" name="TextBox 130"/>
          <p:cNvSpPr txBox="1"/>
          <p:nvPr/>
        </p:nvSpPr>
        <p:spPr>
          <a:xfrm>
            <a:off x="4649135" y="5291566"/>
            <a:ext cx="1050501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Dorsiflexion</a:t>
            </a:r>
            <a:endParaRPr lang="ko-KR" altLang="en-US" sz="1050" dirty="0"/>
          </a:p>
        </p:txBody>
      </p:sp>
      <p:sp>
        <p:nvSpPr>
          <p:cNvPr id="133" name="직사각형 132"/>
          <p:cNvSpPr/>
          <p:nvPr/>
        </p:nvSpPr>
        <p:spPr>
          <a:xfrm>
            <a:off x="-1047102" y="5091261"/>
            <a:ext cx="8118461" cy="58385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4" name="아래쪽 화살표 133"/>
          <p:cNvSpPr/>
          <p:nvPr/>
        </p:nvSpPr>
        <p:spPr>
          <a:xfrm>
            <a:off x="2969481" y="5685490"/>
            <a:ext cx="221381" cy="31663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2583861" y="6012494"/>
            <a:ext cx="968869" cy="2049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Finish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-845820" y="373380"/>
            <a:ext cx="200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소프트웨어 </a:t>
            </a:r>
            <a:r>
              <a:rPr lang="ko-KR" altLang="en-US" b="1" dirty="0"/>
              <a:t>중심</a:t>
            </a:r>
          </a:p>
        </p:txBody>
      </p:sp>
    </p:spTree>
    <p:extLst>
      <p:ext uri="{BB962C8B-B14F-4D97-AF65-F5344CB8AC3E}">
        <p14:creationId xmlns:p14="http://schemas.microsoft.com/office/powerpoint/2010/main" val="338881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3926153" y="282698"/>
            <a:ext cx="968869" cy="2049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Start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-225256" y="1278683"/>
            <a:ext cx="1261247" cy="4154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Environmental data from Vision</a:t>
            </a:r>
            <a:endParaRPr lang="ko-KR" altLang="en-US" sz="1050" dirty="0"/>
          </a:p>
        </p:txBody>
      </p:sp>
      <p:sp>
        <p:nvSpPr>
          <p:cNvPr id="53" name="TextBox 52"/>
          <p:cNvSpPr txBox="1"/>
          <p:nvPr/>
        </p:nvSpPr>
        <p:spPr>
          <a:xfrm>
            <a:off x="3776744" y="931640"/>
            <a:ext cx="126124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Initialization</a:t>
            </a:r>
            <a:endParaRPr lang="ko-KR" altLang="en-US" sz="1050" dirty="0"/>
          </a:p>
        </p:txBody>
      </p:sp>
      <p:sp>
        <p:nvSpPr>
          <p:cNvPr id="2" name="순서도: 판단 1"/>
          <p:cNvSpPr/>
          <p:nvPr/>
        </p:nvSpPr>
        <p:spPr>
          <a:xfrm>
            <a:off x="3317790" y="1981674"/>
            <a:ext cx="2179150" cy="55245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Environment Selection</a:t>
            </a:r>
          </a:p>
        </p:txBody>
      </p:sp>
      <p:sp>
        <p:nvSpPr>
          <p:cNvPr id="54" name="아래쪽 화살표 53"/>
          <p:cNvSpPr/>
          <p:nvPr/>
        </p:nvSpPr>
        <p:spPr>
          <a:xfrm rot="16200000">
            <a:off x="2562262" y="-129018"/>
            <a:ext cx="221381" cy="327392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아래쪽 화살표 54"/>
          <p:cNvSpPr/>
          <p:nvPr/>
        </p:nvSpPr>
        <p:spPr>
          <a:xfrm>
            <a:off x="4360512" y="473216"/>
            <a:ext cx="93706" cy="448051"/>
          </a:xfrm>
          <a:prstGeom prst="downArrow">
            <a:avLst>
              <a:gd name="adj1" fmla="val 11905"/>
              <a:gd name="adj2" fmla="val 6004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아래쪽 화살표 56"/>
          <p:cNvSpPr/>
          <p:nvPr/>
        </p:nvSpPr>
        <p:spPr>
          <a:xfrm>
            <a:off x="2166830" y="2792521"/>
            <a:ext cx="221381" cy="63446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아래쪽 화살표 58"/>
          <p:cNvSpPr/>
          <p:nvPr/>
        </p:nvSpPr>
        <p:spPr>
          <a:xfrm>
            <a:off x="6435789" y="2792521"/>
            <a:ext cx="221381" cy="1499437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5488759" y="2792520"/>
            <a:ext cx="19814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아래쪽 화살표 60"/>
          <p:cNvSpPr/>
          <p:nvPr/>
        </p:nvSpPr>
        <p:spPr>
          <a:xfrm>
            <a:off x="4309913" y="3080546"/>
            <a:ext cx="221381" cy="78735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순서도: 데이터 65"/>
          <p:cNvSpPr/>
          <p:nvPr/>
        </p:nvSpPr>
        <p:spPr>
          <a:xfrm>
            <a:off x="7254557" y="2882493"/>
            <a:ext cx="1416386" cy="568509"/>
          </a:xfrm>
          <a:prstGeom prst="flowChartInputOutpu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Get Angular Velocity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347750" y="1436502"/>
            <a:ext cx="126124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IMU Sensor</a:t>
            </a:r>
            <a:endParaRPr lang="ko-KR" altLang="en-US" sz="1050" dirty="0"/>
          </a:p>
        </p:txBody>
      </p:sp>
      <p:sp>
        <p:nvSpPr>
          <p:cNvPr id="70" name="아래쪽 화살표 69"/>
          <p:cNvSpPr/>
          <p:nvPr/>
        </p:nvSpPr>
        <p:spPr>
          <a:xfrm>
            <a:off x="7867684" y="2557811"/>
            <a:ext cx="221381" cy="31663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>
            <a:endCxn id="73" idx="0"/>
          </p:cNvCxnSpPr>
          <p:nvPr/>
        </p:nvCxnSpPr>
        <p:spPr>
          <a:xfrm>
            <a:off x="5037991" y="1058599"/>
            <a:ext cx="2932819" cy="1573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아래쪽 화살표 72"/>
          <p:cNvSpPr/>
          <p:nvPr/>
        </p:nvSpPr>
        <p:spPr>
          <a:xfrm>
            <a:off x="7860119" y="1074332"/>
            <a:ext cx="221381" cy="346439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아래쪽 화살표 77"/>
          <p:cNvSpPr/>
          <p:nvPr/>
        </p:nvSpPr>
        <p:spPr>
          <a:xfrm rot="5400000">
            <a:off x="5235925" y="1045622"/>
            <a:ext cx="221381" cy="5248387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83" name="직선 연결선 82"/>
          <p:cNvCxnSpPr>
            <a:stCxn id="66" idx="4"/>
            <a:endCxn id="89" idx="0"/>
          </p:cNvCxnSpPr>
          <p:nvPr/>
        </p:nvCxnSpPr>
        <p:spPr>
          <a:xfrm>
            <a:off x="7962750" y="3451002"/>
            <a:ext cx="8056" cy="10832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아래쪽 화살표 86"/>
          <p:cNvSpPr/>
          <p:nvPr/>
        </p:nvSpPr>
        <p:spPr>
          <a:xfrm rot="5400000">
            <a:off x="6315574" y="2574072"/>
            <a:ext cx="221381" cy="3062486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9" name="아래쪽 화살표 88"/>
          <p:cNvSpPr/>
          <p:nvPr/>
        </p:nvSpPr>
        <p:spPr>
          <a:xfrm rot="5400000">
            <a:off x="7382769" y="4056923"/>
            <a:ext cx="221381" cy="954695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순서도: 판단 90"/>
          <p:cNvSpPr/>
          <p:nvPr/>
        </p:nvSpPr>
        <p:spPr>
          <a:xfrm>
            <a:off x="1380803" y="4447283"/>
            <a:ext cx="1808462" cy="55245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Gait Phase Detection</a:t>
            </a:r>
          </a:p>
        </p:txBody>
      </p:sp>
      <p:sp>
        <p:nvSpPr>
          <p:cNvPr id="92" name="아래쪽 화살표 91"/>
          <p:cNvSpPr/>
          <p:nvPr/>
        </p:nvSpPr>
        <p:spPr>
          <a:xfrm>
            <a:off x="2174345" y="3877732"/>
            <a:ext cx="221381" cy="575948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3" name="순서도: 판단 92"/>
          <p:cNvSpPr/>
          <p:nvPr/>
        </p:nvSpPr>
        <p:spPr>
          <a:xfrm>
            <a:off x="3503134" y="4822463"/>
            <a:ext cx="1808462" cy="55245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Gait Phase Detection</a:t>
            </a:r>
          </a:p>
        </p:txBody>
      </p:sp>
      <p:sp>
        <p:nvSpPr>
          <p:cNvPr id="94" name="아래쪽 화살표 93"/>
          <p:cNvSpPr/>
          <p:nvPr/>
        </p:nvSpPr>
        <p:spPr>
          <a:xfrm>
            <a:off x="4296676" y="4291957"/>
            <a:ext cx="221381" cy="530506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98" name="직선 연결선 97"/>
          <p:cNvCxnSpPr/>
          <p:nvPr/>
        </p:nvCxnSpPr>
        <p:spPr>
          <a:xfrm>
            <a:off x="5510178" y="2792520"/>
            <a:ext cx="1053507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순서도: 판단 98"/>
          <p:cNvSpPr/>
          <p:nvPr/>
        </p:nvSpPr>
        <p:spPr>
          <a:xfrm>
            <a:off x="5666976" y="5225140"/>
            <a:ext cx="1808462" cy="55245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Gait Phase Detection</a:t>
            </a:r>
          </a:p>
        </p:txBody>
      </p:sp>
      <p:sp>
        <p:nvSpPr>
          <p:cNvPr id="100" name="아래쪽 화살표 99"/>
          <p:cNvSpPr/>
          <p:nvPr/>
        </p:nvSpPr>
        <p:spPr>
          <a:xfrm>
            <a:off x="6452994" y="4725782"/>
            <a:ext cx="221381" cy="530506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1" name="아래쪽 화살표 100"/>
          <p:cNvSpPr/>
          <p:nvPr/>
        </p:nvSpPr>
        <p:spPr>
          <a:xfrm>
            <a:off x="850237" y="4726900"/>
            <a:ext cx="221381" cy="1418449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2" name="직선 연결선 101"/>
          <p:cNvCxnSpPr>
            <a:stCxn id="101" idx="0"/>
            <a:endCxn id="91" idx="1"/>
          </p:cNvCxnSpPr>
          <p:nvPr/>
        </p:nvCxnSpPr>
        <p:spPr>
          <a:xfrm flipV="1">
            <a:off x="960927" y="4723509"/>
            <a:ext cx="419876" cy="339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아래쪽 화살표 103"/>
          <p:cNvSpPr/>
          <p:nvPr/>
        </p:nvSpPr>
        <p:spPr>
          <a:xfrm>
            <a:off x="2174344" y="4990270"/>
            <a:ext cx="221381" cy="1155079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5" name="아래쪽 화살표 104"/>
          <p:cNvSpPr/>
          <p:nvPr/>
        </p:nvSpPr>
        <p:spPr>
          <a:xfrm>
            <a:off x="3148643" y="5093908"/>
            <a:ext cx="221381" cy="104974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6" name="직선 연결선 105"/>
          <p:cNvCxnSpPr/>
          <p:nvPr/>
        </p:nvCxnSpPr>
        <p:spPr>
          <a:xfrm>
            <a:off x="3236912" y="5090518"/>
            <a:ext cx="309186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아래쪽 화살표 107"/>
          <p:cNvSpPr/>
          <p:nvPr/>
        </p:nvSpPr>
        <p:spPr>
          <a:xfrm>
            <a:off x="4309912" y="5370132"/>
            <a:ext cx="221381" cy="785506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" name="아래쪽 화살표 108"/>
          <p:cNvSpPr/>
          <p:nvPr/>
        </p:nvSpPr>
        <p:spPr>
          <a:xfrm>
            <a:off x="7645377" y="5510884"/>
            <a:ext cx="221381" cy="63446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10" name="직선 연결선 109"/>
          <p:cNvCxnSpPr/>
          <p:nvPr/>
        </p:nvCxnSpPr>
        <p:spPr>
          <a:xfrm>
            <a:off x="7446880" y="5496920"/>
            <a:ext cx="309186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아래쪽 화살표 110"/>
          <p:cNvSpPr/>
          <p:nvPr/>
        </p:nvSpPr>
        <p:spPr>
          <a:xfrm>
            <a:off x="6460517" y="5789007"/>
            <a:ext cx="221381" cy="356342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2223696" y="2965130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LG</a:t>
            </a:r>
            <a:endParaRPr lang="ko-KR" altLang="en-US" sz="900" dirty="0"/>
          </a:p>
        </p:txBody>
      </p:sp>
      <p:sp>
        <p:nvSpPr>
          <p:cNvPr id="114" name="TextBox 113"/>
          <p:cNvSpPr txBox="1"/>
          <p:nvPr/>
        </p:nvSpPr>
        <p:spPr>
          <a:xfrm>
            <a:off x="4420602" y="3153794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IC</a:t>
            </a:r>
            <a:endParaRPr lang="ko-KR" altLang="en-US" sz="900" dirty="0"/>
          </a:p>
        </p:txBody>
      </p:sp>
      <p:sp>
        <p:nvSpPr>
          <p:cNvPr id="115" name="TextBox 114"/>
          <p:cNvSpPr txBox="1"/>
          <p:nvPr/>
        </p:nvSpPr>
        <p:spPr>
          <a:xfrm>
            <a:off x="6546479" y="3115520"/>
            <a:ext cx="42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DC</a:t>
            </a:r>
            <a:endParaRPr lang="ko-KR" altLang="en-US" sz="900" dirty="0"/>
          </a:p>
        </p:txBody>
      </p:sp>
      <p:sp>
        <p:nvSpPr>
          <p:cNvPr id="116" name="TextBox 115"/>
          <p:cNvSpPr txBox="1"/>
          <p:nvPr/>
        </p:nvSpPr>
        <p:spPr>
          <a:xfrm>
            <a:off x="901509" y="4492676"/>
            <a:ext cx="5899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Toe off</a:t>
            </a:r>
            <a:endParaRPr lang="ko-KR" altLang="en-US" sz="900" dirty="0"/>
          </a:p>
        </p:txBody>
      </p:sp>
      <p:sp>
        <p:nvSpPr>
          <p:cNvPr id="117" name="TextBox 116"/>
          <p:cNvSpPr txBox="1"/>
          <p:nvPr/>
        </p:nvSpPr>
        <p:spPr>
          <a:xfrm>
            <a:off x="3076068" y="4857990"/>
            <a:ext cx="5899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Toe off</a:t>
            </a:r>
            <a:endParaRPr lang="ko-KR" altLang="en-US" sz="900" dirty="0"/>
          </a:p>
        </p:txBody>
      </p:sp>
      <p:sp>
        <p:nvSpPr>
          <p:cNvPr id="118" name="TextBox 117"/>
          <p:cNvSpPr txBox="1"/>
          <p:nvPr/>
        </p:nvSpPr>
        <p:spPr>
          <a:xfrm>
            <a:off x="6011215" y="5772200"/>
            <a:ext cx="5899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Toe off</a:t>
            </a:r>
            <a:endParaRPr lang="ko-KR" altLang="en-US" sz="900" dirty="0"/>
          </a:p>
        </p:txBody>
      </p:sp>
      <p:sp>
        <p:nvSpPr>
          <p:cNvPr id="119" name="TextBox 118"/>
          <p:cNvSpPr txBox="1"/>
          <p:nvPr/>
        </p:nvSpPr>
        <p:spPr>
          <a:xfrm>
            <a:off x="1672990" y="5012538"/>
            <a:ext cx="634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Foot flat</a:t>
            </a:r>
            <a:endParaRPr lang="ko-KR" altLang="en-US" sz="900" dirty="0"/>
          </a:p>
        </p:txBody>
      </p:sp>
      <p:sp>
        <p:nvSpPr>
          <p:cNvPr id="120" name="TextBox 119"/>
          <p:cNvSpPr txBox="1"/>
          <p:nvPr/>
        </p:nvSpPr>
        <p:spPr>
          <a:xfrm>
            <a:off x="4360512" y="5370132"/>
            <a:ext cx="8330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Not Toe off</a:t>
            </a:r>
            <a:endParaRPr lang="ko-KR" altLang="en-US" sz="900" dirty="0"/>
          </a:p>
        </p:txBody>
      </p:sp>
      <p:sp>
        <p:nvSpPr>
          <p:cNvPr id="121" name="TextBox 120"/>
          <p:cNvSpPr txBox="1"/>
          <p:nvPr/>
        </p:nvSpPr>
        <p:spPr>
          <a:xfrm>
            <a:off x="7428431" y="5144318"/>
            <a:ext cx="833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Foot placement</a:t>
            </a:r>
            <a:endParaRPr lang="ko-KR" altLang="en-US" sz="900" dirty="0"/>
          </a:p>
        </p:txBody>
      </p:sp>
      <p:sp>
        <p:nvSpPr>
          <p:cNvPr id="122" name="순서도: 데이터 121"/>
          <p:cNvSpPr/>
          <p:nvPr/>
        </p:nvSpPr>
        <p:spPr>
          <a:xfrm>
            <a:off x="698725" y="2087991"/>
            <a:ext cx="1524971" cy="443972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LG Algorithm</a:t>
            </a:r>
          </a:p>
        </p:txBody>
      </p:sp>
      <p:sp>
        <p:nvSpPr>
          <p:cNvPr id="123" name="순서도: 데이터 122"/>
          <p:cNvSpPr/>
          <p:nvPr/>
        </p:nvSpPr>
        <p:spPr>
          <a:xfrm>
            <a:off x="3547426" y="3842899"/>
            <a:ext cx="1524971" cy="443972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IC Algorithm</a:t>
            </a:r>
          </a:p>
        </p:txBody>
      </p:sp>
      <p:sp>
        <p:nvSpPr>
          <p:cNvPr id="125" name="순서도: 데이터 124"/>
          <p:cNvSpPr/>
          <p:nvPr/>
        </p:nvSpPr>
        <p:spPr>
          <a:xfrm>
            <a:off x="5702059" y="4299803"/>
            <a:ext cx="1516915" cy="423499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DC Algorithm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7042" y="6145348"/>
            <a:ext cx="1050501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Dorsiflexion</a:t>
            </a:r>
            <a:endParaRPr lang="ko-KR" altLang="en-US" sz="1050" dirty="0"/>
          </a:p>
        </p:txBody>
      </p:sp>
      <p:sp>
        <p:nvSpPr>
          <p:cNvPr id="127" name="TextBox 126"/>
          <p:cNvSpPr txBox="1"/>
          <p:nvPr/>
        </p:nvSpPr>
        <p:spPr>
          <a:xfrm>
            <a:off x="1672990" y="6145348"/>
            <a:ext cx="1079994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Plantarflexion</a:t>
            </a:r>
            <a:endParaRPr lang="ko-KR" altLang="en-US" sz="1050" dirty="0"/>
          </a:p>
        </p:txBody>
      </p:sp>
      <p:sp>
        <p:nvSpPr>
          <p:cNvPr id="128" name="TextBox 127"/>
          <p:cNvSpPr txBox="1"/>
          <p:nvPr/>
        </p:nvSpPr>
        <p:spPr>
          <a:xfrm>
            <a:off x="2899453" y="6145348"/>
            <a:ext cx="1050501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Dorsiflexion</a:t>
            </a:r>
            <a:endParaRPr lang="ko-KR" altLang="en-US" sz="1050" dirty="0"/>
          </a:p>
        </p:txBody>
      </p:sp>
      <p:sp>
        <p:nvSpPr>
          <p:cNvPr id="129" name="TextBox 128"/>
          <p:cNvSpPr txBox="1"/>
          <p:nvPr/>
        </p:nvSpPr>
        <p:spPr>
          <a:xfrm>
            <a:off x="4025282" y="6150759"/>
            <a:ext cx="116636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Slow unload</a:t>
            </a:r>
            <a:endParaRPr lang="ko-KR" altLang="en-US" sz="1050" dirty="0"/>
          </a:p>
        </p:txBody>
      </p:sp>
      <p:sp>
        <p:nvSpPr>
          <p:cNvPr id="130" name="TextBox 129"/>
          <p:cNvSpPr txBox="1"/>
          <p:nvPr/>
        </p:nvSpPr>
        <p:spPr>
          <a:xfrm>
            <a:off x="7218973" y="6172765"/>
            <a:ext cx="1079994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Plantarflexion</a:t>
            </a:r>
            <a:endParaRPr lang="ko-KR" altLang="en-US" sz="1050" dirty="0"/>
          </a:p>
        </p:txBody>
      </p:sp>
      <p:sp>
        <p:nvSpPr>
          <p:cNvPr id="131" name="TextBox 130"/>
          <p:cNvSpPr txBox="1"/>
          <p:nvPr/>
        </p:nvSpPr>
        <p:spPr>
          <a:xfrm>
            <a:off x="5991427" y="6166544"/>
            <a:ext cx="1050501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Dorsiflexion</a:t>
            </a:r>
            <a:endParaRPr lang="ko-KR" altLang="en-US" sz="1050" dirty="0"/>
          </a:p>
        </p:txBody>
      </p:sp>
      <p:sp>
        <p:nvSpPr>
          <p:cNvPr id="133" name="직사각형 132"/>
          <p:cNvSpPr/>
          <p:nvPr/>
        </p:nvSpPr>
        <p:spPr>
          <a:xfrm>
            <a:off x="295191" y="5966239"/>
            <a:ext cx="8118461" cy="58385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4" name="아래쪽 화살표 133"/>
          <p:cNvSpPr/>
          <p:nvPr/>
        </p:nvSpPr>
        <p:spPr>
          <a:xfrm>
            <a:off x="4311773" y="6560468"/>
            <a:ext cx="221381" cy="31663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3926153" y="6012494"/>
            <a:ext cx="968869" cy="2049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Finish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65" name="아래쪽 화살표 64"/>
          <p:cNvSpPr/>
          <p:nvPr/>
        </p:nvSpPr>
        <p:spPr>
          <a:xfrm>
            <a:off x="4360512" y="1188724"/>
            <a:ext cx="93706" cy="774500"/>
          </a:xfrm>
          <a:prstGeom prst="downArrow">
            <a:avLst>
              <a:gd name="adj1" fmla="val 11905"/>
              <a:gd name="adj2" fmla="val 6004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7" name="아래쪽 화살표 66"/>
          <p:cNvSpPr/>
          <p:nvPr/>
        </p:nvSpPr>
        <p:spPr>
          <a:xfrm rot="5400000">
            <a:off x="2580145" y="1637015"/>
            <a:ext cx="221381" cy="1256710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47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2583861" y="282698"/>
            <a:ext cx="968869" cy="2049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Start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8656" y="1300197"/>
            <a:ext cx="1261247" cy="4154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Environmental data from Vision</a:t>
            </a:r>
            <a:endParaRPr lang="ko-KR" altLang="en-US" sz="1050" dirty="0"/>
          </a:p>
        </p:txBody>
      </p:sp>
      <p:sp>
        <p:nvSpPr>
          <p:cNvPr id="53" name="TextBox 52"/>
          <p:cNvSpPr txBox="1"/>
          <p:nvPr/>
        </p:nvSpPr>
        <p:spPr>
          <a:xfrm>
            <a:off x="2434452" y="931640"/>
            <a:ext cx="126124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Initialization</a:t>
            </a:r>
            <a:endParaRPr lang="ko-KR" altLang="en-US" sz="1050" dirty="0"/>
          </a:p>
        </p:txBody>
      </p:sp>
      <p:sp>
        <p:nvSpPr>
          <p:cNvPr id="54" name="아래쪽 화살표 53"/>
          <p:cNvSpPr/>
          <p:nvPr/>
        </p:nvSpPr>
        <p:spPr>
          <a:xfrm rot="16200000">
            <a:off x="2213071" y="864085"/>
            <a:ext cx="221381" cy="1287718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아래쪽 화살표 54"/>
          <p:cNvSpPr/>
          <p:nvPr/>
        </p:nvSpPr>
        <p:spPr>
          <a:xfrm>
            <a:off x="2967621" y="496985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아래쪽 화살표 55"/>
          <p:cNvSpPr/>
          <p:nvPr/>
        </p:nvSpPr>
        <p:spPr>
          <a:xfrm>
            <a:off x="2967621" y="1181466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순서도: 데이터 65"/>
          <p:cNvSpPr/>
          <p:nvPr/>
        </p:nvSpPr>
        <p:spPr>
          <a:xfrm>
            <a:off x="4589545" y="2847294"/>
            <a:ext cx="1416386" cy="568509"/>
          </a:xfrm>
          <a:prstGeom prst="flowChartInputOutpu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Get Angular Velocity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682738" y="2276281"/>
            <a:ext cx="126124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IMU Sensor</a:t>
            </a:r>
            <a:endParaRPr lang="ko-KR" altLang="en-US" sz="1050" dirty="0"/>
          </a:p>
        </p:txBody>
      </p:sp>
      <p:sp>
        <p:nvSpPr>
          <p:cNvPr id="70" name="아래쪽 화살표 69"/>
          <p:cNvSpPr/>
          <p:nvPr/>
        </p:nvSpPr>
        <p:spPr>
          <a:xfrm>
            <a:off x="5202672" y="2522612"/>
            <a:ext cx="221381" cy="31663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83" name="직선 연결선 82"/>
          <p:cNvCxnSpPr/>
          <p:nvPr/>
        </p:nvCxnSpPr>
        <p:spPr>
          <a:xfrm>
            <a:off x="5305794" y="3424646"/>
            <a:ext cx="0" cy="4257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아래쪽 화살표 88"/>
          <p:cNvSpPr/>
          <p:nvPr/>
        </p:nvSpPr>
        <p:spPr>
          <a:xfrm rot="5400000">
            <a:off x="4740422" y="3387656"/>
            <a:ext cx="221381" cy="909363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6" name="TextBox 125"/>
          <p:cNvSpPr txBox="1"/>
          <p:nvPr/>
        </p:nvSpPr>
        <p:spPr>
          <a:xfrm>
            <a:off x="1775152" y="4675829"/>
            <a:ext cx="2621278" cy="7925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CAN Data to Motor</a:t>
            </a:r>
          </a:p>
          <a:p>
            <a:pPr algn="ctr"/>
            <a:r>
              <a:rPr lang="en-US" altLang="ko-KR" sz="1050" dirty="0"/>
              <a:t>Toe off : Dorsiflexion</a:t>
            </a:r>
          </a:p>
          <a:p>
            <a:pPr algn="ctr"/>
            <a:r>
              <a:rPr lang="en-US" altLang="ko-KR" sz="1050" dirty="0"/>
              <a:t>Foot flat, Foot placement: Plantarflexion</a:t>
            </a:r>
          </a:p>
          <a:p>
            <a:pPr algn="ctr"/>
            <a:r>
              <a:rPr lang="en-US" altLang="ko-KR" sz="1050" dirty="0"/>
              <a:t>Not Toe off : Slow Unload</a:t>
            </a:r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2583861" y="5927105"/>
            <a:ext cx="968869" cy="2049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Finish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-845820" y="373380"/>
            <a:ext cx="200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소프트웨어 </a:t>
            </a:r>
            <a:r>
              <a:rPr lang="ko-KR" altLang="en-US" b="1" dirty="0"/>
              <a:t>중심</a:t>
            </a:r>
          </a:p>
        </p:txBody>
      </p:sp>
      <p:sp>
        <p:nvSpPr>
          <p:cNvPr id="64" name="순서도: 데이터 63"/>
          <p:cNvSpPr/>
          <p:nvPr/>
        </p:nvSpPr>
        <p:spPr>
          <a:xfrm>
            <a:off x="2160843" y="1632094"/>
            <a:ext cx="1849899" cy="443972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Environment Selection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34450" y="2545630"/>
            <a:ext cx="1261247" cy="4154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Algorithm</a:t>
            </a:r>
          </a:p>
          <a:p>
            <a:pPr algn="ctr"/>
            <a:r>
              <a:rPr lang="en-US" altLang="ko-KR" sz="1050" dirty="0"/>
              <a:t>(LG,IC,DC)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5151" y="3415803"/>
            <a:ext cx="2621280" cy="7925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Gait Phase Detection</a:t>
            </a:r>
          </a:p>
          <a:p>
            <a:pPr algn="ctr"/>
            <a:r>
              <a:rPr lang="en-US" altLang="ko-KR" sz="1050"/>
              <a:t>LG : Toe off, Foot flat</a:t>
            </a:r>
          </a:p>
          <a:p>
            <a:pPr algn="ctr"/>
            <a:r>
              <a:rPr lang="en-US" altLang="ko-KR" sz="1050"/>
              <a:t>IC : Toe off, Not Toe off</a:t>
            </a:r>
          </a:p>
          <a:p>
            <a:pPr algn="ctr"/>
            <a:r>
              <a:rPr lang="en-US" altLang="ko-KR" sz="1050"/>
              <a:t>Dc : Toe off, Foot placement</a:t>
            </a:r>
            <a:endParaRPr lang="en-US" altLang="ko-KR" sz="1600" dirty="0"/>
          </a:p>
        </p:txBody>
      </p:sp>
      <p:sp>
        <p:nvSpPr>
          <p:cNvPr id="23" name="아래쪽 화살표 22"/>
          <p:cNvSpPr/>
          <p:nvPr/>
        </p:nvSpPr>
        <p:spPr>
          <a:xfrm>
            <a:off x="2967621" y="2083936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아래쪽 화살표 23"/>
          <p:cNvSpPr/>
          <p:nvPr/>
        </p:nvSpPr>
        <p:spPr>
          <a:xfrm>
            <a:off x="2967621" y="2951042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아래쪽 화살표 24"/>
          <p:cNvSpPr/>
          <p:nvPr/>
        </p:nvSpPr>
        <p:spPr>
          <a:xfrm>
            <a:off x="2967621" y="4218053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아래쪽 화살표 25"/>
          <p:cNvSpPr/>
          <p:nvPr/>
        </p:nvSpPr>
        <p:spPr>
          <a:xfrm>
            <a:off x="2967621" y="5468354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933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2583861" y="282698"/>
            <a:ext cx="968869" cy="2049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Start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8656" y="1300197"/>
            <a:ext cx="1261247" cy="4154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Environmental data from Vision</a:t>
            </a:r>
            <a:endParaRPr lang="ko-KR" altLang="en-US" sz="1050" dirty="0"/>
          </a:p>
        </p:txBody>
      </p:sp>
      <p:sp>
        <p:nvSpPr>
          <p:cNvPr id="53" name="TextBox 52"/>
          <p:cNvSpPr txBox="1"/>
          <p:nvPr/>
        </p:nvSpPr>
        <p:spPr>
          <a:xfrm>
            <a:off x="2434452" y="931640"/>
            <a:ext cx="126124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Initialization</a:t>
            </a:r>
            <a:endParaRPr lang="ko-KR" altLang="en-US" sz="1050" dirty="0"/>
          </a:p>
        </p:txBody>
      </p:sp>
      <p:sp>
        <p:nvSpPr>
          <p:cNvPr id="54" name="아래쪽 화살표 53"/>
          <p:cNvSpPr/>
          <p:nvPr/>
        </p:nvSpPr>
        <p:spPr>
          <a:xfrm rot="16200000">
            <a:off x="2213071" y="864085"/>
            <a:ext cx="221381" cy="1287718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아래쪽 화살표 54"/>
          <p:cNvSpPr/>
          <p:nvPr/>
        </p:nvSpPr>
        <p:spPr>
          <a:xfrm>
            <a:off x="2967621" y="496985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아래쪽 화살표 55"/>
          <p:cNvSpPr/>
          <p:nvPr/>
        </p:nvSpPr>
        <p:spPr>
          <a:xfrm>
            <a:off x="2967621" y="1181466"/>
            <a:ext cx="221381" cy="44805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아래쪽 화살표 56"/>
          <p:cNvSpPr/>
          <p:nvPr/>
        </p:nvSpPr>
        <p:spPr>
          <a:xfrm>
            <a:off x="2969480" y="2088671"/>
            <a:ext cx="221381" cy="63446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순서도: 데이터 65"/>
          <p:cNvSpPr/>
          <p:nvPr/>
        </p:nvSpPr>
        <p:spPr>
          <a:xfrm>
            <a:off x="4234225" y="1943443"/>
            <a:ext cx="1416386" cy="568509"/>
          </a:xfrm>
          <a:prstGeom prst="flowChartInputOutpu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Get Angular Velocity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327418" y="1372430"/>
            <a:ext cx="1261247" cy="2539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IMU Sensor</a:t>
            </a:r>
            <a:endParaRPr lang="ko-KR" altLang="en-US" sz="1050" dirty="0"/>
          </a:p>
        </p:txBody>
      </p:sp>
      <p:sp>
        <p:nvSpPr>
          <p:cNvPr id="70" name="아래쪽 화살표 69"/>
          <p:cNvSpPr/>
          <p:nvPr/>
        </p:nvSpPr>
        <p:spPr>
          <a:xfrm>
            <a:off x="4847352" y="1618761"/>
            <a:ext cx="221381" cy="316631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83" name="직선 연결선 82"/>
          <p:cNvCxnSpPr>
            <a:endCxn id="89" idx="0"/>
          </p:cNvCxnSpPr>
          <p:nvPr/>
        </p:nvCxnSpPr>
        <p:spPr>
          <a:xfrm>
            <a:off x="4950474" y="2520795"/>
            <a:ext cx="0" cy="4257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아래쪽 화살표 88"/>
          <p:cNvSpPr/>
          <p:nvPr/>
        </p:nvSpPr>
        <p:spPr>
          <a:xfrm rot="5400000">
            <a:off x="4212395" y="2319163"/>
            <a:ext cx="221381" cy="1254778"/>
          </a:xfrm>
          <a:prstGeom prst="downArrow">
            <a:avLst>
              <a:gd name="adj1" fmla="val 11907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3" name="순서도: 판단 92"/>
          <p:cNvSpPr/>
          <p:nvPr/>
        </p:nvSpPr>
        <p:spPr>
          <a:xfrm>
            <a:off x="1158240" y="3700527"/>
            <a:ext cx="3823160" cy="1167901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Gait Phase Detection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[CCW - (LG, IC, DC) : Toe off] </a:t>
            </a:r>
            <a:r>
              <a:rPr lang="en-US" altLang="ko-KR" sz="11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[CW - LG : Foot flat , IC : Not Toe off, DC : Foot placement]</a:t>
            </a:r>
          </a:p>
        </p:txBody>
      </p:sp>
      <p:sp>
        <p:nvSpPr>
          <p:cNvPr id="94" name="아래쪽 화살표 93"/>
          <p:cNvSpPr/>
          <p:nvPr/>
        </p:nvSpPr>
        <p:spPr>
          <a:xfrm>
            <a:off x="2954384" y="3159646"/>
            <a:ext cx="221381" cy="530506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1" name="아래쪽 화살표 100"/>
          <p:cNvSpPr/>
          <p:nvPr/>
        </p:nvSpPr>
        <p:spPr>
          <a:xfrm>
            <a:off x="627674" y="4289915"/>
            <a:ext cx="221381" cy="63446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2" name="직선 연결선 101"/>
          <p:cNvCxnSpPr>
            <a:stCxn id="101" idx="0"/>
          </p:cNvCxnSpPr>
          <p:nvPr/>
        </p:nvCxnSpPr>
        <p:spPr>
          <a:xfrm flipV="1">
            <a:off x="738364" y="4286524"/>
            <a:ext cx="419876" cy="339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아래쪽 화살표 108"/>
          <p:cNvSpPr/>
          <p:nvPr/>
        </p:nvSpPr>
        <p:spPr>
          <a:xfrm>
            <a:off x="5290587" y="4286524"/>
            <a:ext cx="221381" cy="634465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0" name="TextBox 119"/>
          <p:cNvSpPr txBox="1"/>
          <p:nvPr/>
        </p:nvSpPr>
        <p:spPr>
          <a:xfrm>
            <a:off x="541047" y="4030976"/>
            <a:ext cx="6485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Toe off</a:t>
            </a:r>
            <a:endParaRPr lang="ko-KR" altLang="en-US" sz="900" dirty="0"/>
          </a:p>
        </p:txBody>
      </p:sp>
      <p:sp>
        <p:nvSpPr>
          <p:cNvPr id="126" name="TextBox 125"/>
          <p:cNvSpPr txBox="1"/>
          <p:nvPr/>
        </p:nvSpPr>
        <p:spPr>
          <a:xfrm>
            <a:off x="213113" y="4914548"/>
            <a:ext cx="1050501" cy="40780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500" dirty="0"/>
          </a:p>
          <a:p>
            <a:pPr algn="ctr"/>
            <a:r>
              <a:rPr lang="en-US" altLang="ko-KR" sz="1050" dirty="0"/>
              <a:t>Dorsiflexion</a:t>
            </a:r>
          </a:p>
          <a:p>
            <a:pPr algn="ctr"/>
            <a:endParaRPr lang="en-US" altLang="ko-KR" sz="500" dirty="0"/>
          </a:p>
        </p:txBody>
      </p:sp>
      <p:sp>
        <p:nvSpPr>
          <p:cNvPr id="127" name="TextBox 126"/>
          <p:cNvSpPr txBox="1"/>
          <p:nvPr/>
        </p:nvSpPr>
        <p:spPr>
          <a:xfrm>
            <a:off x="4454748" y="4896533"/>
            <a:ext cx="1671677" cy="4154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LG, DC : Plantarflexion</a:t>
            </a:r>
          </a:p>
          <a:p>
            <a:pPr algn="ctr"/>
            <a:r>
              <a:rPr lang="en-US" altLang="ko-KR" sz="1050" dirty="0"/>
              <a:t>IC : Slow Unload</a:t>
            </a:r>
            <a:endParaRPr lang="ko-KR" altLang="en-US" sz="1050" dirty="0"/>
          </a:p>
        </p:txBody>
      </p:sp>
      <p:sp>
        <p:nvSpPr>
          <p:cNvPr id="134" name="아래쪽 화살표 133"/>
          <p:cNvSpPr/>
          <p:nvPr/>
        </p:nvSpPr>
        <p:spPr>
          <a:xfrm rot="16899190">
            <a:off x="1569212" y="4554832"/>
            <a:ext cx="221381" cy="195911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2583861" y="5720392"/>
            <a:ext cx="968869" cy="2049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Finish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-845820" y="373380"/>
            <a:ext cx="200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소프트웨어 </a:t>
            </a:r>
            <a:r>
              <a:rPr lang="ko-KR" altLang="en-US" b="1" dirty="0"/>
              <a:t>중심</a:t>
            </a:r>
          </a:p>
        </p:txBody>
      </p:sp>
      <p:sp>
        <p:nvSpPr>
          <p:cNvPr id="64" name="순서도: 데이터 63"/>
          <p:cNvSpPr/>
          <p:nvPr/>
        </p:nvSpPr>
        <p:spPr>
          <a:xfrm>
            <a:off x="2160843" y="1632094"/>
            <a:ext cx="1849899" cy="443972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Environment Selection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34450" y="2743338"/>
            <a:ext cx="1261247" cy="4154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Algorithm</a:t>
            </a:r>
          </a:p>
          <a:p>
            <a:pPr algn="ctr"/>
            <a:r>
              <a:rPr lang="en-US" altLang="ko-KR" sz="1050" dirty="0"/>
              <a:t>(LG,IC,DC)</a:t>
            </a:r>
          </a:p>
        </p:txBody>
      </p:sp>
      <p:cxnSp>
        <p:nvCxnSpPr>
          <p:cNvPr id="68" name="직선 연결선 67"/>
          <p:cNvCxnSpPr/>
          <p:nvPr/>
        </p:nvCxnSpPr>
        <p:spPr>
          <a:xfrm flipV="1">
            <a:off x="4987185" y="4283133"/>
            <a:ext cx="419876" cy="339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45458" y="4030976"/>
            <a:ext cx="8346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Not Toe off</a:t>
            </a:r>
            <a:endParaRPr lang="ko-KR" altLang="en-US" sz="900" dirty="0"/>
          </a:p>
        </p:txBody>
      </p:sp>
      <p:sp>
        <p:nvSpPr>
          <p:cNvPr id="74" name="아래쪽 화살표 73"/>
          <p:cNvSpPr/>
          <p:nvPr/>
        </p:nvSpPr>
        <p:spPr>
          <a:xfrm rot="4614229">
            <a:off x="4357429" y="4551441"/>
            <a:ext cx="221381" cy="1959114"/>
          </a:xfrm>
          <a:prstGeom prst="downArrow">
            <a:avLst>
              <a:gd name="adj1" fmla="val 11905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071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F53626AB-E15C-F01E-8DCE-516FE83E0734}"/>
              </a:ext>
            </a:extLst>
          </p:cNvPr>
          <p:cNvSpPr txBox="1"/>
          <p:nvPr/>
        </p:nvSpPr>
        <p:spPr>
          <a:xfrm>
            <a:off x="-860801" y="1690252"/>
            <a:ext cx="1373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 – level</a:t>
            </a:r>
            <a:endParaRPr lang="ko-KR" altLang="en-US" sz="1600" b="1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4BB5B9E-F58D-12D4-090E-24A495B01C73}"/>
              </a:ext>
            </a:extLst>
          </p:cNvPr>
          <p:cNvSpPr txBox="1"/>
          <p:nvPr/>
        </p:nvSpPr>
        <p:spPr>
          <a:xfrm>
            <a:off x="-864695" y="3228261"/>
            <a:ext cx="1373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Mid – level</a:t>
            </a:r>
            <a:endParaRPr lang="ko-KR" altLang="en-US" sz="1600" b="1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E8D290F-D9E1-2F70-09A7-5B9AD6E66310}"/>
              </a:ext>
            </a:extLst>
          </p:cNvPr>
          <p:cNvSpPr txBox="1"/>
          <p:nvPr/>
        </p:nvSpPr>
        <p:spPr>
          <a:xfrm>
            <a:off x="-1054427" y="5776356"/>
            <a:ext cx="1373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Low – level</a:t>
            </a:r>
            <a:endParaRPr lang="ko-KR" altLang="en-US" sz="16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2111D4E-4853-0648-CFDC-C9654D7BB9B8}"/>
              </a:ext>
            </a:extLst>
          </p:cNvPr>
          <p:cNvGrpSpPr/>
          <p:nvPr/>
        </p:nvGrpSpPr>
        <p:grpSpPr>
          <a:xfrm>
            <a:off x="1522980" y="516752"/>
            <a:ext cx="6860041" cy="5598159"/>
            <a:chOff x="2658571" y="489858"/>
            <a:chExt cx="6860041" cy="5598159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540166" y="489858"/>
              <a:ext cx="968869" cy="20498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640344" y="1369855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 data from RGB camera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81768" y="981980"/>
              <a:ext cx="1261247" cy="25391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Initialization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2DDC4B0-3561-8800-31C2-5D4EAD570D75}"/>
                </a:ext>
              </a:extLst>
            </p:cNvPr>
            <p:cNvCxnSpPr>
              <a:cxnSpLocks/>
            </p:cNvCxnSpPr>
            <p:nvPr/>
          </p:nvCxnSpPr>
          <p:spPr>
            <a:xfrm>
              <a:off x="4917115" y="1607080"/>
              <a:ext cx="221282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C680BF-2616-FF2C-3554-6D52DA90992E}"/>
                </a:ext>
              </a:extLst>
            </p:cNvPr>
            <p:cNvSpPr txBox="1"/>
            <p:nvPr/>
          </p:nvSpPr>
          <p:spPr>
            <a:xfrm>
              <a:off x="7114412" y="1381910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 Velocity from IMU Sensor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DEE9C76-2144-4AE8-5F44-8969CF3EB337}"/>
                </a:ext>
              </a:extLst>
            </p:cNvPr>
            <p:cNvCxnSpPr>
              <a:cxnSpLocks/>
            </p:cNvCxnSpPr>
            <p:nvPr/>
          </p:nvCxnSpPr>
          <p:spPr>
            <a:xfrm>
              <a:off x="6023526" y="694840"/>
              <a:ext cx="0" cy="288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1142B78-FBF3-4042-0196-9456DE8C6D1B}"/>
                </a:ext>
              </a:extLst>
            </p:cNvPr>
            <p:cNvCxnSpPr>
              <a:cxnSpLocks/>
            </p:cNvCxnSpPr>
            <p:nvPr/>
          </p:nvCxnSpPr>
          <p:spPr>
            <a:xfrm>
              <a:off x="6025642" y="1238010"/>
              <a:ext cx="0" cy="3690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DFAE85-CDFB-A18A-4CAA-3A354DD8CC6F}"/>
                </a:ext>
              </a:extLst>
            </p:cNvPr>
            <p:cNvSpPr txBox="1"/>
            <p:nvPr/>
          </p:nvSpPr>
          <p:spPr>
            <a:xfrm>
              <a:off x="3563129" y="2139858"/>
              <a:ext cx="1261247" cy="5770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 Classification</a:t>
              </a:r>
            </a:p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(LG,IC,DC)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CD6275-CD2D-2D8C-3848-AD2A5BFF9211}"/>
                </a:ext>
              </a:extLst>
            </p:cNvPr>
            <p:cNvSpPr txBox="1"/>
            <p:nvPr/>
          </p:nvSpPr>
          <p:spPr>
            <a:xfrm>
              <a:off x="7114412" y="2139858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Phase Detection</a:t>
              </a:r>
              <a:endParaRPr lang="en-US" altLang="ko-KR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BCFF79D-D682-6239-CE63-10D2DA671451}"/>
                </a:ext>
              </a:extLst>
            </p:cNvPr>
            <p:cNvCxnSpPr>
              <a:cxnSpLocks/>
              <a:stCxn id="13" idx="2"/>
              <a:endCxn id="4" idx="0"/>
            </p:cNvCxnSpPr>
            <p:nvPr/>
          </p:nvCxnSpPr>
          <p:spPr>
            <a:xfrm>
              <a:off x="7745036" y="1797408"/>
              <a:ext cx="0" cy="34245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5CBF89-3BD5-B8F1-FF17-DE89D486DFBA}"/>
                </a:ext>
              </a:extLst>
            </p:cNvPr>
            <p:cNvCxnSpPr>
              <a:cxnSpLocks/>
              <a:stCxn id="34" idx="4"/>
              <a:endCxn id="93" idx="0"/>
            </p:cNvCxnSpPr>
            <p:nvPr/>
          </p:nvCxnSpPr>
          <p:spPr>
            <a:xfrm>
              <a:off x="6021361" y="2380886"/>
              <a:ext cx="2165" cy="56225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0F38ED0-735E-D87B-BF05-65879331B10D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flipV="1">
              <a:off x="4824376" y="2347607"/>
              <a:ext cx="229003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D39EFDF-0603-994D-014E-FAFDC64A9585}"/>
                </a:ext>
              </a:extLst>
            </p:cNvPr>
            <p:cNvSpPr/>
            <p:nvPr/>
          </p:nvSpPr>
          <p:spPr>
            <a:xfrm>
              <a:off x="5985361" y="230888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BC9F041-8D66-F2C1-61DF-997CBC3D96CC}"/>
                </a:ext>
              </a:extLst>
            </p:cNvPr>
            <p:cNvCxnSpPr>
              <a:cxnSpLocks/>
            </p:cNvCxnSpPr>
            <p:nvPr/>
          </p:nvCxnSpPr>
          <p:spPr>
            <a:xfrm>
              <a:off x="4248544" y="1785353"/>
              <a:ext cx="0" cy="34245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049BBA8D-395F-190E-D54C-7D29E33E2A8F}"/>
                </a:ext>
              </a:extLst>
            </p:cNvPr>
            <p:cNvGrpSpPr/>
            <p:nvPr/>
          </p:nvGrpSpPr>
          <p:grpSpPr>
            <a:xfrm>
              <a:off x="2658571" y="2943140"/>
              <a:ext cx="6860041" cy="3144877"/>
              <a:chOff x="2658571" y="2943140"/>
              <a:chExt cx="6860041" cy="3144877"/>
            </a:xfrm>
          </p:grpSpPr>
          <p:sp>
            <p:nvSpPr>
              <p:cNvPr id="93" name="순서도: 판단 92"/>
              <p:cNvSpPr/>
              <p:nvPr/>
            </p:nvSpPr>
            <p:spPr>
              <a:xfrm>
                <a:off x="4171259" y="2943140"/>
                <a:ext cx="3704533" cy="758770"/>
              </a:xfrm>
              <a:prstGeom prst="flowChartDecis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Gait Environment-based </a:t>
                </a:r>
              </a:p>
              <a:p>
                <a:pPr algn="ctr"/>
                <a:r>
                  <a:rPr lang="en-US" altLang="ko-KR" sz="105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Exoskeleton control strategy</a:t>
                </a:r>
                <a:endPara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모서리가 둥근 직사각형 134"/>
              <p:cNvSpPr/>
              <p:nvPr/>
            </p:nvSpPr>
            <p:spPr>
              <a:xfrm>
                <a:off x="5557587" y="5883035"/>
                <a:ext cx="968869" cy="20498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Finish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순서도: 판단 43">
                <a:extLst>
                  <a:ext uri="{FF2B5EF4-FFF2-40B4-BE49-F238E27FC236}">
                    <a16:creationId xmlns:a16="http://schemas.microsoft.com/office/drawing/2014/main" id="{9B4A010A-2CDB-0F44-49B4-E87DF648F31D}"/>
                  </a:ext>
                </a:extLst>
              </p:cNvPr>
              <p:cNvSpPr/>
              <p:nvPr/>
            </p:nvSpPr>
            <p:spPr>
              <a:xfrm>
                <a:off x="3098119" y="4097743"/>
                <a:ext cx="1199496" cy="552450"/>
              </a:xfrm>
              <a:prstGeom prst="flowChartDecision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Ground</a:t>
                </a:r>
                <a:endParaRPr lang="en-US" altLang="ko-KR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994174-6160-0BD4-0F2A-1F41391A1EBD}"/>
                  </a:ext>
                </a:extLst>
              </p:cNvPr>
              <p:cNvSpPr txBox="1"/>
              <p:nvPr/>
            </p:nvSpPr>
            <p:spPr>
              <a:xfrm>
                <a:off x="2969395" y="4007979"/>
                <a:ext cx="589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Toe off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EAA15E-BB77-8C34-CA77-91F3A4763982}"/>
                  </a:ext>
                </a:extLst>
              </p:cNvPr>
              <p:cNvSpPr txBox="1"/>
              <p:nvPr/>
            </p:nvSpPr>
            <p:spPr>
              <a:xfrm>
                <a:off x="3872929" y="3982789"/>
                <a:ext cx="6349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Foot flat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2603319-1CD8-2C0B-78FC-4F17C7ED20C1}"/>
                  </a:ext>
                </a:extLst>
              </p:cNvPr>
              <p:cNvSpPr txBox="1"/>
              <p:nvPr/>
            </p:nvSpPr>
            <p:spPr>
              <a:xfrm>
                <a:off x="2658571" y="4810611"/>
                <a:ext cx="871250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D36D9F-B5E5-5C74-A3B3-E29560AA9B8A}"/>
                  </a:ext>
                </a:extLst>
              </p:cNvPr>
              <p:cNvSpPr txBox="1"/>
              <p:nvPr/>
            </p:nvSpPr>
            <p:spPr>
              <a:xfrm>
                <a:off x="3838333" y="4810611"/>
                <a:ext cx="918563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Plantarflexion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3E2D51A5-EA6B-8AB5-AAB0-507ED3D8213D}"/>
                  </a:ext>
                </a:extLst>
              </p:cNvPr>
              <p:cNvCxnSpPr>
                <a:cxnSpLocks/>
                <a:endCxn id="24" idx="0"/>
              </p:cNvCxnSpPr>
              <p:nvPr/>
            </p:nvCxnSpPr>
            <p:spPr>
              <a:xfrm>
                <a:off x="3098119" y="4383665"/>
                <a:ext cx="8055" cy="453796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E4CAA220-B031-6413-6325-8E4EC9B34215}"/>
                  </a:ext>
                </a:extLst>
              </p:cNvPr>
              <p:cNvCxnSpPr>
                <a:cxnSpLocks/>
                <a:endCxn id="26" idx="0"/>
              </p:cNvCxnSpPr>
              <p:nvPr/>
            </p:nvCxnSpPr>
            <p:spPr>
              <a:xfrm flipH="1">
                <a:off x="4297614" y="4360828"/>
                <a:ext cx="1" cy="45651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순서도: 판단 51">
                <a:extLst>
                  <a:ext uri="{FF2B5EF4-FFF2-40B4-BE49-F238E27FC236}">
                    <a16:creationId xmlns:a16="http://schemas.microsoft.com/office/drawing/2014/main" id="{595D50D5-A440-BB6B-E36D-E23BF2EE655A}"/>
                  </a:ext>
                </a:extLst>
              </p:cNvPr>
              <p:cNvSpPr/>
              <p:nvPr/>
            </p:nvSpPr>
            <p:spPr>
              <a:xfrm>
                <a:off x="5412644" y="4108549"/>
                <a:ext cx="1199496" cy="552450"/>
              </a:xfrm>
              <a:prstGeom prst="flowChartDecision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Decline</a:t>
                </a:r>
                <a:endParaRPr lang="en-US" altLang="ko-KR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115E089-7AEF-433E-CF41-04DC953F514C}"/>
                  </a:ext>
                </a:extLst>
              </p:cNvPr>
              <p:cNvSpPr txBox="1"/>
              <p:nvPr/>
            </p:nvSpPr>
            <p:spPr>
              <a:xfrm>
                <a:off x="5304933" y="3987832"/>
                <a:ext cx="589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Toe off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FAEDBB9-1504-9FAC-1E3F-21C5C8B359D5}"/>
                  </a:ext>
                </a:extLst>
              </p:cNvPr>
              <p:cNvSpPr txBox="1"/>
              <p:nvPr/>
            </p:nvSpPr>
            <p:spPr>
              <a:xfrm>
                <a:off x="6231974" y="3980624"/>
                <a:ext cx="6349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2CF9494-08C5-2A11-A572-1D8FD395A329}"/>
                  </a:ext>
                </a:extLst>
              </p:cNvPr>
              <p:cNvSpPr txBox="1"/>
              <p:nvPr/>
            </p:nvSpPr>
            <p:spPr>
              <a:xfrm>
                <a:off x="4973096" y="4828026"/>
                <a:ext cx="871250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343350-2501-F6E4-D8EB-1F8D0C9AE1FB}"/>
                  </a:ext>
                </a:extLst>
              </p:cNvPr>
              <p:cNvSpPr txBox="1"/>
              <p:nvPr/>
            </p:nvSpPr>
            <p:spPr>
              <a:xfrm>
                <a:off x="6152858" y="4828026"/>
                <a:ext cx="918563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Slow unload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D4F8C551-BA3C-BF84-B971-F70700B423B9}"/>
                  </a:ext>
                </a:extLst>
              </p:cNvPr>
              <p:cNvCxnSpPr>
                <a:cxnSpLocks/>
                <a:endCxn id="28" idx="0"/>
              </p:cNvCxnSpPr>
              <p:nvPr/>
            </p:nvCxnSpPr>
            <p:spPr>
              <a:xfrm flipH="1">
                <a:off x="5408721" y="4394471"/>
                <a:ext cx="3923" cy="44298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F9DDB0BE-2BCE-5CDE-985E-C0D9DC0B2B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2140" y="4371634"/>
                <a:ext cx="0" cy="46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순서도: 판단 59">
                <a:extLst>
                  <a:ext uri="{FF2B5EF4-FFF2-40B4-BE49-F238E27FC236}">
                    <a16:creationId xmlns:a16="http://schemas.microsoft.com/office/drawing/2014/main" id="{BEEDCF0E-736B-FA24-45AE-2A29B9DD910B}"/>
                  </a:ext>
                </a:extLst>
              </p:cNvPr>
              <p:cNvSpPr/>
              <p:nvPr/>
            </p:nvSpPr>
            <p:spPr>
              <a:xfrm>
                <a:off x="7778794" y="4101462"/>
                <a:ext cx="1199496" cy="552450"/>
              </a:xfrm>
              <a:prstGeom prst="flowChartDecision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Incline</a:t>
                </a:r>
                <a:endParaRPr lang="en-US" altLang="ko-KR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31E197A-BD11-A6D3-C2FA-0D568EED03AF}"/>
                  </a:ext>
                </a:extLst>
              </p:cNvPr>
              <p:cNvSpPr txBox="1"/>
              <p:nvPr/>
            </p:nvSpPr>
            <p:spPr>
              <a:xfrm>
                <a:off x="7650709" y="3938588"/>
                <a:ext cx="589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Toe off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A6EAF4C-7E6B-A450-9C1A-FA40B7FDDF89}"/>
                  </a:ext>
                </a:extLst>
              </p:cNvPr>
              <p:cNvSpPr txBox="1"/>
              <p:nvPr/>
            </p:nvSpPr>
            <p:spPr>
              <a:xfrm>
                <a:off x="8530445" y="3955561"/>
                <a:ext cx="98816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Foot placement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02B01E4-02EC-8CEF-3FCE-7DE2D145AD0F}"/>
                  </a:ext>
                </a:extLst>
              </p:cNvPr>
              <p:cNvSpPr txBox="1"/>
              <p:nvPr/>
            </p:nvSpPr>
            <p:spPr>
              <a:xfrm>
                <a:off x="7339246" y="4828026"/>
                <a:ext cx="871250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A05C9F4-3746-3B36-4B4C-B5E8287B16E6}"/>
                  </a:ext>
                </a:extLst>
              </p:cNvPr>
              <p:cNvSpPr txBox="1"/>
              <p:nvPr/>
            </p:nvSpPr>
            <p:spPr>
              <a:xfrm>
                <a:off x="8519008" y="4828026"/>
                <a:ext cx="918563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Plantarflexion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0A5021C4-7B9E-3FD2-AC1F-3A5405CCA6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8794" y="4387384"/>
                <a:ext cx="0" cy="46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5C627F50-74F5-984D-9B67-6F0AF09871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8290" y="4371634"/>
                <a:ext cx="0" cy="46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6BDB741B-84FE-5524-8183-FBC85D13F3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22527" y="3701910"/>
                <a:ext cx="0" cy="39955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BC1B775E-D395-24D8-A08C-D52DE14A97D8}"/>
                  </a:ext>
                </a:extLst>
              </p:cNvPr>
              <p:cNvGrpSpPr/>
              <p:nvPr/>
            </p:nvGrpSpPr>
            <p:grpSpPr>
              <a:xfrm>
                <a:off x="3094196" y="5060525"/>
                <a:ext cx="1214205" cy="235249"/>
                <a:chOff x="2172231" y="4989894"/>
                <a:chExt cx="1214205" cy="235249"/>
              </a:xfrm>
            </p:grpSpPr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DE979D17-F8C7-49AE-B324-5F5590F915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3003" y="4989894"/>
                  <a:ext cx="0" cy="21383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86D7E8D6-6D9C-3A19-9BE3-F009E14C08E6}"/>
                    </a:ext>
                  </a:extLst>
                </p:cNvPr>
                <p:cNvCxnSpPr/>
                <p:nvPr/>
              </p:nvCxnSpPr>
              <p:spPr>
                <a:xfrm>
                  <a:off x="3386436" y="5011311"/>
                  <a:ext cx="0" cy="21383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02955566-0183-96BE-7E1D-54F65BE9AC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2231" y="5216435"/>
                  <a:ext cx="121420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BFE8A717-74DC-D961-C386-36657CA7E911}"/>
                  </a:ext>
                </a:extLst>
              </p:cNvPr>
              <p:cNvGrpSpPr/>
              <p:nvPr/>
            </p:nvGrpSpPr>
            <p:grpSpPr>
              <a:xfrm>
                <a:off x="5434919" y="5081942"/>
                <a:ext cx="1214205" cy="213832"/>
                <a:chOff x="2172231" y="5011311"/>
                <a:chExt cx="1214205" cy="213832"/>
              </a:xfrm>
            </p:grpSpPr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1EB8A72A-F448-6DBE-C822-309B437CD96E}"/>
                    </a:ext>
                  </a:extLst>
                </p:cNvPr>
                <p:cNvCxnSpPr/>
                <p:nvPr/>
              </p:nvCxnSpPr>
              <p:spPr>
                <a:xfrm>
                  <a:off x="2172231" y="5011311"/>
                  <a:ext cx="0" cy="21383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직선 연결선 81">
                  <a:extLst>
                    <a:ext uri="{FF2B5EF4-FFF2-40B4-BE49-F238E27FC236}">
                      <a16:creationId xmlns:a16="http://schemas.microsoft.com/office/drawing/2014/main" id="{120975B5-16E9-746F-054A-E6471CE8CE9F}"/>
                    </a:ext>
                  </a:extLst>
                </p:cNvPr>
                <p:cNvCxnSpPr/>
                <p:nvPr/>
              </p:nvCxnSpPr>
              <p:spPr>
                <a:xfrm>
                  <a:off x="3386436" y="5011311"/>
                  <a:ext cx="0" cy="21383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B6D0732-2570-F787-2CDB-2A65401ACC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2231" y="5216435"/>
                  <a:ext cx="121420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0AD00393-3618-B9EB-16D1-D37AFCE9B294}"/>
                  </a:ext>
                </a:extLst>
              </p:cNvPr>
              <p:cNvGrpSpPr/>
              <p:nvPr/>
            </p:nvGrpSpPr>
            <p:grpSpPr>
              <a:xfrm>
                <a:off x="7792237" y="5108506"/>
                <a:ext cx="1214205" cy="213832"/>
                <a:chOff x="2172231" y="5011311"/>
                <a:chExt cx="1214205" cy="213832"/>
              </a:xfrm>
            </p:grpSpPr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E562EEF-C493-3799-71CD-09B66903DEEC}"/>
                    </a:ext>
                  </a:extLst>
                </p:cNvPr>
                <p:cNvCxnSpPr/>
                <p:nvPr/>
              </p:nvCxnSpPr>
              <p:spPr>
                <a:xfrm>
                  <a:off x="2172231" y="5011311"/>
                  <a:ext cx="0" cy="21383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직선 연결선 86">
                  <a:extLst>
                    <a:ext uri="{FF2B5EF4-FFF2-40B4-BE49-F238E27FC236}">
                      <a16:creationId xmlns:a16="http://schemas.microsoft.com/office/drawing/2014/main" id="{52F63985-C3A1-8F9F-8B01-A637453EA004}"/>
                    </a:ext>
                  </a:extLst>
                </p:cNvPr>
                <p:cNvCxnSpPr/>
                <p:nvPr/>
              </p:nvCxnSpPr>
              <p:spPr>
                <a:xfrm>
                  <a:off x="3386436" y="5011311"/>
                  <a:ext cx="0" cy="21383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5EA967DF-5AD4-83B5-5579-F43D60BB85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2231" y="5216435"/>
                  <a:ext cx="121420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CB5600DB-484B-D049-4961-A6CA748F51FD}"/>
                  </a:ext>
                </a:extLst>
              </p:cNvPr>
              <p:cNvGrpSpPr/>
              <p:nvPr/>
            </p:nvGrpSpPr>
            <p:grpSpPr>
              <a:xfrm>
                <a:off x="3687570" y="5278359"/>
                <a:ext cx="4711768" cy="213832"/>
                <a:chOff x="2172231" y="5011311"/>
                <a:chExt cx="1184132" cy="213832"/>
              </a:xfrm>
            </p:grpSpPr>
            <p:cxnSp>
              <p:nvCxnSpPr>
                <p:cNvPr id="96" name="직선 연결선 95">
                  <a:extLst>
                    <a:ext uri="{FF2B5EF4-FFF2-40B4-BE49-F238E27FC236}">
                      <a16:creationId xmlns:a16="http://schemas.microsoft.com/office/drawing/2014/main" id="{6B6F2218-F5DC-9039-0C1C-1F0EB09D6439}"/>
                    </a:ext>
                  </a:extLst>
                </p:cNvPr>
                <p:cNvCxnSpPr/>
                <p:nvPr/>
              </p:nvCxnSpPr>
              <p:spPr>
                <a:xfrm>
                  <a:off x="2172231" y="5011311"/>
                  <a:ext cx="0" cy="21383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직선 연결선 96">
                  <a:extLst>
                    <a:ext uri="{FF2B5EF4-FFF2-40B4-BE49-F238E27FC236}">
                      <a16:creationId xmlns:a16="http://schemas.microsoft.com/office/drawing/2014/main" id="{9456D1A6-1A35-3084-C006-47A00E2F6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56363" y="5046582"/>
                  <a:ext cx="0" cy="16985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0ACA96F-B4CA-AF6C-138D-74872B3CB8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72231" y="5216435"/>
                  <a:ext cx="1184132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298CCBC-7DCF-D958-385B-34F0F1C4A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42022" y="5287066"/>
                <a:ext cx="0" cy="58633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AD725E2C-D707-08BA-B613-1868EA68FBE1}"/>
                  </a:ext>
                </a:extLst>
              </p:cNvPr>
              <p:cNvGrpSpPr/>
              <p:nvPr/>
            </p:nvGrpSpPr>
            <p:grpSpPr>
              <a:xfrm>
                <a:off x="3690512" y="3312471"/>
                <a:ext cx="480747" cy="803408"/>
                <a:chOff x="2753208" y="3150995"/>
                <a:chExt cx="480747" cy="803408"/>
              </a:xfrm>
            </p:grpSpPr>
            <p:cxnSp>
              <p:nvCxnSpPr>
                <p:cNvPr id="111" name="직선 연결선 110">
                  <a:extLst>
                    <a:ext uri="{FF2B5EF4-FFF2-40B4-BE49-F238E27FC236}">
                      <a16:creationId xmlns:a16="http://schemas.microsoft.com/office/drawing/2014/main" id="{39FBF5B6-5D21-BB58-C569-2A5C602413FF}"/>
                    </a:ext>
                  </a:extLst>
                </p:cNvPr>
                <p:cNvCxnSpPr>
                  <a:cxnSpLocks/>
                  <a:stCxn id="93" idx="1"/>
                </p:cNvCxnSpPr>
                <p:nvPr/>
              </p:nvCxnSpPr>
              <p:spPr>
                <a:xfrm flipH="1" flipV="1">
                  <a:off x="2753208" y="3150995"/>
                  <a:ext cx="480747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2A9473DD-8DDD-FA09-1696-11A88EAF72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53208" y="3159231"/>
                  <a:ext cx="7355" cy="79517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06708AB6-F9C5-AE6D-3158-01CF005FEB83}"/>
                  </a:ext>
                </a:extLst>
              </p:cNvPr>
              <p:cNvGrpSpPr/>
              <p:nvPr/>
            </p:nvGrpSpPr>
            <p:grpSpPr>
              <a:xfrm flipH="1">
                <a:off x="7875792" y="3315868"/>
                <a:ext cx="499867" cy="803408"/>
                <a:chOff x="2753208" y="3150995"/>
                <a:chExt cx="499867" cy="803408"/>
              </a:xfrm>
            </p:grpSpPr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5776D47A-33E4-203D-63C6-77DC2EAB53DA}"/>
                    </a:ext>
                  </a:extLst>
                </p:cNvPr>
                <p:cNvCxnSpPr>
                  <a:cxnSpLocks/>
                  <a:stCxn id="93" idx="3"/>
                </p:cNvCxnSpPr>
                <p:nvPr/>
              </p:nvCxnSpPr>
              <p:spPr>
                <a:xfrm flipH="1" flipV="1">
                  <a:off x="2753208" y="3150995"/>
                  <a:ext cx="499867" cy="665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85EA9A78-0A6C-5C28-5A80-4AE83CD455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53208" y="3159231"/>
                  <a:ext cx="7355" cy="79517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42E303E5-A43B-0408-ABF4-5266ED3ACA64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964631" y="284454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1A040A36-E11F-3575-2580-87617A3CDD12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191362" y="205253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14E19A77-F247-53E7-619B-6EF172607421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7686515" y="204126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3E09082D-ECDA-880B-6CA8-A142675A47A1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962841" y="152639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8EBCC22C-A475-87DF-9FD0-F2896BF9D30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962841" y="890947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C7F71C7D-EC20-0AEE-50FB-5E60AE57119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640344" y="399279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C6BFC0C8-0413-ED22-E529-CFAD36EF83DE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962840" y="399279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294DBE91-E70B-3DE2-90B3-C2C0E7D40960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8335296" y="4015464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41553197-565B-8222-5797-8DB2A933F1B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985361" y="579271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>
              <a:extLst>
                <a:ext uri="{FF2B5EF4-FFF2-40B4-BE49-F238E27FC236}">
                  <a16:creationId xmlns:a16="http://schemas.microsoft.com/office/drawing/2014/main" id="{98928EA1-C643-9DBF-E011-9FCA9BE2E20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047654" y="473886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5ED8E474-2C19-B883-7D59-CF3467108FFA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239094" y="471874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698362D3-645D-E956-A42F-5F33AF8EF09B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350201" y="473886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8794AF54-F3D1-1A5B-B411-1936F8020BF4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6563456" y="4738864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73A23CE7-E1DD-AD64-6AA8-2A6ED8DA74ED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7721753" y="474997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F033D79C-526A-ADAE-C117-505B36EAB74A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8919884" y="473886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2486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71CEF9B7-56E0-A929-7CCB-65B96864424D}"/>
              </a:ext>
            </a:extLst>
          </p:cNvPr>
          <p:cNvGrpSpPr/>
          <p:nvPr/>
        </p:nvGrpSpPr>
        <p:grpSpPr>
          <a:xfrm>
            <a:off x="711575" y="-539931"/>
            <a:ext cx="9642916" cy="6613179"/>
            <a:chOff x="1854575" y="972936"/>
            <a:chExt cx="6761304" cy="5100311"/>
          </a:xfrm>
        </p:grpSpPr>
        <p:sp>
          <p:nvSpPr>
            <p:cNvPr id="49" name="TextBox 48"/>
            <p:cNvSpPr txBox="1"/>
            <p:nvPr/>
          </p:nvSpPr>
          <p:spPr>
            <a:xfrm>
              <a:off x="2766907" y="1700715"/>
              <a:ext cx="1302330" cy="450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Environmental data from RGB camera</a:t>
              </a:r>
              <a:endPara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DE34580-1110-9476-BCBE-F3A5A731353B}"/>
                </a:ext>
              </a:extLst>
            </p:cNvPr>
            <p:cNvCxnSpPr>
              <a:cxnSpLocks/>
            </p:cNvCxnSpPr>
            <p:nvPr/>
          </p:nvCxnSpPr>
          <p:spPr>
            <a:xfrm>
              <a:off x="3400654" y="2131602"/>
              <a:ext cx="0" cy="48343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DFAE85-CDFB-A18A-4CAA-3A354DD8CC6F}"/>
                </a:ext>
              </a:extLst>
            </p:cNvPr>
            <p:cNvSpPr txBox="1"/>
            <p:nvPr/>
          </p:nvSpPr>
          <p:spPr>
            <a:xfrm>
              <a:off x="2766907" y="2657627"/>
              <a:ext cx="1261247" cy="64089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 Classification</a:t>
              </a:r>
            </a:p>
            <a:p>
              <a:pPr algn="ctr"/>
              <a:r>
                <a:rPr lang="en-US" altLang="ko-KR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(LG,IC,DC)</a:t>
              </a: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0F38ED0-735E-D87B-BF05-65879331B10D}"/>
                </a:ext>
              </a:extLst>
            </p:cNvPr>
            <p:cNvCxnSpPr>
              <a:cxnSpLocks/>
            </p:cNvCxnSpPr>
            <p:nvPr/>
          </p:nvCxnSpPr>
          <p:spPr>
            <a:xfrm>
              <a:off x="4032069" y="3005234"/>
              <a:ext cx="1197267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순서도: 판단 86">
              <a:extLst>
                <a:ext uri="{FF2B5EF4-FFF2-40B4-BE49-F238E27FC236}">
                  <a16:creationId xmlns:a16="http://schemas.microsoft.com/office/drawing/2014/main" id="{DA6EB0C7-A518-E868-D8F1-60C5810D5171}"/>
                </a:ext>
              </a:extLst>
            </p:cNvPr>
            <p:cNvSpPr/>
            <p:nvPr/>
          </p:nvSpPr>
          <p:spPr>
            <a:xfrm>
              <a:off x="3354451" y="3357528"/>
              <a:ext cx="3704533" cy="758770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Environment-based </a:t>
              </a:r>
            </a:p>
            <a:p>
              <a:pPr algn="ctr"/>
              <a:r>
                <a:rPr lang="en-US" altLang="ko-KR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Exoskeleton control strategy</a:t>
              </a:r>
              <a:endPara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B6D9176E-0E6C-4E7F-B334-0DC9DFACF6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77381" y="3736666"/>
              <a:ext cx="480747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C5CB29C6-DC09-AB9A-0450-11AB2D2A5BB1}"/>
                </a:ext>
              </a:extLst>
            </p:cNvPr>
            <p:cNvCxnSpPr>
              <a:cxnSpLocks/>
              <a:stCxn id="87" idx="3"/>
            </p:cNvCxnSpPr>
            <p:nvPr/>
          </p:nvCxnSpPr>
          <p:spPr>
            <a:xfrm flipV="1">
              <a:off x="7058984" y="3730256"/>
              <a:ext cx="499867" cy="665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4703B1C8-1204-DBC7-D4FD-310BB4AE63F0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339011" y="257564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4725356" y="972936"/>
              <a:ext cx="968869" cy="20498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579167" y="1398072"/>
              <a:ext cx="1261247" cy="26110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Initialization</a:t>
              </a:r>
              <a:endPara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C680BF-2616-FF2C-3554-6D52DA90992E}"/>
                </a:ext>
              </a:extLst>
            </p:cNvPr>
            <p:cNvSpPr txBox="1"/>
            <p:nvPr/>
          </p:nvSpPr>
          <p:spPr>
            <a:xfrm>
              <a:off x="4584296" y="1850601"/>
              <a:ext cx="1261247" cy="450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 Velocity from IMU Sensor</a:t>
              </a:r>
              <a:endPara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DEE9C76-2144-4AE8-5F44-8969CF3EB337}"/>
                </a:ext>
              </a:extLst>
            </p:cNvPr>
            <p:cNvCxnSpPr>
              <a:cxnSpLocks/>
            </p:cNvCxnSpPr>
            <p:nvPr/>
          </p:nvCxnSpPr>
          <p:spPr>
            <a:xfrm>
              <a:off x="5209790" y="1177350"/>
              <a:ext cx="0" cy="144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1142B78-FBF3-4042-0196-9456DE8C6D1B}"/>
                </a:ext>
              </a:extLst>
            </p:cNvPr>
            <p:cNvCxnSpPr>
              <a:cxnSpLocks/>
            </p:cNvCxnSpPr>
            <p:nvPr/>
          </p:nvCxnSpPr>
          <p:spPr>
            <a:xfrm>
              <a:off x="5209790" y="1660697"/>
              <a:ext cx="0" cy="180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CD6275-CD2D-2D8C-3848-AD2A5BFF9211}"/>
                </a:ext>
              </a:extLst>
            </p:cNvPr>
            <p:cNvSpPr txBox="1"/>
            <p:nvPr/>
          </p:nvSpPr>
          <p:spPr>
            <a:xfrm>
              <a:off x="4511044" y="2546515"/>
              <a:ext cx="1407751" cy="26110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Phase Detection</a:t>
              </a:r>
              <a:endPara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BCFF79D-D682-6239-CE63-10D2DA671451}"/>
                </a:ext>
              </a:extLst>
            </p:cNvPr>
            <p:cNvCxnSpPr>
              <a:cxnSpLocks/>
            </p:cNvCxnSpPr>
            <p:nvPr/>
          </p:nvCxnSpPr>
          <p:spPr>
            <a:xfrm>
              <a:off x="5209790" y="2283517"/>
              <a:ext cx="0" cy="180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5CBF89-3BD5-B8F1-FF17-DE89D486DF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9791" y="2806330"/>
              <a:ext cx="367" cy="540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D39EFDF-0603-994D-014E-FAFDC64A9585}"/>
                </a:ext>
              </a:extLst>
            </p:cNvPr>
            <p:cNvSpPr/>
            <p:nvPr/>
          </p:nvSpPr>
          <p:spPr>
            <a:xfrm>
              <a:off x="5173974" y="2965099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97BBC6DB-A329-44D0-D1CC-C94CE969D35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151271" y="1312034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B2EAF446-1EC6-8ABD-778B-02A55DBA2C68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151271" y="176607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02923B0B-CFA6-1375-C762-54003B8984E2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151271" y="245402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0851D153-A2A0-5216-47AB-8DC23291DC1B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151455" y="325813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FFEDABD7-0CCE-E3FD-692E-34FB2FA5FB5E}"/>
                </a:ext>
              </a:extLst>
            </p:cNvPr>
            <p:cNvCxnSpPr>
              <a:cxnSpLocks/>
            </p:cNvCxnSpPr>
            <p:nvPr/>
          </p:nvCxnSpPr>
          <p:spPr>
            <a:xfrm>
              <a:off x="2883594" y="3735097"/>
              <a:ext cx="7355" cy="576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348EA47F-7688-2F57-444B-7CC33D4FFFA8}"/>
                </a:ext>
              </a:extLst>
            </p:cNvPr>
            <p:cNvCxnSpPr>
              <a:cxnSpLocks/>
            </p:cNvCxnSpPr>
            <p:nvPr/>
          </p:nvCxnSpPr>
          <p:spPr>
            <a:xfrm>
              <a:off x="5209974" y="4116298"/>
              <a:ext cx="0" cy="180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AB6654EE-A664-0D9B-45D3-0943655D6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818" y="3724557"/>
              <a:ext cx="7355" cy="576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CF483DFA-7D07-FDFF-B65F-C253A593DA8B}"/>
                </a:ext>
              </a:extLst>
            </p:cNvPr>
            <p:cNvGrpSpPr/>
            <p:nvPr/>
          </p:nvGrpSpPr>
          <p:grpSpPr>
            <a:xfrm>
              <a:off x="1854575" y="4250564"/>
              <a:ext cx="6761304" cy="1822683"/>
              <a:chOff x="1854575" y="4389908"/>
              <a:chExt cx="6761304" cy="1822683"/>
            </a:xfrm>
          </p:grpSpPr>
          <p:sp>
            <p:nvSpPr>
              <p:cNvPr id="88" name="모서리가 둥근 직사각형 134">
                <a:extLst>
                  <a:ext uri="{FF2B5EF4-FFF2-40B4-BE49-F238E27FC236}">
                    <a16:creationId xmlns:a16="http://schemas.microsoft.com/office/drawing/2014/main" id="{72A6CAC7-80FB-7AA8-5676-E82742D26FE4}"/>
                  </a:ext>
                </a:extLst>
              </p:cNvPr>
              <p:cNvSpPr/>
              <p:nvPr/>
            </p:nvSpPr>
            <p:spPr>
              <a:xfrm>
                <a:off x="4725540" y="6007609"/>
                <a:ext cx="968869" cy="20498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Finish</a:t>
                </a:r>
                <a:endParaRPr lang="ko-KR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5" name="직선 연결선 124">
                <a:extLst>
                  <a:ext uri="{FF2B5EF4-FFF2-40B4-BE49-F238E27FC236}">
                    <a16:creationId xmlns:a16="http://schemas.microsoft.com/office/drawing/2014/main" id="{05057E20-8B90-1521-0C70-DD1022B0E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47" y="5601715"/>
                <a:ext cx="0" cy="180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>
                <a:extLst>
                  <a:ext uri="{FF2B5EF4-FFF2-40B4-BE49-F238E27FC236}">
                    <a16:creationId xmlns:a16="http://schemas.microsoft.com/office/drawing/2014/main" id="{7ECB5F52-66E5-CB91-CA06-050D1B2484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3508" y="5785615"/>
                <a:ext cx="4644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00FDC959-5282-7F57-561A-251818680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9974" y="5605661"/>
                <a:ext cx="0" cy="396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A2D61662-9BF2-4A50-64BD-92C4ED7A58C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2828928" y="4430998"/>
                <a:ext cx="117039" cy="98202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21" name="이등변 삼각형 20">
                <a:extLst>
                  <a:ext uri="{FF2B5EF4-FFF2-40B4-BE49-F238E27FC236}">
                    <a16:creationId xmlns:a16="http://schemas.microsoft.com/office/drawing/2014/main" id="{12157BBF-48F1-9508-A5E3-C2B2E3C4B31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5151455" y="4429639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22" name="이등변 삼각형 21">
                <a:extLst>
                  <a:ext uri="{FF2B5EF4-FFF2-40B4-BE49-F238E27FC236}">
                    <a16:creationId xmlns:a16="http://schemas.microsoft.com/office/drawing/2014/main" id="{9DE12897-0AE6-704E-A80E-C34F643F77D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7492976" y="4419395"/>
                <a:ext cx="117039" cy="97162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23" name="이등변 삼각형 22">
                <a:extLst>
                  <a:ext uri="{FF2B5EF4-FFF2-40B4-BE49-F238E27FC236}">
                    <a16:creationId xmlns:a16="http://schemas.microsoft.com/office/drawing/2014/main" id="{B035EEA5-B108-9927-E884-3CB01F1529F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5151455" y="5909014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98" name="순서도: 판단 97">
                <a:extLst>
                  <a:ext uri="{FF2B5EF4-FFF2-40B4-BE49-F238E27FC236}">
                    <a16:creationId xmlns:a16="http://schemas.microsoft.com/office/drawing/2014/main" id="{FDC363B8-AADA-6A97-84DD-8477D9464434}"/>
                  </a:ext>
                </a:extLst>
              </p:cNvPr>
              <p:cNvSpPr/>
              <p:nvPr/>
            </p:nvSpPr>
            <p:spPr>
              <a:xfrm>
                <a:off x="6951962" y="4518350"/>
                <a:ext cx="1199496" cy="552450"/>
              </a:xfrm>
              <a:prstGeom prst="flowChartDecision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Decline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3DBC799-3AC1-486A-7967-1C243313AF43}"/>
                  </a:ext>
                </a:extLst>
              </p:cNvPr>
              <p:cNvSpPr txBox="1"/>
              <p:nvPr/>
            </p:nvSpPr>
            <p:spPr>
              <a:xfrm>
                <a:off x="6837486" y="4389908"/>
                <a:ext cx="589985" cy="23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Toe off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274B7D0-F49B-8CA4-FD81-DEB0AA771C02}"/>
                  </a:ext>
                </a:extLst>
              </p:cNvPr>
              <p:cNvSpPr txBox="1"/>
              <p:nvPr/>
            </p:nvSpPr>
            <p:spPr>
              <a:xfrm>
                <a:off x="7764527" y="4389908"/>
                <a:ext cx="634900" cy="23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0ED49B3-D892-1D4D-843A-C3A27C189730}"/>
                  </a:ext>
                </a:extLst>
              </p:cNvPr>
              <p:cNvSpPr txBox="1"/>
              <p:nvPr/>
            </p:nvSpPr>
            <p:spPr>
              <a:xfrm>
                <a:off x="6510411" y="5233706"/>
                <a:ext cx="871250" cy="23736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1B0FC06-F695-1110-6CC3-04217BB00BDE}"/>
                  </a:ext>
                </a:extLst>
              </p:cNvPr>
              <p:cNvSpPr txBox="1"/>
              <p:nvPr/>
            </p:nvSpPr>
            <p:spPr>
              <a:xfrm>
                <a:off x="7697316" y="5233706"/>
                <a:ext cx="918563" cy="23736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Slow unload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06CBFE13-3F5E-2B6B-EDE4-5153E8293F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036" y="4800151"/>
                <a:ext cx="0" cy="432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3FDE1F84-2DE3-A18F-DE89-57884BCF2C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6597" y="4792280"/>
                <a:ext cx="0" cy="432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63E9E92E-667A-66AA-B89F-883B90EB766D}"/>
                  </a:ext>
                </a:extLst>
              </p:cNvPr>
              <p:cNvCxnSpPr/>
              <p:nvPr/>
            </p:nvCxnSpPr>
            <p:spPr>
              <a:xfrm>
                <a:off x="6945297" y="5487622"/>
                <a:ext cx="0" cy="10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>
                <a:extLst>
                  <a:ext uri="{FF2B5EF4-FFF2-40B4-BE49-F238E27FC236}">
                    <a16:creationId xmlns:a16="http://schemas.microsoft.com/office/drawing/2014/main" id="{39AF395E-E99A-37AD-BDB5-521251CB80F5}"/>
                  </a:ext>
                </a:extLst>
              </p:cNvPr>
              <p:cNvCxnSpPr/>
              <p:nvPr/>
            </p:nvCxnSpPr>
            <p:spPr>
              <a:xfrm>
                <a:off x="8171143" y="5487622"/>
                <a:ext cx="0" cy="10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1C1BFB33-2774-3305-4A2E-EF1DF219E3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035" y="5601709"/>
                <a:ext cx="1224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이등변 삼각형 27">
                <a:extLst>
                  <a:ext uri="{FF2B5EF4-FFF2-40B4-BE49-F238E27FC236}">
                    <a16:creationId xmlns:a16="http://schemas.microsoft.com/office/drawing/2014/main" id="{D4B27BF1-0B09-637D-1A6A-CA58360D739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6887517" y="5145805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29" name="이등변 삼각형 28">
                <a:extLst>
                  <a:ext uri="{FF2B5EF4-FFF2-40B4-BE49-F238E27FC236}">
                    <a16:creationId xmlns:a16="http://schemas.microsoft.com/office/drawing/2014/main" id="{0F0F11AA-7F2E-332C-FB7F-A3A340BCF21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8098078" y="5145804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8F2783C-5ECB-A2CD-7E06-F2F3D24ADBC5}"/>
                  </a:ext>
                </a:extLst>
              </p:cNvPr>
              <p:cNvSpPr txBox="1"/>
              <p:nvPr/>
            </p:nvSpPr>
            <p:spPr>
              <a:xfrm>
                <a:off x="5422792" y="4389908"/>
                <a:ext cx="1121184" cy="23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Foot flat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순서도: 판단 50">
                <a:extLst>
                  <a:ext uri="{FF2B5EF4-FFF2-40B4-BE49-F238E27FC236}">
                    <a16:creationId xmlns:a16="http://schemas.microsoft.com/office/drawing/2014/main" id="{7A80E274-90A2-1ED0-C6F3-5BF41E45BE37}"/>
                  </a:ext>
                </a:extLst>
              </p:cNvPr>
              <p:cNvSpPr/>
              <p:nvPr/>
            </p:nvSpPr>
            <p:spPr>
              <a:xfrm>
                <a:off x="4610227" y="4518350"/>
                <a:ext cx="1199496" cy="552450"/>
              </a:xfrm>
              <a:prstGeom prst="flowChartDecision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Incline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0977FB3-B944-2158-9C16-0C431DCA9C73}"/>
                  </a:ext>
                </a:extLst>
              </p:cNvPr>
              <p:cNvSpPr txBox="1"/>
              <p:nvPr/>
            </p:nvSpPr>
            <p:spPr>
              <a:xfrm>
                <a:off x="4495751" y="4389908"/>
                <a:ext cx="589985" cy="23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Toe off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F2AB421-A242-3BA7-19C2-0F8F47F191E7}"/>
                  </a:ext>
                </a:extLst>
              </p:cNvPr>
              <p:cNvSpPr txBox="1"/>
              <p:nvPr/>
            </p:nvSpPr>
            <p:spPr>
              <a:xfrm>
                <a:off x="4168676" y="5233706"/>
                <a:ext cx="871250" cy="23736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340378B-43F6-EEBB-BBBF-68D6281B7123}"/>
                  </a:ext>
                </a:extLst>
              </p:cNvPr>
              <p:cNvSpPr txBox="1"/>
              <p:nvPr/>
            </p:nvSpPr>
            <p:spPr>
              <a:xfrm>
                <a:off x="5268494" y="5233706"/>
                <a:ext cx="1050123" cy="23736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Plantarflexion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90277A23-83F7-C78D-77E3-27715291F1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4301" y="4800151"/>
                <a:ext cx="0" cy="432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74CAA4C3-17B3-C32D-A49D-558EE39A38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4862" y="4792280"/>
                <a:ext cx="0" cy="432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C57CFAC1-A14A-6746-3D5D-539E3601A0D7}"/>
                  </a:ext>
                </a:extLst>
              </p:cNvPr>
              <p:cNvCxnSpPr/>
              <p:nvPr/>
            </p:nvCxnSpPr>
            <p:spPr>
              <a:xfrm>
                <a:off x="4603562" y="5487622"/>
                <a:ext cx="0" cy="10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1034C91-393C-BD8F-9542-2CB2F1EB1F9C}"/>
                  </a:ext>
                </a:extLst>
              </p:cNvPr>
              <p:cNvCxnSpPr/>
              <p:nvPr/>
            </p:nvCxnSpPr>
            <p:spPr>
              <a:xfrm>
                <a:off x="5829408" y="5487622"/>
                <a:ext cx="0" cy="10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BFF9CD5-E850-6D8D-09BD-F458FA50C1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4300" y="5601709"/>
                <a:ext cx="1224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3" name="이등변 삼각형 62">
                <a:extLst>
                  <a:ext uri="{FF2B5EF4-FFF2-40B4-BE49-F238E27FC236}">
                    <a16:creationId xmlns:a16="http://schemas.microsoft.com/office/drawing/2014/main" id="{05800719-32D9-B5CD-3B3C-FC5A21D7AF5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545782" y="5145805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64" name="이등변 삼각형 63">
                <a:extLst>
                  <a:ext uri="{FF2B5EF4-FFF2-40B4-BE49-F238E27FC236}">
                    <a16:creationId xmlns:a16="http://schemas.microsoft.com/office/drawing/2014/main" id="{5A2FFABC-3A20-CD96-8C78-B5B8EFE7A93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5756343" y="5145804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82" name="순서도: 판단 81">
                <a:extLst>
                  <a:ext uri="{FF2B5EF4-FFF2-40B4-BE49-F238E27FC236}">
                    <a16:creationId xmlns:a16="http://schemas.microsoft.com/office/drawing/2014/main" id="{17BA4112-8D8F-FFEA-7EA5-EE8E7405F367}"/>
                  </a:ext>
                </a:extLst>
              </p:cNvPr>
              <p:cNvSpPr/>
              <p:nvPr/>
            </p:nvSpPr>
            <p:spPr>
              <a:xfrm>
                <a:off x="2296126" y="4518350"/>
                <a:ext cx="1199496" cy="552450"/>
              </a:xfrm>
              <a:prstGeom prst="flowChartDecision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Ground</a:t>
                </a:r>
                <a:endPara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D3E6383-94E2-57B7-246D-20BC714D680E}"/>
                  </a:ext>
                </a:extLst>
              </p:cNvPr>
              <p:cNvSpPr txBox="1"/>
              <p:nvPr/>
            </p:nvSpPr>
            <p:spPr>
              <a:xfrm>
                <a:off x="2181650" y="4389908"/>
                <a:ext cx="589985" cy="23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Toe off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8380766-B5C1-C3D4-2CD9-76D78A5BA733}"/>
                  </a:ext>
                </a:extLst>
              </p:cNvPr>
              <p:cNvSpPr txBox="1"/>
              <p:nvPr/>
            </p:nvSpPr>
            <p:spPr>
              <a:xfrm>
                <a:off x="3108690" y="4389908"/>
                <a:ext cx="723987" cy="23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Foot flat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736AC82-45D0-B6FA-0A0D-D581799DF2BC}"/>
                  </a:ext>
                </a:extLst>
              </p:cNvPr>
              <p:cNvSpPr txBox="1"/>
              <p:nvPr/>
            </p:nvSpPr>
            <p:spPr>
              <a:xfrm>
                <a:off x="1854575" y="5233706"/>
                <a:ext cx="871250" cy="23736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D5F0475-265E-0906-E4D2-EDBDDB8FF8D6}"/>
                  </a:ext>
                </a:extLst>
              </p:cNvPr>
              <p:cNvSpPr txBox="1"/>
              <p:nvPr/>
            </p:nvSpPr>
            <p:spPr>
              <a:xfrm>
                <a:off x="3002088" y="5233706"/>
                <a:ext cx="1026066" cy="23736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Plantarflexion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441F29C8-1727-F599-C436-F19423296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0200" y="4800151"/>
                <a:ext cx="0" cy="432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8B42E37D-FF6E-7620-8FC7-2708605529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0761" y="4792280"/>
                <a:ext cx="0" cy="432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>
                <a:extLst>
                  <a:ext uri="{FF2B5EF4-FFF2-40B4-BE49-F238E27FC236}">
                    <a16:creationId xmlns:a16="http://schemas.microsoft.com/office/drawing/2014/main" id="{6FA86286-604E-2206-690C-2CAA2B43ACE1}"/>
                  </a:ext>
                </a:extLst>
              </p:cNvPr>
              <p:cNvCxnSpPr/>
              <p:nvPr/>
            </p:nvCxnSpPr>
            <p:spPr>
              <a:xfrm>
                <a:off x="2289461" y="5487622"/>
                <a:ext cx="0" cy="10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420D1DA4-DD29-9615-B579-F70513A1E199}"/>
                  </a:ext>
                </a:extLst>
              </p:cNvPr>
              <p:cNvCxnSpPr/>
              <p:nvPr/>
            </p:nvCxnSpPr>
            <p:spPr>
              <a:xfrm>
                <a:off x="3515307" y="5487622"/>
                <a:ext cx="0" cy="108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8134C557-8618-6E18-99DF-664E028791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0199" y="5601709"/>
                <a:ext cx="1224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7" name="이등변 삼각형 126">
                <a:extLst>
                  <a:ext uri="{FF2B5EF4-FFF2-40B4-BE49-F238E27FC236}">
                    <a16:creationId xmlns:a16="http://schemas.microsoft.com/office/drawing/2014/main" id="{75AB5B91-69AF-3CB6-325A-61B1439E215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2231681" y="5145805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134" name="이등변 삼각형 133">
                <a:extLst>
                  <a:ext uri="{FF2B5EF4-FFF2-40B4-BE49-F238E27FC236}">
                    <a16:creationId xmlns:a16="http://schemas.microsoft.com/office/drawing/2014/main" id="{AC75C1C9-78EC-03A1-4F81-DBA481B24AA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3442242" y="5145804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B315483D-58C6-F939-E56B-887AD2443E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1495" y="5601715"/>
                <a:ext cx="0" cy="180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0978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A2939-180F-3A60-68B4-7FD4004B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0E7D79B8-1355-4A6C-F4AA-3B103534476A}"/>
              </a:ext>
            </a:extLst>
          </p:cNvPr>
          <p:cNvSpPr txBox="1"/>
          <p:nvPr/>
        </p:nvSpPr>
        <p:spPr>
          <a:xfrm>
            <a:off x="2766674" y="680186"/>
            <a:ext cx="1817324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Environmental data ( RGB camera)</a:t>
            </a:r>
            <a:endParaRPr lang="ko-KR" altLang="en-US" sz="1400" dirty="0">
              <a:latin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A5EBC-E684-9C5A-177E-59662EA06349}"/>
              </a:ext>
            </a:extLst>
          </p:cNvPr>
          <p:cNvSpPr txBox="1"/>
          <p:nvPr/>
        </p:nvSpPr>
        <p:spPr>
          <a:xfrm>
            <a:off x="2901880" y="1682428"/>
            <a:ext cx="1554167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Environment Classification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51987E0-568E-67C4-554C-D4CF367D207C}"/>
              </a:ext>
            </a:extLst>
          </p:cNvPr>
          <p:cNvCxnSpPr>
            <a:cxnSpLocks/>
            <a:stCxn id="3" idx="3"/>
            <a:endCxn id="34" idx="6"/>
          </p:cNvCxnSpPr>
          <p:nvPr/>
        </p:nvCxnSpPr>
        <p:spPr>
          <a:xfrm>
            <a:off x="4456047" y="1944038"/>
            <a:ext cx="1148127" cy="320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순서도: 판단 86">
            <a:extLst>
              <a:ext uri="{FF2B5EF4-FFF2-40B4-BE49-F238E27FC236}">
                <a16:creationId xmlns:a16="http://schemas.microsoft.com/office/drawing/2014/main" id="{E7A2E0D6-B5DD-AC8B-6B9B-445704E9C9F4}"/>
              </a:ext>
            </a:extLst>
          </p:cNvPr>
          <p:cNvSpPr/>
          <p:nvPr/>
        </p:nvSpPr>
        <p:spPr>
          <a:xfrm>
            <a:off x="3339001" y="2550627"/>
            <a:ext cx="4532427" cy="871445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A30298C-F87A-FB37-9DF3-1D8AC454D43F}"/>
              </a:ext>
            </a:extLst>
          </p:cNvPr>
          <p:cNvGrpSpPr/>
          <p:nvPr/>
        </p:nvGrpSpPr>
        <p:grpSpPr>
          <a:xfrm>
            <a:off x="3595504" y="1196446"/>
            <a:ext cx="166920" cy="506617"/>
            <a:chOff x="3711620" y="1464271"/>
            <a:chExt cx="166920" cy="506617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90F9419-6209-D0EA-C90C-D54411AEFB1D}"/>
                </a:ext>
              </a:extLst>
            </p:cNvPr>
            <p:cNvCxnSpPr>
              <a:cxnSpLocks/>
            </p:cNvCxnSpPr>
            <p:nvPr/>
          </p:nvCxnSpPr>
          <p:spPr>
            <a:xfrm>
              <a:off x="3795080" y="1464271"/>
              <a:ext cx="4455" cy="42985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82689F6C-A4C0-55CB-6049-21ABFED18551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711620" y="1843048"/>
              <a:ext cx="166920" cy="12784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Roboto" panose="02000000000000000000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0C835D0-A650-DE35-1CB7-4C61CD3DFCA9}"/>
              </a:ext>
            </a:extLst>
          </p:cNvPr>
          <p:cNvSpPr txBox="1"/>
          <p:nvPr/>
        </p:nvSpPr>
        <p:spPr>
          <a:xfrm>
            <a:off x="4806203" y="-9286"/>
            <a:ext cx="1559572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Angular Velocity  (IMU Sensor)</a:t>
            </a:r>
            <a:endParaRPr lang="ko-KR" altLang="en-US" sz="1400" dirty="0">
              <a:latin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51A97-783A-0C0E-7F0D-5F5401B07803}"/>
              </a:ext>
            </a:extLst>
          </p:cNvPr>
          <p:cNvSpPr txBox="1"/>
          <p:nvPr/>
        </p:nvSpPr>
        <p:spPr>
          <a:xfrm>
            <a:off x="4614512" y="1291750"/>
            <a:ext cx="1942954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Gait Phase Detection</a:t>
            </a:r>
            <a:endParaRPr lang="en-US" altLang="ko-KR" sz="14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75AC5C-BA86-DED3-7A66-FF39268DABC0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 flipH="1">
            <a:off x="5563430" y="513934"/>
            <a:ext cx="0" cy="8045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6CD0E09-9F63-57B7-512B-3ECF54AE7A4F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563431" y="1599527"/>
            <a:ext cx="0" cy="93793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E4A5F8A-2CED-17DF-74E4-3567AEDD34C3}"/>
              </a:ext>
            </a:extLst>
          </p:cNvPr>
          <p:cNvSpPr/>
          <p:nvPr/>
        </p:nvSpPr>
        <p:spPr>
          <a:xfrm>
            <a:off x="5501488" y="1900564"/>
            <a:ext cx="102686" cy="933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latin typeface="Roboto" panose="02000000000000000000" pitchFamily="2" charset="0"/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227BA7EF-4D9C-F96E-D0D3-F3AC8B16763E}"/>
              </a:ext>
            </a:extLst>
          </p:cNvPr>
          <p:cNvSpPr>
            <a:spLocks noChangeAspect="1"/>
          </p:cNvSpPr>
          <p:nvPr/>
        </p:nvSpPr>
        <p:spPr>
          <a:xfrm flipV="1">
            <a:off x="5479970" y="1190646"/>
            <a:ext cx="166920" cy="127840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latin typeface="Roboto" panose="02000000000000000000" pitchFamily="2" charset="0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93BE05EF-559A-6F9D-BA64-08484CC0E362}"/>
              </a:ext>
            </a:extLst>
          </p:cNvPr>
          <p:cNvSpPr>
            <a:spLocks noChangeAspect="1"/>
          </p:cNvSpPr>
          <p:nvPr/>
        </p:nvSpPr>
        <p:spPr>
          <a:xfrm flipV="1">
            <a:off x="5480233" y="2423103"/>
            <a:ext cx="166920" cy="127840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latin typeface="Roboto" panose="02000000000000000000" pitchFamily="2" charset="0"/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CD54F194-890A-2FC6-B246-8C3D36691497}"/>
              </a:ext>
            </a:extLst>
          </p:cNvPr>
          <p:cNvCxnSpPr>
            <a:cxnSpLocks/>
          </p:cNvCxnSpPr>
          <p:nvPr/>
        </p:nvCxnSpPr>
        <p:spPr>
          <a:xfrm>
            <a:off x="5604174" y="3429000"/>
            <a:ext cx="0" cy="23339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51407C73-4759-BDE6-AABD-8A38D7C393DB}"/>
              </a:ext>
            </a:extLst>
          </p:cNvPr>
          <p:cNvSpPr>
            <a:spLocks noChangeAspect="1"/>
          </p:cNvSpPr>
          <p:nvPr/>
        </p:nvSpPr>
        <p:spPr>
          <a:xfrm flipV="1">
            <a:off x="5527416" y="3587538"/>
            <a:ext cx="166920" cy="127841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latin typeface="Roboto" panose="020000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C45FE8-E5A5-87B0-8C7F-6BB94F975E95}"/>
              </a:ext>
            </a:extLst>
          </p:cNvPr>
          <p:cNvSpPr txBox="1"/>
          <p:nvPr/>
        </p:nvSpPr>
        <p:spPr>
          <a:xfrm>
            <a:off x="5743334" y="3562298"/>
            <a:ext cx="1311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heel strike</a:t>
            </a:r>
            <a:endParaRPr lang="ko-KR" altLang="en-US" sz="1200" dirty="0">
              <a:latin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1" name="순서도: 판단 50">
            <a:extLst>
              <a:ext uri="{FF2B5EF4-FFF2-40B4-BE49-F238E27FC236}">
                <a16:creationId xmlns:a16="http://schemas.microsoft.com/office/drawing/2014/main" id="{BA783AC7-ACDA-AE34-DBC9-01120292B7B4}"/>
              </a:ext>
            </a:extLst>
          </p:cNvPr>
          <p:cNvSpPr/>
          <p:nvPr/>
        </p:nvSpPr>
        <p:spPr>
          <a:xfrm>
            <a:off x="5092833" y="3715379"/>
            <a:ext cx="1034967" cy="505582"/>
          </a:xfrm>
          <a:prstGeom prst="flowChartDecisi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DE33F4-E631-E1AC-0306-B1E315C99EB6}"/>
              </a:ext>
            </a:extLst>
          </p:cNvPr>
          <p:cNvSpPr txBox="1"/>
          <p:nvPr/>
        </p:nvSpPr>
        <p:spPr>
          <a:xfrm>
            <a:off x="4850145" y="3581600"/>
            <a:ext cx="841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toe off</a:t>
            </a:r>
            <a:endParaRPr lang="ko-KR" altLang="en-US" sz="1200" dirty="0">
              <a:latin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9B28C8-31F3-DB6C-C145-7871B564FEB8}"/>
              </a:ext>
            </a:extLst>
          </p:cNvPr>
          <p:cNvSpPr txBox="1"/>
          <p:nvPr/>
        </p:nvSpPr>
        <p:spPr>
          <a:xfrm>
            <a:off x="4904128" y="4295683"/>
            <a:ext cx="377409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DF</a:t>
            </a:r>
            <a:endParaRPr lang="ko-KR" altLang="en-US" sz="1200" dirty="0">
              <a:latin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368DA6-7382-A0F0-02E0-90798BE70A1E}"/>
              </a:ext>
            </a:extLst>
          </p:cNvPr>
          <p:cNvSpPr txBox="1"/>
          <p:nvPr/>
        </p:nvSpPr>
        <p:spPr>
          <a:xfrm>
            <a:off x="5929052" y="4286033"/>
            <a:ext cx="377409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PF</a:t>
            </a:r>
            <a:endParaRPr lang="ko-KR" altLang="en-US" sz="1200" dirty="0">
              <a:latin typeface="Roboto" panose="020000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F58799E-D44A-A4A0-0141-46EB2440E91C}"/>
              </a:ext>
            </a:extLst>
          </p:cNvPr>
          <p:cNvGrpSpPr/>
          <p:nvPr/>
        </p:nvGrpSpPr>
        <p:grpSpPr>
          <a:xfrm>
            <a:off x="5013248" y="3973328"/>
            <a:ext cx="166920" cy="306660"/>
            <a:chOff x="4663610" y="4337316"/>
            <a:chExt cx="166920" cy="306660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FCCF8879-E907-0776-B265-7E0CD6072117}"/>
                </a:ext>
              </a:extLst>
            </p:cNvPr>
            <p:cNvCxnSpPr>
              <a:cxnSpLocks/>
            </p:cNvCxnSpPr>
            <p:nvPr/>
          </p:nvCxnSpPr>
          <p:spPr>
            <a:xfrm>
              <a:off x="4746016" y="4337316"/>
              <a:ext cx="1054" cy="29077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이등변 삼각형 62">
              <a:extLst>
                <a:ext uri="{FF2B5EF4-FFF2-40B4-BE49-F238E27FC236}">
                  <a16:creationId xmlns:a16="http://schemas.microsoft.com/office/drawing/2014/main" id="{746541A6-755C-7F5E-94CB-41DA9322411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663610" y="4516135"/>
              <a:ext cx="166920" cy="127841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Roboto" panose="02000000000000000000" pitchFamily="2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DAFED6C-9B69-2BE6-243E-4AFD4738838E}"/>
              </a:ext>
            </a:extLst>
          </p:cNvPr>
          <p:cNvSpPr txBox="1"/>
          <p:nvPr/>
        </p:nvSpPr>
        <p:spPr>
          <a:xfrm>
            <a:off x="4106197" y="2678467"/>
            <a:ext cx="3003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Gait Environment-based </a:t>
            </a:r>
          </a:p>
          <a:p>
            <a:pPr algn="ctr"/>
            <a:r>
              <a:rPr lang="en-US" altLang="ko-KR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Exoskeleton control strategy</a:t>
            </a:r>
            <a:endParaRPr lang="en-US" altLang="ko-KR" sz="14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164972-F54F-AC10-9A16-19EE0B3965C9}"/>
              </a:ext>
            </a:extLst>
          </p:cNvPr>
          <p:cNvSpPr txBox="1"/>
          <p:nvPr/>
        </p:nvSpPr>
        <p:spPr>
          <a:xfrm>
            <a:off x="5054319" y="3794822"/>
            <a:ext cx="11311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Incline</a:t>
            </a:r>
            <a:endParaRPr lang="en-US" altLang="ko-KR"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7F86C51-102B-5ABC-CE78-BC324263782B}"/>
              </a:ext>
            </a:extLst>
          </p:cNvPr>
          <p:cNvGrpSpPr/>
          <p:nvPr/>
        </p:nvGrpSpPr>
        <p:grpSpPr>
          <a:xfrm>
            <a:off x="6040465" y="3964767"/>
            <a:ext cx="166920" cy="306660"/>
            <a:chOff x="4663610" y="4337316"/>
            <a:chExt cx="166920" cy="306660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8C84689-3B1B-2E52-070C-A8439219CF0E}"/>
                </a:ext>
              </a:extLst>
            </p:cNvPr>
            <p:cNvCxnSpPr>
              <a:cxnSpLocks/>
            </p:cNvCxnSpPr>
            <p:nvPr/>
          </p:nvCxnSpPr>
          <p:spPr>
            <a:xfrm>
              <a:off x="4746016" y="4337316"/>
              <a:ext cx="1054" cy="29077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이등변 삼각형 43">
              <a:extLst>
                <a:ext uri="{FF2B5EF4-FFF2-40B4-BE49-F238E27FC236}">
                  <a16:creationId xmlns:a16="http://schemas.microsoft.com/office/drawing/2014/main" id="{DD988CBD-A77E-555B-A543-50E048D188ED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663610" y="4516135"/>
              <a:ext cx="166920" cy="127841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Roboto" panose="02000000000000000000" pitchFamily="2" charset="0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F056B4E-E466-93AD-E9D9-072D2E87017E}"/>
              </a:ext>
            </a:extLst>
          </p:cNvPr>
          <p:cNvGrpSpPr/>
          <p:nvPr/>
        </p:nvGrpSpPr>
        <p:grpSpPr>
          <a:xfrm>
            <a:off x="7111879" y="2976805"/>
            <a:ext cx="2249370" cy="1595877"/>
            <a:chOff x="5005304" y="3117174"/>
            <a:chExt cx="2249370" cy="1595877"/>
          </a:xfrm>
        </p:grpSpPr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4C67A61-761A-2551-8697-2B61B40FB097}"/>
                </a:ext>
              </a:extLst>
            </p:cNvPr>
            <p:cNvCxnSpPr>
              <a:cxnSpLocks/>
            </p:cNvCxnSpPr>
            <p:nvPr/>
          </p:nvCxnSpPr>
          <p:spPr>
            <a:xfrm>
              <a:off x="5762716" y="3117174"/>
              <a:ext cx="0" cy="70603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B4A16178-DDBC-8AB2-11F6-8CCD15CC1F06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679816" y="3739938"/>
              <a:ext cx="166920" cy="127841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Roboto" panose="02000000000000000000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4A402AC-85CA-584C-21F1-76B14772F6C8}"/>
                </a:ext>
              </a:extLst>
            </p:cNvPr>
            <p:cNvSpPr txBox="1"/>
            <p:nvPr/>
          </p:nvSpPr>
          <p:spPr>
            <a:xfrm>
              <a:off x="5943174" y="3686135"/>
              <a:ext cx="13115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else</a:t>
              </a:r>
              <a:endParaRPr lang="ko-KR" altLang="en-US" sz="1200" dirty="0">
                <a:latin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순서도: 판단 47">
              <a:extLst>
                <a:ext uri="{FF2B5EF4-FFF2-40B4-BE49-F238E27FC236}">
                  <a16:creationId xmlns:a16="http://schemas.microsoft.com/office/drawing/2014/main" id="{980B8172-C9CC-E089-6EB6-9ABABF217CF4}"/>
                </a:ext>
              </a:extLst>
            </p:cNvPr>
            <p:cNvSpPr/>
            <p:nvPr/>
          </p:nvSpPr>
          <p:spPr>
            <a:xfrm>
              <a:off x="5245233" y="3867779"/>
              <a:ext cx="1034967" cy="505582"/>
            </a:xfrm>
            <a:prstGeom prst="flowChartDecisi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F585C3E-EAD2-5DDF-0B60-85D41AA969F7}"/>
                </a:ext>
              </a:extLst>
            </p:cNvPr>
            <p:cNvSpPr txBox="1"/>
            <p:nvPr/>
          </p:nvSpPr>
          <p:spPr>
            <a:xfrm>
              <a:off x="5005304" y="3708724"/>
              <a:ext cx="8414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toe off</a:t>
              </a:r>
              <a:endParaRPr lang="ko-KR" altLang="en-US" sz="1200" dirty="0">
                <a:latin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EF9C0D7-C4A8-5D3A-8774-FF3395A95610}"/>
                </a:ext>
              </a:extLst>
            </p:cNvPr>
            <p:cNvSpPr txBox="1"/>
            <p:nvPr/>
          </p:nvSpPr>
          <p:spPr>
            <a:xfrm>
              <a:off x="5056528" y="4429155"/>
              <a:ext cx="37741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DF</a:t>
              </a:r>
              <a:endParaRPr lang="ko-KR" altLang="en-US" sz="1200" dirty="0">
                <a:latin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6C9622C-21DE-31D6-653C-0E4DA4AE93F4}"/>
                </a:ext>
              </a:extLst>
            </p:cNvPr>
            <p:cNvSpPr txBox="1"/>
            <p:nvPr/>
          </p:nvSpPr>
          <p:spPr>
            <a:xfrm>
              <a:off x="5804255" y="4436052"/>
              <a:ext cx="1022828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Slow unload</a:t>
              </a:r>
              <a:endParaRPr lang="ko-KR" altLang="en-US" sz="1200" dirty="0">
                <a:latin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16578F5D-B5CE-C083-9948-403718DFBCB6}"/>
                </a:ext>
              </a:extLst>
            </p:cNvPr>
            <p:cNvGrpSpPr/>
            <p:nvPr/>
          </p:nvGrpSpPr>
          <p:grpSpPr>
            <a:xfrm>
              <a:off x="5165648" y="4125728"/>
              <a:ext cx="166920" cy="306660"/>
              <a:chOff x="4663610" y="4337316"/>
              <a:chExt cx="166920" cy="306660"/>
            </a:xfrm>
          </p:grpSpPr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0FBFDB7F-6155-158D-3308-C498935804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6016" y="4337316"/>
                <a:ext cx="1054" cy="29077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이등변 삼각형 67">
                <a:extLst>
                  <a:ext uri="{FF2B5EF4-FFF2-40B4-BE49-F238E27FC236}">
                    <a16:creationId xmlns:a16="http://schemas.microsoft.com/office/drawing/2014/main" id="{DAD21865-BC25-8E5F-69C2-71C2E410168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663610" y="4516135"/>
                <a:ext cx="166920" cy="127841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EEF346B-C945-E655-D6BF-88278190C31A}"/>
                </a:ext>
              </a:extLst>
            </p:cNvPr>
            <p:cNvSpPr txBox="1"/>
            <p:nvPr/>
          </p:nvSpPr>
          <p:spPr>
            <a:xfrm>
              <a:off x="5206719" y="3947222"/>
              <a:ext cx="11311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Decline</a:t>
              </a:r>
              <a:endParaRPr lang="en-US" altLang="ko-KR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DADCC303-720D-2B53-3322-EC8B12E25A2E}"/>
                </a:ext>
              </a:extLst>
            </p:cNvPr>
            <p:cNvGrpSpPr/>
            <p:nvPr/>
          </p:nvGrpSpPr>
          <p:grpSpPr>
            <a:xfrm>
              <a:off x="6192865" y="4117167"/>
              <a:ext cx="166920" cy="306660"/>
              <a:chOff x="4663610" y="4337316"/>
              <a:chExt cx="166920" cy="306660"/>
            </a:xfrm>
          </p:grpSpPr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B177EDC0-C9C1-48A0-4BBF-E46502A6A5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6016" y="4337316"/>
                <a:ext cx="1054" cy="29077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이등변 삼각형 71">
                <a:extLst>
                  <a:ext uri="{FF2B5EF4-FFF2-40B4-BE49-F238E27FC236}">
                    <a16:creationId xmlns:a16="http://schemas.microsoft.com/office/drawing/2014/main" id="{F54DF47B-F476-489E-8C25-685651EFBE7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663610" y="4516135"/>
                <a:ext cx="166920" cy="127841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82E7CD3E-D507-C64D-E0A6-D4FD246BDD85}"/>
              </a:ext>
            </a:extLst>
          </p:cNvPr>
          <p:cNvGrpSpPr/>
          <p:nvPr/>
        </p:nvGrpSpPr>
        <p:grpSpPr>
          <a:xfrm>
            <a:off x="2601840" y="2995608"/>
            <a:ext cx="2249370" cy="1598428"/>
            <a:chOff x="5005304" y="3117174"/>
            <a:chExt cx="2249370" cy="1598428"/>
          </a:xfrm>
        </p:grpSpPr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5DEAD40E-8A74-BB91-2AF8-7E701B3795D5}"/>
                </a:ext>
              </a:extLst>
            </p:cNvPr>
            <p:cNvCxnSpPr>
              <a:cxnSpLocks/>
            </p:cNvCxnSpPr>
            <p:nvPr/>
          </p:nvCxnSpPr>
          <p:spPr>
            <a:xfrm>
              <a:off x="5762716" y="3117174"/>
              <a:ext cx="0" cy="70603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이등변 삼각형 85">
              <a:extLst>
                <a:ext uri="{FF2B5EF4-FFF2-40B4-BE49-F238E27FC236}">
                  <a16:creationId xmlns:a16="http://schemas.microsoft.com/office/drawing/2014/main" id="{B2EC6D90-3167-05B1-EDE8-DA26484C698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679816" y="3739938"/>
              <a:ext cx="166920" cy="127841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latin typeface="Roboto" panose="02000000000000000000" pitchFamily="2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A4FB3EC-99CC-9423-EC3F-FF630B79C24B}"/>
                </a:ext>
              </a:extLst>
            </p:cNvPr>
            <p:cNvSpPr txBox="1"/>
            <p:nvPr/>
          </p:nvSpPr>
          <p:spPr>
            <a:xfrm>
              <a:off x="5943174" y="3686135"/>
              <a:ext cx="13115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foot flat</a:t>
              </a:r>
              <a:endParaRPr lang="ko-KR" altLang="en-US" sz="1200" dirty="0">
                <a:latin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순서도: 판단 90">
              <a:extLst>
                <a:ext uri="{FF2B5EF4-FFF2-40B4-BE49-F238E27FC236}">
                  <a16:creationId xmlns:a16="http://schemas.microsoft.com/office/drawing/2014/main" id="{E2D458C6-02DC-8338-C071-57BB9200D211}"/>
                </a:ext>
              </a:extLst>
            </p:cNvPr>
            <p:cNvSpPr/>
            <p:nvPr/>
          </p:nvSpPr>
          <p:spPr>
            <a:xfrm>
              <a:off x="5245233" y="3867779"/>
              <a:ext cx="1034967" cy="505582"/>
            </a:xfrm>
            <a:prstGeom prst="flowChartDecisi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7BB98D7-0469-F805-B49F-797485F00DC9}"/>
                </a:ext>
              </a:extLst>
            </p:cNvPr>
            <p:cNvSpPr txBox="1"/>
            <p:nvPr/>
          </p:nvSpPr>
          <p:spPr>
            <a:xfrm>
              <a:off x="5005304" y="3708724"/>
              <a:ext cx="8414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toe off</a:t>
              </a:r>
              <a:endParaRPr lang="ko-KR" altLang="en-US" sz="1200" dirty="0">
                <a:latin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30C7A60-C846-9FD1-A59F-DA6B5376B495}"/>
                </a:ext>
              </a:extLst>
            </p:cNvPr>
            <p:cNvSpPr txBox="1"/>
            <p:nvPr/>
          </p:nvSpPr>
          <p:spPr>
            <a:xfrm>
              <a:off x="5032786" y="4429805"/>
              <a:ext cx="412832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DF</a:t>
              </a:r>
              <a:endParaRPr lang="ko-KR" altLang="en-US" sz="1200" dirty="0">
                <a:latin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51FCE26-5C3F-2B0B-3B99-F0AFB652E71E}"/>
                </a:ext>
              </a:extLst>
            </p:cNvPr>
            <p:cNvSpPr txBox="1"/>
            <p:nvPr/>
          </p:nvSpPr>
          <p:spPr>
            <a:xfrm>
              <a:off x="6083480" y="4438603"/>
              <a:ext cx="400085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PF</a:t>
              </a:r>
              <a:endParaRPr lang="ko-KR" altLang="en-US" sz="1200" dirty="0">
                <a:latin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519F7051-036D-A6BB-4463-0E42BA2F8984}"/>
                </a:ext>
              </a:extLst>
            </p:cNvPr>
            <p:cNvGrpSpPr/>
            <p:nvPr/>
          </p:nvGrpSpPr>
          <p:grpSpPr>
            <a:xfrm>
              <a:off x="5165648" y="4125728"/>
              <a:ext cx="166920" cy="306660"/>
              <a:chOff x="4663610" y="4337316"/>
              <a:chExt cx="166920" cy="306660"/>
            </a:xfrm>
          </p:grpSpPr>
          <p:cxnSp>
            <p:nvCxnSpPr>
              <p:cNvPr id="108" name="직선 연결선 107">
                <a:extLst>
                  <a:ext uri="{FF2B5EF4-FFF2-40B4-BE49-F238E27FC236}">
                    <a16:creationId xmlns:a16="http://schemas.microsoft.com/office/drawing/2014/main" id="{62AD030F-472E-C3E3-A20A-2424C067B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6016" y="4337316"/>
                <a:ext cx="1054" cy="29077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9" name="이등변 삼각형 108">
                <a:extLst>
                  <a:ext uri="{FF2B5EF4-FFF2-40B4-BE49-F238E27FC236}">
                    <a16:creationId xmlns:a16="http://schemas.microsoft.com/office/drawing/2014/main" id="{88D21099-8B70-A007-03ED-426C7DB587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663610" y="4516135"/>
                <a:ext cx="166920" cy="127841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0E386D6-7EC1-3AE6-E47C-F788ABAF0230}"/>
                </a:ext>
              </a:extLst>
            </p:cNvPr>
            <p:cNvSpPr txBox="1"/>
            <p:nvPr/>
          </p:nvSpPr>
          <p:spPr>
            <a:xfrm>
              <a:off x="5206719" y="3947222"/>
              <a:ext cx="11311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Gait</a:t>
              </a:r>
              <a:endParaRPr lang="en-US" altLang="ko-KR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38653677-18AE-17A4-6162-F3BD05D5D741}"/>
                </a:ext>
              </a:extLst>
            </p:cNvPr>
            <p:cNvGrpSpPr/>
            <p:nvPr/>
          </p:nvGrpSpPr>
          <p:grpSpPr>
            <a:xfrm>
              <a:off x="6192865" y="4117167"/>
              <a:ext cx="166920" cy="306660"/>
              <a:chOff x="4663610" y="4337316"/>
              <a:chExt cx="166920" cy="306660"/>
            </a:xfrm>
          </p:grpSpPr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F65C798A-57AB-BB92-8443-A785063744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6016" y="4337316"/>
                <a:ext cx="1054" cy="29077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" name="이등변 삼각형 106">
                <a:extLst>
                  <a:ext uri="{FF2B5EF4-FFF2-40B4-BE49-F238E27FC236}">
                    <a16:creationId xmlns:a16="http://schemas.microsoft.com/office/drawing/2014/main" id="{5A3B60AD-80F0-580A-A468-98339BE132E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663610" y="4516135"/>
                <a:ext cx="166920" cy="127841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942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-1629029" y="-88954"/>
            <a:ext cx="277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소프트웨어 중심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_v1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F37E463-8BF6-B281-E695-C93B7F88E218}"/>
              </a:ext>
            </a:extLst>
          </p:cNvPr>
          <p:cNvGrpSpPr/>
          <p:nvPr/>
        </p:nvGrpSpPr>
        <p:grpSpPr>
          <a:xfrm>
            <a:off x="1002031" y="1191252"/>
            <a:ext cx="8200643" cy="4808366"/>
            <a:chOff x="2145030" y="1191252"/>
            <a:chExt cx="8200643" cy="4808366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4077127" y="1191252"/>
              <a:ext cx="968869" cy="20498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52294" y="2232604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Environmental data from RGB camera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09146" y="1676077"/>
              <a:ext cx="1261247" cy="25391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Initialization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C680BF-2616-FF2C-3554-6D52DA90992E}"/>
                </a:ext>
              </a:extLst>
            </p:cNvPr>
            <p:cNvSpPr txBox="1"/>
            <p:nvPr/>
          </p:nvSpPr>
          <p:spPr>
            <a:xfrm>
              <a:off x="3909146" y="2284997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 Velocity from IMU Sensor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DEE9C76-2144-4AE8-5F44-8969CF3EB337}"/>
                </a:ext>
              </a:extLst>
            </p:cNvPr>
            <p:cNvCxnSpPr>
              <a:cxnSpLocks/>
            </p:cNvCxnSpPr>
            <p:nvPr/>
          </p:nvCxnSpPr>
          <p:spPr>
            <a:xfrm>
              <a:off x="4560487" y="1396234"/>
              <a:ext cx="0" cy="288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1142B78-FBF3-4042-0196-9456DE8C6D1B}"/>
                </a:ext>
              </a:extLst>
            </p:cNvPr>
            <p:cNvCxnSpPr>
              <a:cxnSpLocks/>
            </p:cNvCxnSpPr>
            <p:nvPr/>
          </p:nvCxnSpPr>
          <p:spPr>
            <a:xfrm>
              <a:off x="4575099" y="1929993"/>
              <a:ext cx="0" cy="3690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DE34580-1110-9476-BCBE-F3A5A731353B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 flipH="1">
              <a:off x="2775654" y="2650627"/>
              <a:ext cx="7263" cy="86895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DFAE85-CDFB-A18A-4CAA-3A354DD8CC6F}"/>
                </a:ext>
              </a:extLst>
            </p:cNvPr>
            <p:cNvSpPr txBox="1"/>
            <p:nvPr/>
          </p:nvSpPr>
          <p:spPr>
            <a:xfrm>
              <a:off x="2145030" y="3519583"/>
              <a:ext cx="1261247" cy="5770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 Classification</a:t>
              </a:r>
            </a:p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(LG,IC,DC)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CD6275-CD2D-2D8C-3848-AD2A5BFF9211}"/>
                </a:ext>
              </a:extLst>
            </p:cNvPr>
            <p:cNvSpPr txBox="1"/>
            <p:nvPr/>
          </p:nvSpPr>
          <p:spPr>
            <a:xfrm>
              <a:off x="3893621" y="3042991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Phase Detection</a:t>
              </a:r>
              <a:endParaRPr lang="en-US" altLang="ko-KR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BCFF79D-D682-6239-CE63-10D2DA671451}"/>
                </a:ext>
              </a:extLst>
            </p:cNvPr>
            <p:cNvCxnSpPr>
              <a:cxnSpLocks/>
              <a:stCxn id="13" idx="2"/>
              <a:endCxn id="4" idx="0"/>
            </p:cNvCxnSpPr>
            <p:nvPr/>
          </p:nvCxnSpPr>
          <p:spPr>
            <a:xfrm flipH="1">
              <a:off x="4524245" y="2700495"/>
              <a:ext cx="0" cy="324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5CBF89-3BD5-B8F1-FF17-DE89D486DF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2530" y="3458489"/>
              <a:ext cx="367" cy="76118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0F38ED0-735E-D87B-BF05-65879331B10D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 flipV="1">
              <a:off x="3406277" y="3800985"/>
              <a:ext cx="1087013" cy="713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D39EFDF-0603-994D-014E-FAFDC64A9585}"/>
                </a:ext>
              </a:extLst>
            </p:cNvPr>
            <p:cNvSpPr/>
            <p:nvPr/>
          </p:nvSpPr>
          <p:spPr>
            <a:xfrm>
              <a:off x="4466261" y="377212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2CC78901-C85B-99CC-B1B7-ECEE08E16E8F}"/>
                </a:ext>
              </a:extLst>
            </p:cNvPr>
            <p:cNvSpPr/>
            <p:nvPr/>
          </p:nvSpPr>
          <p:spPr>
            <a:xfrm>
              <a:off x="3326206" y="4222849"/>
              <a:ext cx="2296787" cy="8657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Environment-based </a:t>
              </a:r>
            </a:p>
            <a:p>
              <a:pPr algn="ctr"/>
              <a:r>
                <a:rPr lang="en-US" altLang="ko-KR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Exoskeleton control strategy</a:t>
              </a:r>
              <a:endParaRPr lang="en-US" altLang="ko-K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24F6FD1F-4D90-EFA0-A14F-A281FE77643D}"/>
                </a:ext>
              </a:extLst>
            </p:cNvPr>
            <p:cNvGrpSpPr/>
            <p:nvPr/>
          </p:nvGrpSpPr>
          <p:grpSpPr>
            <a:xfrm>
              <a:off x="6133850" y="3349935"/>
              <a:ext cx="4211823" cy="2649683"/>
              <a:chOff x="7028935" y="2493618"/>
              <a:chExt cx="4211823" cy="2649683"/>
            </a:xfrm>
          </p:grpSpPr>
          <p:sp>
            <p:nvSpPr>
              <p:cNvPr id="7" name="모서리가 둥근 직사각형 134">
                <a:extLst>
                  <a:ext uri="{FF2B5EF4-FFF2-40B4-BE49-F238E27FC236}">
                    <a16:creationId xmlns:a16="http://schemas.microsoft.com/office/drawing/2014/main" id="{E2C658E9-B8E1-67BA-DF4F-F407BC4D6B0A}"/>
                  </a:ext>
                </a:extLst>
              </p:cNvPr>
              <p:cNvSpPr/>
              <p:nvPr/>
            </p:nvSpPr>
            <p:spPr>
              <a:xfrm>
                <a:off x="10271889" y="3727370"/>
                <a:ext cx="968869" cy="20498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Finish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BB69C5A2-ECA3-A493-D5F6-4B432155BC1C}"/>
                  </a:ext>
                </a:extLst>
              </p:cNvPr>
              <p:cNvGrpSpPr/>
              <p:nvPr/>
            </p:nvGrpSpPr>
            <p:grpSpPr>
              <a:xfrm>
                <a:off x="7236277" y="2493618"/>
                <a:ext cx="2545265" cy="765930"/>
                <a:chOff x="7810233" y="2305346"/>
                <a:chExt cx="2545265" cy="765930"/>
              </a:xfrm>
            </p:grpSpPr>
            <p:sp>
              <p:nvSpPr>
                <p:cNvPr id="8" name="순서도: 판단 7">
                  <a:extLst>
                    <a:ext uri="{FF2B5EF4-FFF2-40B4-BE49-F238E27FC236}">
                      <a16:creationId xmlns:a16="http://schemas.microsoft.com/office/drawing/2014/main" id="{C42C35E4-F76E-8AC5-2E5E-645F7CC49449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Level Ground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8953657-960E-399E-9D85-56BB4D5D8AD2}"/>
                    </a:ext>
                  </a:extLst>
                </p:cNvPr>
                <p:cNvSpPr txBox="1"/>
                <p:nvPr/>
              </p:nvSpPr>
              <p:spPr>
                <a:xfrm>
                  <a:off x="7810233" y="2305346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68F565B-51F2-52C9-0334-352F25B4CEB5}"/>
                    </a:ext>
                  </a:extLst>
                </p:cNvPr>
                <p:cNvSpPr txBox="1"/>
                <p:nvPr/>
              </p:nvSpPr>
              <p:spPr>
                <a:xfrm>
                  <a:off x="7819615" y="2805854"/>
                  <a:ext cx="63490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Foot flat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6BE95CB7-AD59-A0E7-7632-2FA767A7B3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05880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52DF7EF7-E816-97D9-3416-9557304AF1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84739366-8528-1C30-6B20-564FC0CAE4BB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CA1199B-3A6C-9E2A-ADBB-F08C08BDB346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1" name="직선 연결선 60">
                    <a:extLst>
                      <a:ext uri="{FF2B5EF4-FFF2-40B4-BE49-F238E27FC236}">
                        <a16:creationId xmlns:a16="http://schemas.microsoft.com/office/drawing/2014/main" id="{B9F62CA4-9FDE-B2D2-3A48-711FD88B97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3BA6C20D-214B-6A22-A5A0-2E8FD43E078E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4" name="직선 연결선 73">
                    <a:extLst>
                      <a:ext uri="{FF2B5EF4-FFF2-40B4-BE49-F238E27FC236}">
                        <a16:creationId xmlns:a16="http://schemas.microsoft.com/office/drawing/2014/main" id="{7D9AE1F4-AEB0-9A90-FE8B-D447662CD5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직선 연결선 74">
                    <a:extLst>
                      <a:ext uri="{FF2B5EF4-FFF2-40B4-BE49-F238E27FC236}">
                        <a16:creationId xmlns:a16="http://schemas.microsoft.com/office/drawing/2014/main" id="{29AD44B8-721B-4A81-5E9F-2223674C5D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7F64B603-36DD-A5FD-EA1E-4122E851C208}"/>
                  </a:ext>
                </a:extLst>
              </p:cNvPr>
              <p:cNvGrpSpPr/>
              <p:nvPr/>
            </p:nvGrpSpPr>
            <p:grpSpPr>
              <a:xfrm>
                <a:off x="7274530" y="3450793"/>
                <a:ext cx="2516835" cy="760003"/>
                <a:chOff x="7838663" y="2311273"/>
                <a:chExt cx="2516835" cy="760003"/>
              </a:xfrm>
            </p:grpSpPr>
            <p:sp>
              <p:nvSpPr>
                <p:cNvPr id="79" name="순서도: 판단 78">
                  <a:extLst>
                    <a:ext uri="{FF2B5EF4-FFF2-40B4-BE49-F238E27FC236}">
                      <a16:creationId xmlns:a16="http://schemas.microsoft.com/office/drawing/2014/main" id="{DAC04005-9F42-E2AD-4D28-B1F65C855152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Decline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B8EF34AA-BCEC-5941-5948-ED0586588833}"/>
                    </a:ext>
                  </a:extLst>
                </p:cNvPr>
                <p:cNvSpPr txBox="1"/>
                <p:nvPr/>
              </p:nvSpPr>
              <p:spPr>
                <a:xfrm>
                  <a:off x="7838663" y="2311273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48B4A42-3AA3-62AE-B3A2-0D303EBD6D7C}"/>
                    </a:ext>
                  </a:extLst>
                </p:cNvPr>
                <p:cNvSpPr txBox="1"/>
                <p:nvPr/>
              </p:nvSpPr>
              <p:spPr>
                <a:xfrm>
                  <a:off x="7941226" y="2796441"/>
                  <a:ext cx="63490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else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2" name="직선 연결선 81">
                  <a:extLst>
                    <a:ext uri="{FF2B5EF4-FFF2-40B4-BE49-F238E27FC236}">
                      <a16:creationId xmlns:a16="http://schemas.microsoft.com/office/drawing/2014/main" id="{CF7EA014-95CA-A323-70EE-F82515B93E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14589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F596C9F2-9926-6844-8866-88AA1DF795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4" name="그룹 83">
                  <a:extLst>
                    <a:ext uri="{FF2B5EF4-FFF2-40B4-BE49-F238E27FC236}">
                      <a16:creationId xmlns:a16="http://schemas.microsoft.com/office/drawing/2014/main" id="{E2875B5E-62D6-7616-983D-0CC1341482FA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B542B89E-0E76-EC38-9A7E-6A72AF439B1C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6" name="직선 연결선 85">
                    <a:extLst>
                      <a:ext uri="{FF2B5EF4-FFF2-40B4-BE49-F238E27FC236}">
                        <a16:creationId xmlns:a16="http://schemas.microsoft.com/office/drawing/2014/main" id="{0953861E-A0A1-3797-B40C-8DE3BCC795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4BF65F7F-74BE-69D6-2A22-29FD92995BCF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8" name="직선 연결선 87">
                    <a:extLst>
                      <a:ext uri="{FF2B5EF4-FFF2-40B4-BE49-F238E27FC236}">
                        <a16:creationId xmlns:a16="http://schemas.microsoft.com/office/drawing/2014/main" id="{4EDF66FB-AC4F-AD2A-649B-6B6DEE113D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직선 연결선 88">
                    <a:extLst>
                      <a:ext uri="{FF2B5EF4-FFF2-40B4-BE49-F238E27FC236}">
                        <a16:creationId xmlns:a16="http://schemas.microsoft.com/office/drawing/2014/main" id="{2F292459-04E1-F314-DAB4-511784D0E8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772D1C2D-5398-C90A-040D-9D8A03214E56}"/>
                  </a:ext>
                </a:extLst>
              </p:cNvPr>
              <p:cNvGrpSpPr/>
              <p:nvPr/>
            </p:nvGrpSpPr>
            <p:grpSpPr>
              <a:xfrm>
                <a:off x="7028935" y="4336313"/>
                <a:ext cx="2759020" cy="806988"/>
                <a:chOff x="7596478" y="2323050"/>
                <a:chExt cx="2759020" cy="806988"/>
              </a:xfrm>
            </p:grpSpPr>
            <p:sp>
              <p:nvSpPr>
                <p:cNvPr id="91" name="순서도: 판단 90">
                  <a:extLst>
                    <a:ext uri="{FF2B5EF4-FFF2-40B4-BE49-F238E27FC236}">
                      <a16:creationId xmlns:a16="http://schemas.microsoft.com/office/drawing/2014/main" id="{AD0E0BE9-EE14-73FB-0DA1-0CEAB7CEB4BF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Incline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121F859-5677-BF05-021A-ED25DA954BFD}"/>
                    </a:ext>
                  </a:extLst>
                </p:cNvPr>
                <p:cNvSpPr txBox="1"/>
                <p:nvPr/>
              </p:nvSpPr>
              <p:spPr>
                <a:xfrm>
                  <a:off x="7798444" y="2337305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4EBFCDCF-2860-001D-70CE-8294421F02ED}"/>
                    </a:ext>
                  </a:extLst>
                </p:cNvPr>
                <p:cNvSpPr txBox="1"/>
                <p:nvPr/>
              </p:nvSpPr>
              <p:spPr>
                <a:xfrm>
                  <a:off x="7596478" y="2729928"/>
                  <a:ext cx="7936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Foot Placement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5" name="직선 연결선 94">
                  <a:extLst>
                    <a:ext uri="{FF2B5EF4-FFF2-40B4-BE49-F238E27FC236}">
                      <a16:creationId xmlns:a16="http://schemas.microsoft.com/office/drawing/2014/main" id="{89F4224C-5A39-C52A-6B9E-180663FEA4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05880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직선 연결선 95">
                  <a:extLst>
                    <a:ext uri="{FF2B5EF4-FFF2-40B4-BE49-F238E27FC236}">
                      <a16:creationId xmlns:a16="http://schemas.microsoft.com/office/drawing/2014/main" id="{FD460434-9035-9EDA-430E-8825B63DF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97" name="그룹 96">
                  <a:extLst>
                    <a:ext uri="{FF2B5EF4-FFF2-40B4-BE49-F238E27FC236}">
                      <a16:creationId xmlns:a16="http://schemas.microsoft.com/office/drawing/2014/main" id="{4D3752F8-1E15-5DF9-5E6F-E4E0DE3CF92A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EEAE68DC-4AB8-492E-6ACE-0D0DA956C1C3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99" name="직선 연결선 98">
                    <a:extLst>
                      <a:ext uri="{FF2B5EF4-FFF2-40B4-BE49-F238E27FC236}">
                        <a16:creationId xmlns:a16="http://schemas.microsoft.com/office/drawing/2014/main" id="{5651948C-538D-CF84-04FE-D4584DFA3D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E900CF9B-3AF4-57FA-99E3-A19D1068534E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01" name="직선 연결선 100">
                    <a:extLst>
                      <a:ext uri="{FF2B5EF4-FFF2-40B4-BE49-F238E27FC236}">
                        <a16:creationId xmlns:a16="http://schemas.microsoft.com/office/drawing/2014/main" id="{C69114AD-082E-D4D8-AC1E-83D7D69589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직선 연결선 101">
                    <a:extLst>
                      <a:ext uri="{FF2B5EF4-FFF2-40B4-BE49-F238E27FC236}">
                        <a16:creationId xmlns:a16="http://schemas.microsoft.com/office/drawing/2014/main" id="{469911E7-A388-B8DB-BE3A-2B90A02D64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A3FDF870-B4A3-B12F-D321-7B3E66DA74F1}"/>
                  </a:ext>
                </a:extLst>
              </p:cNvPr>
              <p:cNvGrpSpPr/>
              <p:nvPr/>
            </p:nvGrpSpPr>
            <p:grpSpPr>
              <a:xfrm>
                <a:off x="9791056" y="2867565"/>
                <a:ext cx="310604" cy="1872001"/>
                <a:chOff x="9791056" y="2867566"/>
                <a:chExt cx="144000" cy="530065"/>
              </a:xfrm>
            </p:grpSpPr>
            <p:cxnSp>
              <p:nvCxnSpPr>
                <p:cNvPr id="109" name="직선 연결선 108">
                  <a:extLst>
                    <a:ext uri="{FF2B5EF4-FFF2-40B4-BE49-F238E27FC236}">
                      <a16:creationId xmlns:a16="http://schemas.microsoft.com/office/drawing/2014/main" id="{9B3EC76B-B5DF-953B-B959-0912C34A87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863056" y="2795574"/>
                  <a:ext cx="0" cy="144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>
                  <a:extLst>
                    <a:ext uri="{FF2B5EF4-FFF2-40B4-BE49-F238E27FC236}">
                      <a16:creationId xmlns:a16="http://schemas.microsoft.com/office/drawing/2014/main" id="{9780635A-DC18-8B3C-31AC-1B486C8A61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31128" y="2867566"/>
                  <a:ext cx="0" cy="530065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연결선 110">
                  <a:extLst>
                    <a:ext uri="{FF2B5EF4-FFF2-40B4-BE49-F238E27FC236}">
                      <a16:creationId xmlns:a16="http://schemas.microsoft.com/office/drawing/2014/main" id="{F1A2F8BD-93F2-2CFC-4EA6-DF1C830232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863056" y="3323414"/>
                  <a:ext cx="0" cy="144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4E416DBF-A34E-5A00-E769-AFADFE2C9B98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>
                <a:off x="9798554" y="3826345"/>
                <a:ext cx="473335" cy="35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3736D54D-6C6C-5DE7-2481-8597E000D53E}"/>
                </a:ext>
              </a:extLst>
            </p:cNvPr>
            <p:cNvCxnSpPr>
              <a:cxnSpLocks/>
            </p:cNvCxnSpPr>
            <p:nvPr/>
          </p:nvCxnSpPr>
          <p:spPr>
            <a:xfrm>
              <a:off x="6026656" y="3732592"/>
              <a:ext cx="5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4633FDE-2206-B560-554F-3DDBADC45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2206" y="4681067"/>
              <a:ext cx="894741" cy="120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8A2F9D43-6C61-8A1F-8471-BFD10F1AABB7}"/>
                </a:ext>
              </a:extLst>
            </p:cNvPr>
            <p:cNvCxnSpPr>
              <a:cxnSpLocks/>
            </p:cNvCxnSpPr>
            <p:nvPr/>
          </p:nvCxnSpPr>
          <p:spPr>
            <a:xfrm>
              <a:off x="6012947" y="5557583"/>
              <a:ext cx="5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B6477C45-2E56-58F3-7743-B7763C3FDC2B}"/>
                </a:ext>
              </a:extLst>
            </p:cNvPr>
            <p:cNvCxnSpPr>
              <a:cxnSpLocks/>
            </p:cNvCxnSpPr>
            <p:nvPr/>
          </p:nvCxnSpPr>
          <p:spPr>
            <a:xfrm>
              <a:off x="6026656" y="3732592"/>
              <a:ext cx="0" cy="1836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이등변 삼각형 1">
              <a:extLst>
                <a:ext uri="{FF2B5EF4-FFF2-40B4-BE49-F238E27FC236}">
                  <a16:creationId xmlns:a16="http://schemas.microsoft.com/office/drawing/2014/main" id="{74C58D0E-B602-3C7E-C7DF-3C7E348E6A0C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514913" y="160413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7EAF713-B417-3364-0818-F914D9192F70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514913" y="2215644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D46B4158-72D5-8886-DAA3-C076041B8797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474599" y="2925029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317F8872-D1AB-FE71-FD25-22EF0236DF8E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465724" y="412552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A2785134-8CBD-037A-ED74-85E6A75ED4E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2724397" y="3416737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8D984FCB-33B2-7D3C-1642-BA6EB3D64E8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6411604" y="367948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B1282623-6B28-0BCB-3AAF-36FDF624D0E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6404546" y="4631769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F0AE08CC-0E2B-D20B-79BA-A7AA174FDFD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6423488" y="551111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>
              <a:extLst>
                <a:ext uri="{FF2B5EF4-FFF2-40B4-BE49-F238E27FC236}">
                  <a16:creationId xmlns:a16="http://schemas.microsoft.com/office/drawing/2014/main" id="{AE3ABF69-8D1B-F710-952A-A1C2D1BC76F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645736" y="340919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8AB9B0C4-637D-D2E0-F89A-22AF75CC3E4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655067" y="396053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90AEC8A7-FA98-32D1-0305-3FE3FD38C3C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658594" y="4371299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87D1CE21-17A1-7FC5-5E81-C8F93D08EA8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658594" y="491331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4D3844AA-D89A-ECC2-1C01-02E683C13B6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658101" y="5244598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06D91F1A-72E5-25CF-AE68-DBB3446E30A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658101" y="578661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이등변 삼각형 34">
              <a:extLst>
                <a:ext uri="{FF2B5EF4-FFF2-40B4-BE49-F238E27FC236}">
                  <a16:creationId xmlns:a16="http://schemas.microsoft.com/office/drawing/2014/main" id="{C606FFB5-2FBF-6C62-0BF8-BA0768AC084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9263429" y="4643859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5336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-1415965" y="-461816"/>
            <a:ext cx="277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소프트웨어 중심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_v1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48D64DC-48EA-048F-C9B5-FD0A55BECB8E}"/>
              </a:ext>
            </a:extLst>
          </p:cNvPr>
          <p:cNvGrpSpPr/>
          <p:nvPr/>
        </p:nvGrpSpPr>
        <p:grpSpPr>
          <a:xfrm>
            <a:off x="-479795" y="649383"/>
            <a:ext cx="10177751" cy="3959189"/>
            <a:chOff x="663205" y="649382"/>
            <a:chExt cx="10177751" cy="3959189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2719233" y="649382"/>
              <a:ext cx="968869" cy="20498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0469" y="1831333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Environmental data from RGB camera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573044" y="1134207"/>
              <a:ext cx="1261247" cy="25391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Initialization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C680BF-2616-FF2C-3554-6D52DA90992E}"/>
                </a:ext>
              </a:extLst>
            </p:cNvPr>
            <p:cNvSpPr txBox="1"/>
            <p:nvPr/>
          </p:nvSpPr>
          <p:spPr>
            <a:xfrm>
              <a:off x="2573045" y="1737150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 Velocity from IMU Sensor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DEE9C76-2144-4AE8-5F44-8969CF3EB337}"/>
                </a:ext>
              </a:extLst>
            </p:cNvPr>
            <p:cNvCxnSpPr>
              <a:cxnSpLocks/>
            </p:cNvCxnSpPr>
            <p:nvPr/>
          </p:nvCxnSpPr>
          <p:spPr>
            <a:xfrm>
              <a:off x="3203667" y="854364"/>
              <a:ext cx="0" cy="288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1142B78-FBF3-4042-0196-9456DE8C6D1B}"/>
                </a:ext>
              </a:extLst>
            </p:cNvPr>
            <p:cNvCxnSpPr>
              <a:cxnSpLocks/>
            </p:cNvCxnSpPr>
            <p:nvPr/>
          </p:nvCxnSpPr>
          <p:spPr>
            <a:xfrm>
              <a:off x="3203668" y="1382146"/>
              <a:ext cx="0" cy="3690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DE34580-1110-9476-BCBE-F3A5A731353B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 flipH="1">
              <a:off x="1293829" y="2249356"/>
              <a:ext cx="7263" cy="86895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DFAE85-CDFB-A18A-4CAA-3A354DD8CC6F}"/>
                </a:ext>
              </a:extLst>
            </p:cNvPr>
            <p:cNvSpPr txBox="1"/>
            <p:nvPr/>
          </p:nvSpPr>
          <p:spPr>
            <a:xfrm>
              <a:off x="663205" y="3118312"/>
              <a:ext cx="1261247" cy="5770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 Classification</a:t>
              </a:r>
            </a:p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(LG,IC,DC)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CD6275-CD2D-2D8C-3848-AD2A5BFF9211}"/>
                </a:ext>
              </a:extLst>
            </p:cNvPr>
            <p:cNvSpPr txBox="1"/>
            <p:nvPr/>
          </p:nvSpPr>
          <p:spPr>
            <a:xfrm>
              <a:off x="2573045" y="2495144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Phase Detection</a:t>
              </a:r>
              <a:endParaRPr lang="en-US" altLang="ko-KR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BCFF79D-D682-6239-CE63-10D2DA671451}"/>
                </a:ext>
              </a:extLst>
            </p:cNvPr>
            <p:cNvCxnSpPr>
              <a:cxnSpLocks/>
            </p:cNvCxnSpPr>
            <p:nvPr/>
          </p:nvCxnSpPr>
          <p:spPr>
            <a:xfrm>
              <a:off x="3203668" y="2152648"/>
              <a:ext cx="0" cy="34249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5CBF89-3BD5-B8F1-FF17-DE89D486DFBA}"/>
                </a:ext>
              </a:extLst>
            </p:cNvPr>
            <p:cNvCxnSpPr>
              <a:cxnSpLocks/>
            </p:cNvCxnSpPr>
            <p:nvPr/>
          </p:nvCxnSpPr>
          <p:spPr>
            <a:xfrm>
              <a:off x="3203668" y="2910642"/>
              <a:ext cx="0" cy="44508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0F38ED0-735E-D87B-BF05-65879331B10D}"/>
                </a:ext>
              </a:extLst>
            </p:cNvPr>
            <p:cNvCxnSpPr>
              <a:cxnSpLocks/>
            </p:cNvCxnSpPr>
            <p:nvPr/>
          </p:nvCxnSpPr>
          <p:spPr>
            <a:xfrm>
              <a:off x="1919487" y="3338115"/>
              <a:ext cx="2599247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D39EFDF-0603-994D-014E-FAFDC64A9585}"/>
                </a:ext>
              </a:extLst>
            </p:cNvPr>
            <p:cNvSpPr/>
            <p:nvPr/>
          </p:nvSpPr>
          <p:spPr>
            <a:xfrm>
              <a:off x="3167668" y="328373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934CF6A-A83E-9929-0348-63A8670EF3FB}"/>
                </a:ext>
              </a:extLst>
            </p:cNvPr>
            <p:cNvSpPr/>
            <p:nvPr/>
          </p:nvSpPr>
          <p:spPr>
            <a:xfrm>
              <a:off x="4083355" y="2911905"/>
              <a:ext cx="2034134" cy="815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Environment-based </a:t>
              </a:r>
            </a:p>
            <a:p>
              <a:pPr algn="ctr"/>
              <a:r>
                <a:rPr lang="en-US" altLang="ko-KR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Exoskeleton control strategy</a:t>
              </a:r>
              <a:endParaRPr lang="en-US" altLang="ko-K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F1E0AFF-7666-F628-2ED4-63BFF00208F5}"/>
                </a:ext>
              </a:extLst>
            </p:cNvPr>
            <p:cNvGrpSpPr/>
            <p:nvPr/>
          </p:nvGrpSpPr>
          <p:grpSpPr>
            <a:xfrm>
              <a:off x="6629133" y="1958888"/>
              <a:ext cx="4211823" cy="2649683"/>
              <a:chOff x="7028935" y="2493618"/>
              <a:chExt cx="4211823" cy="2649683"/>
            </a:xfrm>
          </p:grpSpPr>
          <p:sp>
            <p:nvSpPr>
              <p:cNvPr id="9" name="모서리가 둥근 직사각형 134">
                <a:extLst>
                  <a:ext uri="{FF2B5EF4-FFF2-40B4-BE49-F238E27FC236}">
                    <a16:creationId xmlns:a16="http://schemas.microsoft.com/office/drawing/2014/main" id="{A242F04F-0E19-DD6A-9B97-59A3A8E5CFFD}"/>
                  </a:ext>
                </a:extLst>
              </p:cNvPr>
              <p:cNvSpPr/>
              <p:nvPr/>
            </p:nvSpPr>
            <p:spPr>
              <a:xfrm>
                <a:off x="10271889" y="3727370"/>
                <a:ext cx="968869" cy="20498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Finish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815E3F3C-814F-B78E-D540-86774EC68D1C}"/>
                  </a:ext>
                </a:extLst>
              </p:cNvPr>
              <p:cNvGrpSpPr/>
              <p:nvPr/>
            </p:nvGrpSpPr>
            <p:grpSpPr>
              <a:xfrm>
                <a:off x="7236277" y="2493618"/>
                <a:ext cx="2545265" cy="765930"/>
                <a:chOff x="7810233" y="2305346"/>
                <a:chExt cx="2545265" cy="765930"/>
              </a:xfrm>
            </p:grpSpPr>
            <p:sp>
              <p:nvSpPr>
                <p:cNvPr id="50" name="순서도: 판단 49">
                  <a:extLst>
                    <a:ext uri="{FF2B5EF4-FFF2-40B4-BE49-F238E27FC236}">
                      <a16:creationId xmlns:a16="http://schemas.microsoft.com/office/drawing/2014/main" id="{58BEFF15-A6B7-8C34-E0D0-4C1FF69A6783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Level Ground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21E73CF-64E7-BAFC-1199-3982D576C302}"/>
                    </a:ext>
                  </a:extLst>
                </p:cNvPr>
                <p:cNvSpPr txBox="1"/>
                <p:nvPr/>
              </p:nvSpPr>
              <p:spPr>
                <a:xfrm>
                  <a:off x="7810233" y="2305346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65E5868-92B1-26BF-A256-B3C7F892AF67}"/>
                    </a:ext>
                  </a:extLst>
                </p:cNvPr>
                <p:cNvSpPr txBox="1"/>
                <p:nvPr/>
              </p:nvSpPr>
              <p:spPr>
                <a:xfrm>
                  <a:off x="7819615" y="2805854"/>
                  <a:ext cx="63490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Foot flat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34411360-0670-1263-617B-94AA6CD01B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05880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727BCC17-F1A4-0D80-B157-16E48DD81B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56" name="그룹 55">
                  <a:extLst>
                    <a:ext uri="{FF2B5EF4-FFF2-40B4-BE49-F238E27FC236}">
                      <a16:creationId xmlns:a16="http://schemas.microsoft.com/office/drawing/2014/main" id="{DCF02072-3E10-035C-7BD0-FC99E7D89F82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5E68543-DFFC-AFC0-6AC2-B974A2CA7877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58" name="직선 연결선 57">
                    <a:extLst>
                      <a:ext uri="{FF2B5EF4-FFF2-40B4-BE49-F238E27FC236}">
                        <a16:creationId xmlns:a16="http://schemas.microsoft.com/office/drawing/2014/main" id="{7431DC40-B89C-4082-2153-172B8CC307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35C0FBC4-AB15-76F5-DA3D-E0729E7DFACD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0" name="직선 연결선 59">
                    <a:extLst>
                      <a:ext uri="{FF2B5EF4-FFF2-40B4-BE49-F238E27FC236}">
                        <a16:creationId xmlns:a16="http://schemas.microsoft.com/office/drawing/2014/main" id="{69D1CDF7-7A56-C244-0CA6-6165B49C18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직선 연결선 60">
                    <a:extLst>
                      <a:ext uri="{FF2B5EF4-FFF2-40B4-BE49-F238E27FC236}">
                        <a16:creationId xmlns:a16="http://schemas.microsoft.com/office/drawing/2014/main" id="{3D24C8A1-387F-84E4-4509-B5AB10D40A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5F9BC468-22A7-01F0-F702-67AA6B7A3EAB}"/>
                  </a:ext>
                </a:extLst>
              </p:cNvPr>
              <p:cNvGrpSpPr/>
              <p:nvPr/>
            </p:nvGrpSpPr>
            <p:grpSpPr>
              <a:xfrm>
                <a:off x="7274530" y="3450793"/>
                <a:ext cx="2516835" cy="760003"/>
                <a:chOff x="7838663" y="2311273"/>
                <a:chExt cx="2516835" cy="760003"/>
              </a:xfrm>
            </p:grpSpPr>
            <p:sp>
              <p:nvSpPr>
                <p:cNvPr id="38" name="순서도: 판단 37">
                  <a:extLst>
                    <a:ext uri="{FF2B5EF4-FFF2-40B4-BE49-F238E27FC236}">
                      <a16:creationId xmlns:a16="http://schemas.microsoft.com/office/drawing/2014/main" id="{EEF86F5A-82FD-8186-6109-0D160BC72532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Decline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02274F9-BBAA-7760-6911-403FB91CBA30}"/>
                    </a:ext>
                  </a:extLst>
                </p:cNvPr>
                <p:cNvSpPr txBox="1"/>
                <p:nvPr/>
              </p:nvSpPr>
              <p:spPr>
                <a:xfrm>
                  <a:off x="7838663" y="2311273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6918790-E112-127F-005C-A2ADC198495F}"/>
                    </a:ext>
                  </a:extLst>
                </p:cNvPr>
                <p:cNvSpPr txBox="1"/>
                <p:nvPr/>
              </p:nvSpPr>
              <p:spPr>
                <a:xfrm>
                  <a:off x="7941226" y="2796441"/>
                  <a:ext cx="63490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else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44BCE792-8118-29A8-6BB2-2BEB5E099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14589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86BA80D4-204B-8C19-0D73-3D8651202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8C579BD5-134B-8FA2-F4D4-074E3B4D971E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AC155C96-01B5-530A-A344-054FD8DC603D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5" name="직선 연결선 44">
                    <a:extLst>
                      <a:ext uri="{FF2B5EF4-FFF2-40B4-BE49-F238E27FC236}">
                        <a16:creationId xmlns:a16="http://schemas.microsoft.com/office/drawing/2014/main" id="{D5AABCA8-6E03-480E-6921-8619A446F8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9AAC2807-5164-A7DD-9A17-772E00AF43A2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7" name="직선 연결선 46">
                    <a:extLst>
                      <a:ext uri="{FF2B5EF4-FFF2-40B4-BE49-F238E27FC236}">
                        <a16:creationId xmlns:a16="http://schemas.microsoft.com/office/drawing/2014/main" id="{2B4E4C8F-7D2D-082D-8207-ADA932ACDF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EA071EA7-D082-5869-0953-30F8F29A80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20E0DCC4-D921-685F-F993-BD96438ADC0C}"/>
                  </a:ext>
                </a:extLst>
              </p:cNvPr>
              <p:cNvGrpSpPr/>
              <p:nvPr/>
            </p:nvGrpSpPr>
            <p:grpSpPr>
              <a:xfrm>
                <a:off x="7028935" y="4336313"/>
                <a:ext cx="2759020" cy="806988"/>
                <a:chOff x="7596478" y="2323050"/>
                <a:chExt cx="2759020" cy="806988"/>
              </a:xfrm>
            </p:grpSpPr>
            <p:sp>
              <p:nvSpPr>
                <p:cNvPr id="24" name="순서도: 판단 23">
                  <a:extLst>
                    <a:ext uri="{FF2B5EF4-FFF2-40B4-BE49-F238E27FC236}">
                      <a16:creationId xmlns:a16="http://schemas.microsoft.com/office/drawing/2014/main" id="{51664FC7-2C8B-37FA-D95C-548BFCDA9C0D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Incline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C72AA3-3E9E-F90E-49A4-B208958E1A46}"/>
                    </a:ext>
                  </a:extLst>
                </p:cNvPr>
                <p:cNvSpPr txBox="1"/>
                <p:nvPr/>
              </p:nvSpPr>
              <p:spPr>
                <a:xfrm>
                  <a:off x="7798444" y="2337305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3073FAC-D102-5795-BB94-4D5C0960EAC0}"/>
                    </a:ext>
                  </a:extLst>
                </p:cNvPr>
                <p:cNvSpPr txBox="1"/>
                <p:nvPr/>
              </p:nvSpPr>
              <p:spPr>
                <a:xfrm>
                  <a:off x="7596478" y="2729928"/>
                  <a:ext cx="7936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Foot Placement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7A4D0622-0954-948C-A686-4E171EB52F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05880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7BD6C610-A5C8-869E-DD62-6AB063EEB3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1" name="그룹 30">
                  <a:extLst>
                    <a:ext uri="{FF2B5EF4-FFF2-40B4-BE49-F238E27FC236}">
                      <a16:creationId xmlns:a16="http://schemas.microsoft.com/office/drawing/2014/main" id="{07AB2689-CD1A-837F-27EB-06EEEC72C627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DEB3534-758F-E849-0268-D05BC74D8D3A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3" name="직선 연결선 32">
                    <a:extLst>
                      <a:ext uri="{FF2B5EF4-FFF2-40B4-BE49-F238E27FC236}">
                        <a16:creationId xmlns:a16="http://schemas.microsoft.com/office/drawing/2014/main" id="{A085E379-CFDC-0E4A-3DD0-66B9B66514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5CAAE1CE-7052-B951-ED2E-946ABA2EE296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E9F04380-7577-E7AF-659F-EB66E906DF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D2C11BB2-8C23-D3F6-3D35-D2D3BD1E1C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01B5630C-789C-933F-226C-61630055A720}"/>
                  </a:ext>
                </a:extLst>
              </p:cNvPr>
              <p:cNvGrpSpPr/>
              <p:nvPr/>
            </p:nvGrpSpPr>
            <p:grpSpPr>
              <a:xfrm>
                <a:off x="9791056" y="2867565"/>
                <a:ext cx="310604" cy="1872001"/>
                <a:chOff x="9791056" y="2867566"/>
                <a:chExt cx="144000" cy="530065"/>
              </a:xfrm>
            </p:grpSpPr>
            <p:cxnSp>
              <p:nvCxnSpPr>
                <p:cNvPr id="21" name="직선 연결선 20">
                  <a:extLst>
                    <a:ext uri="{FF2B5EF4-FFF2-40B4-BE49-F238E27FC236}">
                      <a16:creationId xmlns:a16="http://schemas.microsoft.com/office/drawing/2014/main" id="{9FB1563C-5461-D427-75BA-F30967F3BC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863056" y="2795574"/>
                  <a:ext cx="0" cy="144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583D3A8-7453-B379-77A2-DC2DFB222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31128" y="2867566"/>
                  <a:ext cx="0" cy="530065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6A86006D-5413-1364-49E8-DF334C1029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863056" y="3323414"/>
                  <a:ext cx="0" cy="144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7DE160F2-FE05-63F1-0EEA-0A03B8E12F99}"/>
                  </a:ext>
                </a:extLst>
              </p:cNvPr>
              <p:cNvCxnSpPr>
                <a:cxnSpLocks/>
                <a:endCxn id="9" idx="1"/>
              </p:cNvCxnSpPr>
              <p:nvPr/>
            </p:nvCxnSpPr>
            <p:spPr>
              <a:xfrm>
                <a:off x="9798554" y="3826345"/>
                <a:ext cx="473335" cy="35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D22C2C9-1D54-BA47-90B4-8D51A05DF9EC}"/>
                </a:ext>
              </a:extLst>
            </p:cNvPr>
            <p:cNvCxnSpPr>
              <a:cxnSpLocks/>
            </p:cNvCxnSpPr>
            <p:nvPr/>
          </p:nvCxnSpPr>
          <p:spPr>
            <a:xfrm>
              <a:off x="6521939" y="2341545"/>
              <a:ext cx="5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87417151-2BBF-B3A2-5A3D-C248E72D5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7489" y="3290020"/>
              <a:ext cx="894741" cy="120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730FD2F3-7D43-29A5-B3B7-C906FFC45E58}"/>
                </a:ext>
              </a:extLst>
            </p:cNvPr>
            <p:cNvCxnSpPr>
              <a:cxnSpLocks/>
            </p:cNvCxnSpPr>
            <p:nvPr/>
          </p:nvCxnSpPr>
          <p:spPr>
            <a:xfrm>
              <a:off x="6508230" y="4166536"/>
              <a:ext cx="5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3559FC4C-9869-2B04-8E42-A7D19FFE99E8}"/>
                </a:ext>
              </a:extLst>
            </p:cNvPr>
            <p:cNvCxnSpPr>
              <a:cxnSpLocks/>
            </p:cNvCxnSpPr>
            <p:nvPr/>
          </p:nvCxnSpPr>
          <p:spPr>
            <a:xfrm>
              <a:off x="6521939" y="2341545"/>
              <a:ext cx="0" cy="1836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이등변 삼각형 1">
              <a:extLst>
                <a:ext uri="{FF2B5EF4-FFF2-40B4-BE49-F238E27FC236}">
                  <a16:creationId xmlns:a16="http://schemas.microsoft.com/office/drawing/2014/main" id="{5E187EEF-18D1-CA85-1F3C-BE50A309692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145147" y="1044848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8EF1BAFD-E482-5F56-442F-2D22E4ABD181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139080" y="1661428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35B33F91-4177-1DBB-8C74-67A0D81280D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145610" y="240535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이등변 삼각형 65">
              <a:extLst>
                <a:ext uri="{FF2B5EF4-FFF2-40B4-BE49-F238E27FC236}">
                  <a16:creationId xmlns:a16="http://schemas.microsoft.com/office/drawing/2014/main" id="{4DA276AD-19FB-BA89-DCBD-9E79CB652D57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235308" y="3005500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이등변 삼각형 67">
              <a:extLst>
                <a:ext uri="{FF2B5EF4-FFF2-40B4-BE49-F238E27FC236}">
                  <a16:creationId xmlns:a16="http://schemas.microsoft.com/office/drawing/2014/main" id="{6B8B8397-A35A-1085-0CA0-F5EB276EE56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3985248" y="330643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이등변 삼각형 68">
              <a:extLst>
                <a:ext uri="{FF2B5EF4-FFF2-40B4-BE49-F238E27FC236}">
                  <a16:creationId xmlns:a16="http://schemas.microsoft.com/office/drawing/2014/main" id="{8E1B8BAC-8C12-AC7B-D515-2C42A14B4B8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6896910" y="3259388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53C19471-7D5F-8431-73A7-6B2805C8A69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6896909" y="2299159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이등변 삼각형 70">
              <a:extLst>
                <a:ext uri="{FF2B5EF4-FFF2-40B4-BE49-F238E27FC236}">
                  <a16:creationId xmlns:a16="http://schemas.microsoft.com/office/drawing/2014/main" id="{F4A6D35C-A8DD-8DFB-42C3-88D56F47672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6896909" y="4119980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이등변 삼각형 74">
              <a:extLst>
                <a:ext uri="{FF2B5EF4-FFF2-40B4-BE49-F238E27FC236}">
                  <a16:creationId xmlns:a16="http://schemas.microsoft.com/office/drawing/2014/main" id="{8E023198-D63B-3483-1410-1972D0406D2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144532" y="201326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이등변 삼각형 75">
              <a:extLst>
                <a:ext uri="{FF2B5EF4-FFF2-40B4-BE49-F238E27FC236}">
                  <a16:creationId xmlns:a16="http://schemas.microsoft.com/office/drawing/2014/main" id="{5668C78E-0BEB-B5F8-E6DA-5B94EB2335A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153863" y="256460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2B4F901D-4DBD-9532-BF4A-6DC53C19867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157390" y="2975369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이등변 삼각형 77">
              <a:extLst>
                <a:ext uri="{FF2B5EF4-FFF2-40B4-BE49-F238E27FC236}">
                  <a16:creationId xmlns:a16="http://schemas.microsoft.com/office/drawing/2014/main" id="{D26B0868-3316-0739-1B69-16F4430B1EE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157390" y="35173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이등변 삼각형 78">
              <a:extLst>
                <a:ext uri="{FF2B5EF4-FFF2-40B4-BE49-F238E27FC236}">
                  <a16:creationId xmlns:a16="http://schemas.microsoft.com/office/drawing/2014/main" id="{1D1FC07D-DC1B-D873-6DA0-DB8F136B8CA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156897" y="3848668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이등변 삼각형 79">
              <a:extLst>
                <a:ext uri="{FF2B5EF4-FFF2-40B4-BE49-F238E27FC236}">
                  <a16:creationId xmlns:a16="http://schemas.microsoft.com/office/drawing/2014/main" id="{71BDE4BB-3AEF-68F3-5EFB-117A90D17A1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156897" y="439068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이등변 삼각형 80">
              <a:extLst>
                <a:ext uri="{FF2B5EF4-FFF2-40B4-BE49-F238E27FC236}">
                  <a16:creationId xmlns:a16="http://schemas.microsoft.com/office/drawing/2014/main" id="{05785AD5-317E-B915-5E3F-C7B90CE2838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9762225" y="3247929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525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-1415965" y="-461816"/>
            <a:ext cx="277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소프트웨어 중심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_v1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9B1E27AA-D122-5035-8EDA-EB8F3E9DBEA9}"/>
              </a:ext>
            </a:extLst>
          </p:cNvPr>
          <p:cNvGrpSpPr/>
          <p:nvPr/>
        </p:nvGrpSpPr>
        <p:grpSpPr>
          <a:xfrm>
            <a:off x="152485" y="1860859"/>
            <a:ext cx="9898437" cy="3686728"/>
            <a:chOff x="1295484" y="1860859"/>
            <a:chExt cx="9898437" cy="3686728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1451633" y="1860859"/>
              <a:ext cx="968869" cy="20498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952697" y="2421579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Environmental data from RGB camera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305444" y="2368793"/>
              <a:ext cx="1261247" cy="25391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Initialization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DEE9C76-2144-4AE8-5F44-8969CF3EB337}"/>
                </a:ext>
              </a:extLst>
            </p:cNvPr>
            <p:cNvCxnSpPr>
              <a:cxnSpLocks/>
              <a:endCxn id="53" idx="0"/>
            </p:cNvCxnSpPr>
            <p:nvPr/>
          </p:nvCxnSpPr>
          <p:spPr>
            <a:xfrm>
              <a:off x="1936067" y="2065841"/>
              <a:ext cx="1" cy="30295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1142B78-FBF3-4042-0196-9456DE8C6D1B}"/>
                </a:ext>
              </a:extLst>
            </p:cNvPr>
            <p:cNvCxnSpPr>
              <a:cxnSpLocks/>
              <a:stCxn id="53" idx="2"/>
              <a:endCxn id="13" idx="0"/>
            </p:cNvCxnSpPr>
            <p:nvPr/>
          </p:nvCxnSpPr>
          <p:spPr>
            <a:xfrm flipH="1">
              <a:off x="1926108" y="2622709"/>
              <a:ext cx="9960" cy="53273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CD6275-CD2D-2D8C-3848-AD2A5BFF9211}"/>
                </a:ext>
              </a:extLst>
            </p:cNvPr>
            <p:cNvSpPr txBox="1"/>
            <p:nvPr/>
          </p:nvSpPr>
          <p:spPr>
            <a:xfrm>
              <a:off x="1305445" y="4066637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Phase Detection</a:t>
              </a:r>
              <a:endParaRPr lang="en-US" altLang="ko-KR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BCFF79D-D682-6239-CE63-10D2DA671451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1936067" y="3418041"/>
              <a:ext cx="2" cy="64859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0F38ED0-735E-D87B-BF05-65879331B10D}"/>
                </a:ext>
              </a:extLst>
            </p:cNvPr>
            <p:cNvCxnSpPr>
              <a:cxnSpLocks/>
            </p:cNvCxnSpPr>
            <p:nvPr/>
          </p:nvCxnSpPr>
          <p:spPr>
            <a:xfrm>
              <a:off x="2566691" y="4269466"/>
              <a:ext cx="2002307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D39EFDF-0603-994D-014E-FAFDC64A9585}"/>
                </a:ext>
              </a:extLst>
            </p:cNvPr>
            <p:cNvSpPr/>
            <p:nvPr/>
          </p:nvSpPr>
          <p:spPr>
            <a:xfrm>
              <a:off x="3556572" y="421962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934CF6A-A83E-9929-0348-63A8670EF3FB}"/>
                </a:ext>
              </a:extLst>
            </p:cNvPr>
            <p:cNvSpPr/>
            <p:nvPr/>
          </p:nvSpPr>
          <p:spPr>
            <a:xfrm>
              <a:off x="4428540" y="3841604"/>
              <a:ext cx="2034134" cy="815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Environment-based </a:t>
              </a:r>
            </a:p>
            <a:p>
              <a:pPr algn="ctr"/>
              <a:r>
                <a:rPr lang="en-US" altLang="ko-KR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Exoskeleton control strategy</a:t>
              </a:r>
              <a:endParaRPr lang="en-US" altLang="ko-K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F1E0AFF-7666-F628-2ED4-63BFF00208F5}"/>
                </a:ext>
              </a:extLst>
            </p:cNvPr>
            <p:cNvGrpSpPr/>
            <p:nvPr/>
          </p:nvGrpSpPr>
          <p:grpSpPr>
            <a:xfrm>
              <a:off x="6982098" y="2897904"/>
              <a:ext cx="4211823" cy="2649683"/>
              <a:chOff x="7028935" y="2493618"/>
              <a:chExt cx="4211823" cy="2649683"/>
            </a:xfrm>
          </p:grpSpPr>
          <p:sp>
            <p:nvSpPr>
              <p:cNvPr id="9" name="모서리가 둥근 직사각형 134">
                <a:extLst>
                  <a:ext uri="{FF2B5EF4-FFF2-40B4-BE49-F238E27FC236}">
                    <a16:creationId xmlns:a16="http://schemas.microsoft.com/office/drawing/2014/main" id="{A242F04F-0E19-DD6A-9B97-59A3A8E5CFFD}"/>
                  </a:ext>
                </a:extLst>
              </p:cNvPr>
              <p:cNvSpPr/>
              <p:nvPr/>
            </p:nvSpPr>
            <p:spPr>
              <a:xfrm>
                <a:off x="10271889" y="3727370"/>
                <a:ext cx="968869" cy="20498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Finish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815E3F3C-814F-B78E-D540-86774EC68D1C}"/>
                  </a:ext>
                </a:extLst>
              </p:cNvPr>
              <p:cNvGrpSpPr/>
              <p:nvPr/>
            </p:nvGrpSpPr>
            <p:grpSpPr>
              <a:xfrm>
                <a:off x="7236277" y="2493618"/>
                <a:ext cx="2545265" cy="765930"/>
                <a:chOff x="7810233" y="2305346"/>
                <a:chExt cx="2545265" cy="765930"/>
              </a:xfrm>
            </p:grpSpPr>
            <p:sp>
              <p:nvSpPr>
                <p:cNvPr id="50" name="순서도: 판단 49">
                  <a:extLst>
                    <a:ext uri="{FF2B5EF4-FFF2-40B4-BE49-F238E27FC236}">
                      <a16:creationId xmlns:a16="http://schemas.microsoft.com/office/drawing/2014/main" id="{58BEFF15-A6B7-8C34-E0D0-4C1FF69A6783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Level Ground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21E73CF-64E7-BAFC-1199-3982D576C302}"/>
                    </a:ext>
                  </a:extLst>
                </p:cNvPr>
                <p:cNvSpPr txBox="1"/>
                <p:nvPr/>
              </p:nvSpPr>
              <p:spPr>
                <a:xfrm>
                  <a:off x="7810233" y="2305346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65E5868-92B1-26BF-A256-B3C7F892AF67}"/>
                    </a:ext>
                  </a:extLst>
                </p:cNvPr>
                <p:cNvSpPr txBox="1"/>
                <p:nvPr/>
              </p:nvSpPr>
              <p:spPr>
                <a:xfrm>
                  <a:off x="7819615" y="2805854"/>
                  <a:ext cx="63490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Foot flat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34411360-0670-1263-617B-94AA6CD01B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05880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727BCC17-F1A4-0D80-B157-16E48DD81B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56" name="그룹 55">
                  <a:extLst>
                    <a:ext uri="{FF2B5EF4-FFF2-40B4-BE49-F238E27FC236}">
                      <a16:creationId xmlns:a16="http://schemas.microsoft.com/office/drawing/2014/main" id="{DCF02072-3E10-035C-7BD0-FC99E7D89F82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5E68543-DFFC-AFC0-6AC2-B974A2CA7877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58" name="직선 연결선 57">
                    <a:extLst>
                      <a:ext uri="{FF2B5EF4-FFF2-40B4-BE49-F238E27FC236}">
                        <a16:creationId xmlns:a16="http://schemas.microsoft.com/office/drawing/2014/main" id="{7431DC40-B89C-4082-2153-172B8CC307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35C0FBC4-AB15-76F5-DA3D-E0729E7DFACD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0" name="직선 연결선 59">
                    <a:extLst>
                      <a:ext uri="{FF2B5EF4-FFF2-40B4-BE49-F238E27FC236}">
                        <a16:creationId xmlns:a16="http://schemas.microsoft.com/office/drawing/2014/main" id="{69D1CDF7-7A56-C244-0CA6-6165B49C18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직선 연결선 60">
                    <a:extLst>
                      <a:ext uri="{FF2B5EF4-FFF2-40B4-BE49-F238E27FC236}">
                        <a16:creationId xmlns:a16="http://schemas.microsoft.com/office/drawing/2014/main" id="{3D24C8A1-387F-84E4-4509-B5AB10D40A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5F9BC468-22A7-01F0-F702-67AA6B7A3EAB}"/>
                  </a:ext>
                </a:extLst>
              </p:cNvPr>
              <p:cNvGrpSpPr/>
              <p:nvPr/>
            </p:nvGrpSpPr>
            <p:grpSpPr>
              <a:xfrm>
                <a:off x="7274530" y="3450793"/>
                <a:ext cx="2516835" cy="760003"/>
                <a:chOff x="7838663" y="2311273"/>
                <a:chExt cx="2516835" cy="760003"/>
              </a:xfrm>
            </p:grpSpPr>
            <p:sp>
              <p:nvSpPr>
                <p:cNvPr id="38" name="순서도: 판단 37">
                  <a:extLst>
                    <a:ext uri="{FF2B5EF4-FFF2-40B4-BE49-F238E27FC236}">
                      <a16:creationId xmlns:a16="http://schemas.microsoft.com/office/drawing/2014/main" id="{EEF86F5A-82FD-8186-6109-0D160BC72532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Decline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02274F9-BBAA-7760-6911-403FB91CBA30}"/>
                    </a:ext>
                  </a:extLst>
                </p:cNvPr>
                <p:cNvSpPr txBox="1"/>
                <p:nvPr/>
              </p:nvSpPr>
              <p:spPr>
                <a:xfrm>
                  <a:off x="7838663" y="2311273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6918790-E112-127F-005C-A2ADC198495F}"/>
                    </a:ext>
                  </a:extLst>
                </p:cNvPr>
                <p:cNvSpPr txBox="1"/>
                <p:nvPr/>
              </p:nvSpPr>
              <p:spPr>
                <a:xfrm>
                  <a:off x="7941226" y="2796441"/>
                  <a:ext cx="63490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else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44BCE792-8118-29A8-6BB2-2BEB5E099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14589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86BA80D4-204B-8C19-0D73-3D8651202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8C579BD5-134B-8FA2-F4D4-074E3B4D971E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AC155C96-01B5-530A-A344-054FD8DC603D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5" name="직선 연결선 44">
                    <a:extLst>
                      <a:ext uri="{FF2B5EF4-FFF2-40B4-BE49-F238E27FC236}">
                        <a16:creationId xmlns:a16="http://schemas.microsoft.com/office/drawing/2014/main" id="{D5AABCA8-6E03-480E-6921-8619A446F8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9AAC2807-5164-A7DD-9A17-772E00AF43A2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7" name="직선 연결선 46">
                    <a:extLst>
                      <a:ext uri="{FF2B5EF4-FFF2-40B4-BE49-F238E27FC236}">
                        <a16:creationId xmlns:a16="http://schemas.microsoft.com/office/drawing/2014/main" id="{2B4E4C8F-7D2D-082D-8207-ADA932ACDF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EA071EA7-D082-5869-0953-30F8F29A80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20E0DCC4-D921-685F-F993-BD96438ADC0C}"/>
                  </a:ext>
                </a:extLst>
              </p:cNvPr>
              <p:cNvGrpSpPr/>
              <p:nvPr/>
            </p:nvGrpSpPr>
            <p:grpSpPr>
              <a:xfrm>
                <a:off x="7028935" y="4336313"/>
                <a:ext cx="2759020" cy="806988"/>
                <a:chOff x="7596478" y="2323050"/>
                <a:chExt cx="2759020" cy="806988"/>
              </a:xfrm>
            </p:grpSpPr>
            <p:sp>
              <p:nvSpPr>
                <p:cNvPr id="24" name="순서도: 판단 23">
                  <a:extLst>
                    <a:ext uri="{FF2B5EF4-FFF2-40B4-BE49-F238E27FC236}">
                      <a16:creationId xmlns:a16="http://schemas.microsoft.com/office/drawing/2014/main" id="{51664FC7-2C8B-37FA-D95C-548BFCDA9C0D}"/>
                    </a:ext>
                  </a:extLst>
                </p:cNvPr>
                <p:cNvSpPr/>
                <p:nvPr/>
              </p:nvSpPr>
              <p:spPr>
                <a:xfrm>
                  <a:off x="7973457" y="2415131"/>
                  <a:ext cx="1166653" cy="552450"/>
                </a:xfrm>
                <a:prstGeom prst="flowChartDecision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Incline</a:t>
                  </a:r>
                  <a:endParaRPr lang="en-US" altLang="ko-KR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C72AA3-3E9E-F90E-49A4-B208958E1A46}"/>
                    </a:ext>
                  </a:extLst>
                </p:cNvPr>
                <p:cNvSpPr txBox="1"/>
                <p:nvPr/>
              </p:nvSpPr>
              <p:spPr>
                <a:xfrm>
                  <a:off x="7798444" y="2337305"/>
                  <a:ext cx="5899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Toe off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3073FAC-D102-5795-BB94-4D5C0960EAC0}"/>
                    </a:ext>
                  </a:extLst>
                </p:cNvPr>
                <p:cNvSpPr txBox="1"/>
                <p:nvPr/>
              </p:nvSpPr>
              <p:spPr>
                <a:xfrm>
                  <a:off x="7596478" y="2729928"/>
                  <a:ext cx="7936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Foot Placement</a:t>
                  </a:r>
                  <a:endParaRPr lang="ko-KR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7A4D0622-0954-948C-A686-4E171EB52F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9726" y="2405880"/>
                  <a:ext cx="684000" cy="925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7BD6C610-A5C8-869E-DD62-6AB063EEB3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70386" y="2967581"/>
                  <a:ext cx="648000" cy="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1" name="그룹 30">
                  <a:extLst>
                    <a:ext uri="{FF2B5EF4-FFF2-40B4-BE49-F238E27FC236}">
                      <a16:creationId xmlns:a16="http://schemas.microsoft.com/office/drawing/2014/main" id="{07AB2689-CD1A-837F-27EB-06EEEC72C627}"/>
                    </a:ext>
                  </a:extLst>
                </p:cNvPr>
                <p:cNvGrpSpPr/>
                <p:nvPr/>
              </p:nvGrpSpPr>
              <p:grpSpPr>
                <a:xfrm>
                  <a:off x="9223699" y="2323050"/>
                  <a:ext cx="1131799" cy="748226"/>
                  <a:chOff x="9253204" y="2316735"/>
                  <a:chExt cx="1131799" cy="748226"/>
                </a:xfrm>
              </p:grpSpPr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DEB3534-758F-E849-0268-D05BC74D8D3A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4" y="2316735"/>
                    <a:ext cx="987799" cy="25391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Dorsiflexion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3" name="직선 연결선 32">
                    <a:extLst>
                      <a:ext uri="{FF2B5EF4-FFF2-40B4-BE49-F238E27FC236}">
                        <a16:creationId xmlns:a16="http://schemas.microsoft.com/office/drawing/2014/main" id="{A085E379-CFDC-0E4A-3DD0-66B9B66514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34313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5CAAE1CE-7052-B951-ED2E-946ABA2EE296}"/>
                      </a:ext>
                    </a:extLst>
                  </p:cNvPr>
                  <p:cNvSpPr txBox="1"/>
                  <p:nvPr/>
                </p:nvSpPr>
                <p:spPr>
                  <a:xfrm>
                    <a:off x="9253205" y="2818740"/>
                    <a:ext cx="987799" cy="24622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Plantarflexion</a:t>
                    </a:r>
                    <a:endParaRPr lang="ko-KR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E9F04380-7577-E7AF-659F-EB66E906DF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381075" y="2415131"/>
                    <a:ext cx="0" cy="54000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D2C11BB2-8C23-D3F6-3D35-D2D3BD1E1C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13003" y="2870979"/>
                    <a:ext cx="0" cy="14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01B5630C-789C-933F-226C-61630055A720}"/>
                  </a:ext>
                </a:extLst>
              </p:cNvPr>
              <p:cNvGrpSpPr/>
              <p:nvPr/>
            </p:nvGrpSpPr>
            <p:grpSpPr>
              <a:xfrm>
                <a:off x="9791056" y="2867565"/>
                <a:ext cx="310604" cy="1872001"/>
                <a:chOff x="9791056" y="2867566"/>
                <a:chExt cx="144000" cy="530065"/>
              </a:xfrm>
            </p:grpSpPr>
            <p:cxnSp>
              <p:nvCxnSpPr>
                <p:cNvPr id="21" name="직선 연결선 20">
                  <a:extLst>
                    <a:ext uri="{FF2B5EF4-FFF2-40B4-BE49-F238E27FC236}">
                      <a16:creationId xmlns:a16="http://schemas.microsoft.com/office/drawing/2014/main" id="{9FB1563C-5461-D427-75BA-F30967F3BC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863056" y="2795574"/>
                  <a:ext cx="0" cy="144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583D3A8-7453-B379-77A2-DC2DFB222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31128" y="2867566"/>
                  <a:ext cx="0" cy="530065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6A86006D-5413-1364-49E8-DF334C1029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863056" y="3323414"/>
                  <a:ext cx="0" cy="144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7DE160F2-FE05-63F1-0EEA-0A03B8E12F99}"/>
                  </a:ext>
                </a:extLst>
              </p:cNvPr>
              <p:cNvCxnSpPr>
                <a:cxnSpLocks/>
                <a:endCxn id="9" idx="1"/>
              </p:cNvCxnSpPr>
              <p:nvPr/>
            </p:nvCxnSpPr>
            <p:spPr>
              <a:xfrm>
                <a:off x="9798554" y="3826345"/>
                <a:ext cx="473335" cy="35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D22C2C9-1D54-BA47-90B4-8D51A05DF9EC}"/>
                </a:ext>
              </a:extLst>
            </p:cNvPr>
            <p:cNvCxnSpPr>
              <a:cxnSpLocks/>
            </p:cNvCxnSpPr>
            <p:nvPr/>
          </p:nvCxnSpPr>
          <p:spPr>
            <a:xfrm>
              <a:off x="6874904" y="3280561"/>
              <a:ext cx="5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87417151-2BBF-B3A2-5A3D-C248E72D5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0454" y="4229036"/>
              <a:ext cx="894741" cy="120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730FD2F3-7D43-29A5-B3B7-C906FFC45E58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95" y="5105552"/>
              <a:ext cx="5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3559FC4C-9869-2B04-8E42-A7D19FFE99E8}"/>
                </a:ext>
              </a:extLst>
            </p:cNvPr>
            <p:cNvCxnSpPr>
              <a:cxnSpLocks/>
            </p:cNvCxnSpPr>
            <p:nvPr/>
          </p:nvCxnSpPr>
          <p:spPr>
            <a:xfrm>
              <a:off x="6874904" y="3280561"/>
              <a:ext cx="0" cy="1836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직선 연결선 1">
              <a:extLst>
                <a:ext uri="{FF2B5EF4-FFF2-40B4-BE49-F238E27FC236}">
                  <a16:creationId xmlns:a16="http://schemas.microsoft.com/office/drawing/2014/main" id="{C749B877-A4F7-528D-3D1A-669AB215EAE4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>
              <a:off x="3583321" y="2837077"/>
              <a:ext cx="0" cy="139800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C680BF-2616-FF2C-3554-6D52DA90992E}"/>
                </a:ext>
              </a:extLst>
            </p:cNvPr>
            <p:cNvSpPr txBox="1"/>
            <p:nvPr/>
          </p:nvSpPr>
          <p:spPr>
            <a:xfrm>
              <a:off x="1295484" y="3155443"/>
              <a:ext cx="1261247" cy="4154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 Velocity from IMU Sensor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DFAE85-CDFB-A18A-4CAA-3A354DD8CC6F}"/>
                </a:ext>
              </a:extLst>
            </p:cNvPr>
            <p:cNvSpPr txBox="1"/>
            <p:nvPr/>
          </p:nvSpPr>
          <p:spPr>
            <a:xfrm>
              <a:off x="2961181" y="3201955"/>
              <a:ext cx="1261247" cy="5770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 Classification</a:t>
              </a:r>
            </a:p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(LG,IC,DC)</a:t>
              </a:r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859D94A-7B08-6D1B-E33E-4C3CD5813EA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876286" y="227558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0E398700-25F2-7510-A309-D1D985653B4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870219" y="3041457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BF9E0BE2-BBB1-D53A-F89B-C6AA252E0CA8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876749" y="397200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A86B31BC-9FF1-0B27-E3D6-2E88D35397F7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533284" y="311827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이등변 삼각형 65">
              <a:extLst>
                <a:ext uri="{FF2B5EF4-FFF2-40B4-BE49-F238E27FC236}">
                  <a16:creationId xmlns:a16="http://schemas.microsoft.com/office/drawing/2014/main" id="{046D287E-D78F-AF4C-0223-CE80255F7DE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4329903" y="4220168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이등변 삼각형 67">
              <a:extLst>
                <a:ext uri="{FF2B5EF4-FFF2-40B4-BE49-F238E27FC236}">
                  <a16:creationId xmlns:a16="http://schemas.microsoft.com/office/drawing/2014/main" id="{154BEFAE-640E-68E7-1FDD-475D848141D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251260" y="417973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이등변 삼각형 68">
              <a:extLst>
                <a:ext uri="{FF2B5EF4-FFF2-40B4-BE49-F238E27FC236}">
                  <a16:creationId xmlns:a16="http://schemas.microsoft.com/office/drawing/2014/main" id="{1DE0DA16-DEEA-5FBE-F91F-3F9EA66DA5A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251260" y="324644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14134443-275D-5040-BEAB-9DE4671CA23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251260" y="506726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이등변 삼각형 70">
              <a:extLst>
                <a:ext uri="{FF2B5EF4-FFF2-40B4-BE49-F238E27FC236}">
                  <a16:creationId xmlns:a16="http://schemas.microsoft.com/office/drawing/2014/main" id="{2013AC10-E6C4-0A14-C886-8EFDA8097A5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498883" y="2960544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이등변 삼각형 71">
              <a:extLst>
                <a:ext uri="{FF2B5EF4-FFF2-40B4-BE49-F238E27FC236}">
                  <a16:creationId xmlns:a16="http://schemas.microsoft.com/office/drawing/2014/main" id="{33A49579-ACD1-E629-F733-E4540CF8B4D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508214" y="3511888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이등변 삼각형 72">
              <a:extLst>
                <a:ext uri="{FF2B5EF4-FFF2-40B4-BE49-F238E27FC236}">
                  <a16:creationId xmlns:a16="http://schemas.microsoft.com/office/drawing/2014/main" id="{933DD0A4-E36D-A883-00B2-8D695D720BB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511741" y="392265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이등변 삼각형 73">
              <a:extLst>
                <a:ext uri="{FF2B5EF4-FFF2-40B4-BE49-F238E27FC236}">
                  <a16:creationId xmlns:a16="http://schemas.microsoft.com/office/drawing/2014/main" id="{128215A1-64C6-4CAA-3557-D9BAF414324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511741" y="446466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이등변 삼각형 74">
              <a:extLst>
                <a:ext uri="{FF2B5EF4-FFF2-40B4-BE49-F238E27FC236}">
                  <a16:creationId xmlns:a16="http://schemas.microsoft.com/office/drawing/2014/main" id="{DCE23C15-989F-0711-7A5E-9323C270242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511248" y="479595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이등변 삼각형 75">
              <a:extLst>
                <a:ext uri="{FF2B5EF4-FFF2-40B4-BE49-F238E27FC236}">
                  <a16:creationId xmlns:a16="http://schemas.microsoft.com/office/drawing/2014/main" id="{A8B02643-CC5A-949E-479C-9E681FE63067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511248" y="5337964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304379C2-B9CA-3954-DF04-4B600478BAFB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10116576" y="419521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7915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-1415965" y="-461816"/>
            <a:ext cx="277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소프트웨어 중심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_v1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412F05-B678-B9D2-B2A3-69A29A449DBD}"/>
              </a:ext>
            </a:extLst>
          </p:cNvPr>
          <p:cNvSpPr txBox="1"/>
          <p:nvPr/>
        </p:nvSpPr>
        <p:spPr>
          <a:xfrm>
            <a:off x="1067130" y="437587"/>
            <a:ext cx="1373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 – level</a:t>
            </a:r>
            <a:endParaRPr lang="ko-KR" altLang="en-US" sz="1600" b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9CDA21-1C84-8E82-B96D-67CFF4EA89E2}"/>
              </a:ext>
            </a:extLst>
          </p:cNvPr>
          <p:cNvSpPr txBox="1"/>
          <p:nvPr/>
        </p:nvSpPr>
        <p:spPr>
          <a:xfrm>
            <a:off x="6999952" y="437587"/>
            <a:ext cx="1373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Mid – level</a:t>
            </a:r>
            <a:endParaRPr lang="ko-KR" altLang="en-US" sz="1600" b="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C59D79-45AC-8CB5-56D8-FDAFCE812449}"/>
              </a:ext>
            </a:extLst>
          </p:cNvPr>
          <p:cNvSpPr txBox="1"/>
          <p:nvPr/>
        </p:nvSpPr>
        <p:spPr>
          <a:xfrm>
            <a:off x="9675810" y="437587"/>
            <a:ext cx="1373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Low – level</a:t>
            </a:r>
            <a:endParaRPr lang="ko-KR" altLang="en-US" sz="1600" b="1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63E7ECC0-11E6-B3E8-6DCA-AD0EF0EDCF96}"/>
              </a:ext>
            </a:extLst>
          </p:cNvPr>
          <p:cNvGrpSpPr/>
          <p:nvPr/>
        </p:nvGrpSpPr>
        <p:grpSpPr>
          <a:xfrm>
            <a:off x="152485" y="1756356"/>
            <a:ext cx="10151741" cy="4157556"/>
            <a:chOff x="1295484" y="1756356"/>
            <a:chExt cx="10151741" cy="4157556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1451633" y="1756356"/>
              <a:ext cx="968869" cy="20498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952697" y="2317076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Environmental data from RGB camera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305444" y="2264290"/>
              <a:ext cx="1261247" cy="25391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Initialization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DEE9C76-2144-4AE8-5F44-8969CF3EB337}"/>
                </a:ext>
              </a:extLst>
            </p:cNvPr>
            <p:cNvCxnSpPr>
              <a:cxnSpLocks/>
              <a:endCxn id="53" idx="0"/>
            </p:cNvCxnSpPr>
            <p:nvPr/>
          </p:nvCxnSpPr>
          <p:spPr>
            <a:xfrm>
              <a:off x="1936067" y="1961338"/>
              <a:ext cx="1" cy="30295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1142B78-FBF3-4042-0196-9456DE8C6D1B}"/>
                </a:ext>
              </a:extLst>
            </p:cNvPr>
            <p:cNvCxnSpPr>
              <a:cxnSpLocks/>
              <a:stCxn id="53" idx="2"/>
              <a:endCxn id="13" idx="0"/>
            </p:cNvCxnSpPr>
            <p:nvPr/>
          </p:nvCxnSpPr>
          <p:spPr>
            <a:xfrm flipH="1">
              <a:off x="1926108" y="2518206"/>
              <a:ext cx="9960" cy="53273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DFAE85-CDFB-A18A-4CAA-3A354DD8CC6F}"/>
                </a:ext>
              </a:extLst>
            </p:cNvPr>
            <p:cNvSpPr txBox="1"/>
            <p:nvPr/>
          </p:nvSpPr>
          <p:spPr>
            <a:xfrm>
              <a:off x="2985179" y="3144132"/>
              <a:ext cx="1261247" cy="5770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 Classification</a:t>
              </a:r>
            </a:p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(LG,IC,DC)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CD6275-CD2D-2D8C-3848-AD2A5BFF9211}"/>
                </a:ext>
              </a:extLst>
            </p:cNvPr>
            <p:cNvSpPr txBox="1"/>
            <p:nvPr/>
          </p:nvSpPr>
          <p:spPr>
            <a:xfrm>
              <a:off x="1305445" y="3962134"/>
              <a:ext cx="1261247" cy="41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Phase Detection</a:t>
              </a:r>
              <a:endParaRPr lang="en-US" altLang="ko-KR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BCFF79D-D682-6239-CE63-10D2DA671451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1936067" y="3313538"/>
              <a:ext cx="2" cy="64859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0F38ED0-735E-D87B-BF05-65879331B10D}"/>
                </a:ext>
              </a:extLst>
            </p:cNvPr>
            <p:cNvCxnSpPr>
              <a:cxnSpLocks/>
            </p:cNvCxnSpPr>
            <p:nvPr/>
          </p:nvCxnSpPr>
          <p:spPr>
            <a:xfrm>
              <a:off x="2566691" y="4164963"/>
              <a:ext cx="2002307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D39EFDF-0603-994D-014E-FAFDC64A9585}"/>
                </a:ext>
              </a:extLst>
            </p:cNvPr>
            <p:cNvSpPr/>
            <p:nvPr/>
          </p:nvSpPr>
          <p:spPr>
            <a:xfrm>
              <a:off x="3583321" y="410578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934CF6A-A83E-9929-0348-63A8670EF3FB}"/>
                </a:ext>
              </a:extLst>
            </p:cNvPr>
            <p:cNvSpPr/>
            <p:nvPr/>
          </p:nvSpPr>
          <p:spPr>
            <a:xfrm>
              <a:off x="4290183" y="3733961"/>
              <a:ext cx="2034134" cy="815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Gait Environment-based </a:t>
              </a:r>
            </a:p>
            <a:p>
              <a:pPr algn="ctr"/>
              <a:r>
                <a:rPr lang="en-US" altLang="ko-KR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Exoskeleton control strategy</a:t>
              </a:r>
              <a:endParaRPr lang="en-US" altLang="ko-K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모서리가 둥근 직사각형 134">
              <a:extLst>
                <a:ext uri="{FF2B5EF4-FFF2-40B4-BE49-F238E27FC236}">
                  <a16:creationId xmlns:a16="http://schemas.microsoft.com/office/drawing/2014/main" id="{A242F04F-0E19-DD6A-9B97-59A3A8E5CFFD}"/>
                </a:ext>
              </a:extLst>
            </p:cNvPr>
            <p:cNvSpPr/>
            <p:nvPr/>
          </p:nvSpPr>
          <p:spPr>
            <a:xfrm>
              <a:off x="10478356" y="4056122"/>
              <a:ext cx="968869" cy="20498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Finish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순서도: 판단 49">
              <a:extLst>
                <a:ext uri="{FF2B5EF4-FFF2-40B4-BE49-F238E27FC236}">
                  <a16:creationId xmlns:a16="http://schemas.microsoft.com/office/drawing/2014/main" id="{58BEFF15-A6B7-8C34-E0D0-4C1FF69A6783}"/>
                </a:ext>
              </a:extLst>
            </p:cNvPr>
            <p:cNvSpPr/>
            <p:nvPr/>
          </p:nvSpPr>
          <p:spPr>
            <a:xfrm>
              <a:off x="7199837" y="2621815"/>
              <a:ext cx="1166653" cy="552450"/>
            </a:xfrm>
            <a:prstGeom prst="flowChartDecisi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Level Ground</a:t>
              </a:r>
              <a:endParaRPr lang="en-US" altLang="ko-KR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21E73CF-64E7-BAFC-1199-3982D576C302}"/>
                </a:ext>
              </a:extLst>
            </p:cNvPr>
            <p:cNvSpPr txBox="1"/>
            <p:nvPr/>
          </p:nvSpPr>
          <p:spPr>
            <a:xfrm>
              <a:off x="8106781" y="2399241"/>
              <a:ext cx="5899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Toe off</a:t>
              </a:r>
              <a:endParaRPr lang="ko-KR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65E5868-92B1-26BF-A256-B3C7F892AF67}"/>
                </a:ext>
              </a:extLst>
            </p:cNvPr>
            <p:cNvSpPr txBox="1"/>
            <p:nvPr/>
          </p:nvSpPr>
          <p:spPr>
            <a:xfrm>
              <a:off x="8063643" y="3163246"/>
              <a:ext cx="6349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Foot flat</a:t>
              </a:r>
              <a:endParaRPr lang="ko-KR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34411360-0670-1263-617B-94AA6CD01B62}"/>
                </a:ext>
              </a:extLst>
            </p:cNvPr>
            <p:cNvCxnSpPr>
              <a:cxnSpLocks/>
            </p:cNvCxnSpPr>
            <p:nvPr/>
          </p:nvCxnSpPr>
          <p:spPr>
            <a:xfrm>
              <a:off x="7776106" y="2612564"/>
              <a:ext cx="1044000" cy="925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727BCC17-F1A4-0D80-B157-16E48DD81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6766" y="3174265"/>
              <a:ext cx="1044000" cy="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CF02072-3E10-035C-7BD0-FC99E7D89F82}"/>
                </a:ext>
              </a:extLst>
            </p:cNvPr>
            <p:cNvGrpSpPr/>
            <p:nvPr/>
          </p:nvGrpSpPr>
          <p:grpSpPr>
            <a:xfrm>
              <a:off x="8840766" y="2529734"/>
              <a:ext cx="1131799" cy="748226"/>
              <a:chOff x="9253204" y="2316735"/>
              <a:chExt cx="1131799" cy="748226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5E68543-DFFC-AFC0-6AC2-B974A2CA7877}"/>
                  </a:ext>
                </a:extLst>
              </p:cNvPr>
              <p:cNvSpPr txBox="1"/>
              <p:nvPr/>
            </p:nvSpPr>
            <p:spPr>
              <a:xfrm>
                <a:off x="9253204" y="2316735"/>
                <a:ext cx="987799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7431DC40-B89C-4082-2153-172B8CC3074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313003" y="2343139"/>
                <a:ext cx="0" cy="144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5C0FBC4-AB15-76F5-DA3D-E0729E7DFACD}"/>
                  </a:ext>
                </a:extLst>
              </p:cNvPr>
              <p:cNvSpPr txBox="1"/>
              <p:nvPr/>
            </p:nvSpPr>
            <p:spPr>
              <a:xfrm>
                <a:off x="9253205" y="2818740"/>
                <a:ext cx="987799" cy="24622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Plantarflexion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69D1CDF7-7A56-C244-0CA6-6165B49C1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1075" y="2415131"/>
                <a:ext cx="0" cy="540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3D24C8A1-387F-84E4-4509-B5AB10D40A5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313003" y="2870979"/>
                <a:ext cx="0" cy="144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8" name="순서도: 판단 37">
              <a:extLst>
                <a:ext uri="{FF2B5EF4-FFF2-40B4-BE49-F238E27FC236}">
                  <a16:creationId xmlns:a16="http://schemas.microsoft.com/office/drawing/2014/main" id="{EEF86F5A-82FD-8186-6109-0D160BC72532}"/>
                </a:ext>
              </a:extLst>
            </p:cNvPr>
            <p:cNvSpPr/>
            <p:nvPr/>
          </p:nvSpPr>
          <p:spPr>
            <a:xfrm>
              <a:off x="7216350" y="3894287"/>
              <a:ext cx="1166653" cy="552450"/>
            </a:xfrm>
            <a:prstGeom prst="flowChartDecisi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Decline</a:t>
              </a:r>
              <a:endParaRPr lang="en-US" altLang="ko-KR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02274F9-BBAA-7760-6911-403FB91CBA30}"/>
                </a:ext>
              </a:extLst>
            </p:cNvPr>
            <p:cNvSpPr txBox="1"/>
            <p:nvPr/>
          </p:nvSpPr>
          <p:spPr>
            <a:xfrm>
              <a:off x="8091812" y="3686383"/>
              <a:ext cx="5899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Toe off</a:t>
              </a:r>
              <a:endParaRPr lang="ko-KR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6918790-E112-127F-005C-A2ADC198495F}"/>
                </a:ext>
              </a:extLst>
            </p:cNvPr>
            <p:cNvSpPr txBox="1"/>
            <p:nvPr/>
          </p:nvSpPr>
          <p:spPr>
            <a:xfrm>
              <a:off x="8227529" y="4432843"/>
              <a:ext cx="6349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endParaRPr lang="ko-KR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44BCE792-8118-29A8-6BB2-2BEB5E099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2619" y="3893745"/>
              <a:ext cx="1044000" cy="925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86BA80D4-204B-8C19-0D73-3D8651202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3279" y="4446737"/>
              <a:ext cx="1044000" cy="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8C579BD5-134B-8FA2-F4D4-074E3B4D971E}"/>
                </a:ext>
              </a:extLst>
            </p:cNvPr>
            <p:cNvGrpSpPr/>
            <p:nvPr/>
          </p:nvGrpSpPr>
          <p:grpSpPr>
            <a:xfrm>
              <a:off x="8857279" y="3802206"/>
              <a:ext cx="1131799" cy="748226"/>
              <a:chOff x="9253204" y="2316735"/>
              <a:chExt cx="1131799" cy="748226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C155C96-01B5-530A-A344-054FD8DC603D}"/>
                  </a:ext>
                </a:extLst>
              </p:cNvPr>
              <p:cNvSpPr txBox="1"/>
              <p:nvPr/>
            </p:nvSpPr>
            <p:spPr>
              <a:xfrm>
                <a:off x="9253204" y="2316735"/>
                <a:ext cx="987799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D5AABCA8-6E03-480E-6921-8619A446F8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313003" y="2343139"/>
                <a:ext cx="0" cy="144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AC2807-5164-A7DD-9A17-772E00AF43A2}"/>
                  </a:ext>
                </a:extLst>
              </p:cNvPr>
              <p:cNvSpPr txBox="1"/>
              <p:nvPr/>
            </p:nvSpPr>
            <p:spPr>
              <a:xfrm>
                <a:off x="9253205" y="2818740"/>
                <a:ext cx="987799" cy="24622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Plantarflexion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2B4E4C8F-7D2D-082D-8207-ADA932ACDF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1075" y="2415131"/>
                <a:ext cx="0" cy="540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EA071EA7-D082-5869-0953-30F8F29A80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313003" y="2870979"/>
                <a:ext cx="0" cy="144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순서도: 판단 23">
              <a:extLst>
                <a:ext uri="{FF2B5EF4-FFF2-40B4-BE49-F238E27FC236}">
                  <a16:creationId xmlns:a16="http://schemas.microsoft.com/office/drawing/2014/main" id="{51664FC7-2C8B-37FA-D95C-548BFCDA9C0D}"/>
                </a:ext>
              </a:extLst>
            </p:cNvPr>
            <p:cNvSpPr/>
            <p:nvPr/>
          </p:nvSpPr>
          <p:spPr>
            <a:xfrm>
              <a:off x="7218424" y="5140171"/>
              <a:ext cx="1166653" cy="552450"/>
            </a:xfrm>
            <a:prstGeom prst="flowChartDecisi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Incline</a:t>
              </a:r>
              <a:endParaRPr lang="en-US" altLang="ko-KR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AC72AA3-3E9E-F90E-49A4-B208958E1A46}"/>
                </a:ext>
              </a:extLst>
            </p:cNvPr>
            <p:cNvSpPr txBox="1"/>
            <p:nvPr/>
          </p:nvSpPr>
          <p:spPr>
            <a:xfrm>
              <a:off x="8138109" y="4899637"/>
              <a:ext cx="5899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Toe off</a:t>
              </a:r>
              <a:endParaRPr lang="ko-KR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073FAC-D102-5795-BB94-4D5C0960EAC0}"/>
                </a:ext>
              </a:extLst>
            </p:cNvPr>
            <p:cNvSpPr txBox="1"/>
            <p:nvPr/>
          </p:nvSpPr>
          <p:spPr>
            <a:xfrm>
              <a:off x="7660538" y="5667691"/>
              <a:ext cx="14765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Foot Placement</a:t>
              </a:r>
              <a:endParaRPr lang="ko-KR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A4D0622-0954-948C-A686-4E171EB52FA1}"/>
                </a:ext>
              </a:extLst>
            </p:cNvPr>
            <p:cNvCxnSpPr>
              <a:cxnSpLocks/>
            </p:cNvCxnSpPr>
            <p:nvPr/>
          </p:nvCxnSpPr>
          <p:spPr>
            <a:xfrm>
              <a:off x="7794693" y="5130920"/>
              <a:ext cx="1044000" cy="925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7BD6C610-A5C8-869E-DD62-6AB063EEB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5353" y="5692621"/>
              <a:ext cx="1044000" cy="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7AB2689-CD1A-837F-27EB-06EEEC72C627}"/>
                </a:ext>
              </a:extLst>
            </p:cNvPr>
            <p:cNvGrpSpPr/>
            <p:nvPr/>
          </p:nvGrpSpPr>
          <p:grpSpPr>
            <a:xfrm>
              <a:off x="8859353" y="5048090"/>
              <a:ext cx="1131799" cy="748226"/>
              <a:chOff x="9253204" y="2316735"/>
              <a:chExt cx="1131799" cy="748226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EB3534-758F-E849-0268-D05BC74D8D3A}"/>
                  </a:ext>
                </a:extLst>
              </p:cNvPr>
              <p:cNvSpPr txBox="1"/>
              <p:nvPr/>
            </p:nvSpPr>
            <p:spPr>
              <a:xfrm>
                <a:off x="9253204" y="2316735"/>
                <a:ext cx="987799" cy="25391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Dorsiflexion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A085E379-CFDC-0E4A-3DD0-66B9B66514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313003" y="2343139"/>
                <a:ext cx="0" cy="144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CAAE1CE-7052-B951-ED2E-946ABA2EE296}"/>
                  </a:ext>
                </a:extLst>
              </p:cNvPr>
              <p:cNvSpPr txBox="1"/>
              <p:nvPr/>
            </p:nvSpPr>
            <p:spPr>
              <a:xfrm>
                <a:off x="9253205" y="2818740"/>
                <a:ext cx="987799" cy="24622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Plantarflexion</a:t>
                </a:r>
                <a:endParaRPr lang="ko-KR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E9F04380-7577-E7AF-659F-EB66E906DF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1075" y="2415131"/>
                <a:ext cx="0" cy="540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D2C11BB2-8C23-D3F6-3D35-D2D3BD1E1C5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313003" y="2870979"/>
                <a:ext cx="0" cy="144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1B5630C-789C-933F-226C-61630055A720}"/>
                </a:ext>
              </a:extLst>
            </p:cNvPr>
            <p:cNvGrpSpPr/>
            <p:nvPr/>
          </p:nvGrpSpPr>
          <p:grpSpPr>
            <a:xfrm>
              <a:off x="9973469" y="2870027"/>
              <a:ext cx="310604" cy="2550632"/>
              <a:chOff x="9791056" y="2867566"/>
              <a:chExt cx="144000" cy="530065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9FB1563C-5461-D427-75BA-F30967F3BC6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863056" y="2795574"/>
                <a:ext cx="0" cy="144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6583D3A8-7453-B379-77A2-DC2DFB222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31128" y="2867566"/>
                <a:ext cx="0" cy="53006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6A86006D-5413-1364-49E8-DF334C1029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863056" y="3323414"/>
                <a:ext cx="0" cy="144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7DE160F2-FE05-63F1-0EEA-0A03B8E12F99}"/>
                </a:ext>
              </a:extLst>
            </p:cNvPr>
            <p:cNvCxnSpPr>
              <a:cxnSpLocks/>
            </p:cNvCxnSpPr>
            <p:nvPr/>
          </p:nvCxnSpPr>
          <p:spPr>
            <a:xfrm>
              <a:off x="9996267" y="4165981"/>
              <a:ext cx="473335" cy="35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D22C2C9-1D54-BA47-90B4-8D51A05DF9EC}"/>
                </a:ext>
              </a:extLst>
            </p:cNvPr>
            <p:cNvCxnSpPr>
              <a:cxnSpLocks/>
            </p:cNvCxnSpPr>
            <p:nvPr/>
          </p:nvCxnSpPr>
          <p:spPr>
            <a:xfrm>
              <a:off x="6722077" y="2894687"/>
              <a:ext cx="5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87417151-2BBF-B3A2-5A3D-C248E72D5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4317" y="4164386"/>
              <a:ext cx="894741" cy="120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730FD2F3-7D43-29A5-B3B7-C906FFC45E58}"/>
                </a:ext>
              </a:extLst>
            </p:cNvPr>
            <p:cNvCxnSpPr>
              <a:cxnSpLocks/>
            </p:cNvCxnSpPr>
            <p:nvPr/>
          </p:nvCxnSpPr>
          <p:spPr>
            <a:xfrm>
              <a:off x="6720542" y="5413043"/>
              <a:ext cx="50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3559FC4C-9869-2B04-8E42-A7D19FFE99E8}"/>
                </a:ext>
              </a:extLst>
            </p:cNvPr>
            <p:cNvCxnSpPr>
              <a:cxnSpLocks/>
            </p:cNvCxnSpPr>
            <p:nvPr/>
          </p:nvCxnSpPr>
          <p:spPr>
            <a:xfrm>
              <a:off x="6730836" y="2894687"/>
              <a:ext cx="0" cy="252948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직선 연결선 1">
              <a:extLst>
                <a:ext uri="{FF2B5EF4-FFF2-40B4-BE49-F238E27FC236}">
                  <a16:creationId xmlns:a16="http://schemas.microsoft.com/office/drawing/2014/main" id="{C749B877-A4F7-528D-3D1A-669AB215EAE4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3599095" y="3721213"/>
              <a:ext cx="0" cy="4093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C680BF-2616-FF2C-3554-6D52DA90992E}"/>
                </a:ext>
              </a:extLst>
            </p:cNvPr>
            <p:cNvSpPr txBox="1"/>
            <p:nvPr/>
          </p:nvSpPr>
          <p:spPr>
            <a:xfrm>
              <a:off x="1295484" y="3050940"/>
              <a:ext cx="1261247" cy="4154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 Velocity from IMU Sensor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A234BDAD-6EB5-8835-7B10-E5A77C3384EB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870981" y="218259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0BC3DC99-2435-DFFD-8D1F-93ADCD0625AC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864914" y="2948467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CDAD0235-B728-8127-EA61-7E912EE264B6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871444" y="387901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C7020F6C-1FA3-CA29-6220-C69DECACAF59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4194914" y="410931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910816C-1141-613A-90FD-6B62FE002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3320" y="2734767"/>
              <a:ext cx="0" cy="4093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이등변 삼각형 65">
              <a:extLst>
                <a:ext uri="{FF2B5EF4-FFF2-40B4-BE49-F238E27FC236}">
                  <a16:creationId xmlns:a16="http://schemas.microsoft.com/office/drawing/2014/main" id="{C1C8C915-2F7B-82C1-843C-54C47343BB91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529459" y="304489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이등변 삼각형 67">
              <a:extLst>
                <a:ext uri="{FF2B5EF4-FFF2-40B4-BE49-F238E27FC236}">
                  <a16:creationId xmlns:a16="http://schemas.microsoft.com/office/drawing/2014/main" id="{9834EB4C-A85B-D00A-D611-866D79696C1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121535" y="411981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0A22EED9-4EB0-4D77-DEC4-4A5ABE9018C8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092020" y="2863126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이등변 삼각형 71">
              <a:extLst>
                <a:ext uri="{FF2B5EF4-FFF2-40B4-BE49-F238E27FC236}">
                  <a16:creationId xmlns:a16="http://schemas.microsoft.com/office/drawing/2014/main" id="{0E711BB4-6337-E40E-703D-32DBCD14439D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130480" y="5376503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이등변 삼각형 72">
              <a:extLst>
                <a:ext uri="{FF2B5EF4-FFF2-40B4-BE49-F238E27FC236}">
                  <a16:creationId xmlns:a16="http://schemas.microsoft.com/office/drawing/2014/main" id="{5401CDC6-21B8-4D56-4679-3C18043F74EA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724747" y="257883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이등변 삼각형 73">
              <a:extLst>
                <a:ext uri="{FF2B5EF4-FFF2-40B4-BE49-F238E27FC236}">
                  <a16:creationId xmlns:a16="http://schemas.microsoft.com/office/drawing/2014/main" id="{4952BB75-09CD-8158-C846-D97C3CBF9F23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724746" y="3118730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이등변 삼각형 74">
              <a:extLst>
                <a:ext uri="{FF2B5EF4-FFF2-40B4-BE49-F238E27FC236}">
                  <a16:creationId xmlns:a16="http://schemas.microsoft.com/office/drawing/2014/main" id="{1D39CBAC-DEF7-AD3E-2D87-9678FC700E1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733901" y="3854317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이등변 삼각형 75">
              <a:extLst>
                <a:ext uri="{FF2B5EF4-FFF2-40B4-BE49-F238E27FC236}">
                  <a16:creationId xmlns:a16="http://schemas.microsoft.com/office/drawing/2014/main" id="{A438C1A5-946F-6929-2B52-CF9DD7F9969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733900" y="4398635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1B858F0C-CB69-BDB2-DD46-E921954DA33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733311" y="5095881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이등변 삼각형 77">
              <a:extLst>
                <a:ext uri="{FF2B5EF4-FFF2-40B4-BE49-F238E27FC236}">
                  <a16:creationId xmlns:a16="http://schemas.microsoft.com/office/drawing/2014/main" id="{3E59C25C-7397-7E0B-B7DB-DF02F821B22E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8744659" y="5646649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이등변 삼각형 78">
              <a:extLst>
                <a:ext uri="{FF2B5EF4-FFF2-40B4-BE49-F238E27FC236}">
                  <a16:creationId xmlns:a16="http://schemas.microsoft.com/office/drawing/2014/main" id="{175F19AA-AC5C-1B63-026F-1FE64BEBEAA1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10347536" y="4127178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27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1237</TotalTime>
  <Words>669</Words>
  <Application>Microsoft Office PowerPoint</Application>
  <PresentationFormat>A4 용지(210x297mm)</PresentationFormat>
  <Paragraphs>300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Roboto</vt:lpstr>
      <vt:lpstr>Times New Roman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vegetus5491@gmail.com</dc:creator>
  <cp:lastModifiedBy>양가영</cp:lastModifiedBy>
  <cp:revision>54</cp:revision>
  <dcterms:created xsi:type="dcterms:W3CDTF">2024-08-04T08:38:37Z</dcterms:created>
  <dcterms:modified xsi:type="dcterms:W3CDTF">2024-12-09T15:50:35Z</dcterms:modified>
</cp:coreProperties>
</file>