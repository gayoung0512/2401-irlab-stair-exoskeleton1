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64" r:id="rId2"/>
    <p:sldId id="265" r:id="rId3"/>
    <p:sldId id="266" r:id="rId4"/>
    <p:sldId id="267" r:id="rId5"/>
    <p:sldId id="270" r:id="rId6"/>
    <p:sldId id="269" r:id="rId7"/>
    <p:sldId id="268" r:id="rId8"/>
    <p:sldId id="271" r:id="rId9"/>
    <p:sldId id="277" r:id="rId10"/>
    <p:sldId id="272" r:id="rId11"/>
    <p:sldId id="273" r:id="rId12"/>
    <p:sldId id="274" r:id="rId13"/>
    <p:sldId id="275" r:id="rId14"/>
    <p:sldId id="276" r:id="rId1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F99"/>
    <a:srgbClr val="2B7795"/>
    <a:srgbClr val="317BA3"/>
    <a:srgbClr val="331E72"/>
    <a:srgbClr val="3177A0"/>
    <a:srgbClr val="32B6C4"/>
    <a:srgbClr val="3188AA"/>
    <a:srgbClr val="E65C5C"/>
    <a:srgbClr val="E72D2D"/>
    <a:srgbClr val="C0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FA74EB-8110-4D29-A065-757B593E5B88}" v="2" dt="2024-06-14T11:28:20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67" autoAdjust="0"/>
  </p:normalViewPr>
  <p:slideViewPr>
    <p:cSldViewPr snapToGrid="0">
      <p:cViewPr>
        <p:scale>
          <a:sx n="50" d="100"/>
          <a:sy n="50" d="100"/>
        </p:scale>
        <p:origin x="3750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EC3D4-2AEB-442A-93B9-C200A6D8179B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35DA0-894A-4410-9161-9388F5774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566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35DA0-894A-4410-9161-9388F5774BE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403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35DA0-894A-4410-9161-9388F5774BE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154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35DA0-894A-4410-9161-9388F5774BE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084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35DA0-894A-4410-9161-9388F5774BE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782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35DA0-894A-4410-9161-9388F5774BE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162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35DA0-894A-4410-9161-9388F5774BE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915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35DA0-894A-4410-9161-9388F5774BE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995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35DA0-894A-4410-9161-9388F5774BE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406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35DA0-894A-4410-9161-9388F5774BE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4851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35DA0-894A-4410-9161-9388F5774BE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842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35DA0-894A-4410-9161-9388F5774BE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591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35DA0-894A-4410-9161-9388F5774BE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492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35DA0-894A-4410-9161-9388F5774BE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735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35DA0-894A-4410-9161-9388F5774BE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988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AA0F-2CCC-42AA-B362-64AC25F77B51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D23-E3C0-4F70-9EE9-2CA4D98E0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46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AA0F-2CCC-42AA-B362-64AC25F77B51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D23-E3C0-4F70-9EE9-2CA4D98E0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68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AA0F-2CCC-42AA-B362-64AC25F77B51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D23-E3C0-4F70-9EE9-2CA4D98E0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627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AA0F-2CCC-42AA-B362-64AC25F77B51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D23-E3C0-4F70-9EE9-2CA4D98E0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278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AA0F-2CCC-42AA-B362-64AC25F77B51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D23-E3C0-4F70-9EE9-2CA4D98E0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85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AA0F-2CCC-42AA-B362-64AC25F77B51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D23-E3C0-4F70-9EE9-2CA4D98E0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584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AA0F-2CCC-42AA-B362-64AC25F77B51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D23-E3C0-4F70-9EE9-2CA4D98E0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880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AA0F-2CCC-42AA-B362-64AC25F77B51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D23-E3C0-4F70-9EE9-2CA4D98E0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92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AA0F-2CCC-42AA-B362-64AC25F77B51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D23-E3C0-4F70-9EE9-2CA4D98E0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870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AA0F-2CCC-42AA-B362-64AC25F77B51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D23-E3C0-4F70-9EE9-2CA4D98E0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47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CAA0F-2CCC-42AA-B362-64AC25F77B51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AD23-E3C0-4F70-9EE9-2CA4D98E0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29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CAA0F-2CCC-42AA-B362-64AC25F77B51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3AD23-E3C0-4F70-9EE9-2CA4D98E0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11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5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96A561A2-F94B-6F37-FBE8-3A14F1C86CAA}"/>
              </a:ext>
            </a:extLst>
          </p:cNvPr>
          <p:cNvGrpSpPr/>
          <p:nvPr/>
        </p:nvGrpSpPr>
        <p:grpSpPr>
          <a:xfrm>
            <a:off x="-5581650" y="1099195"/>
            <a:ext cx="16287749" cy="8839200"/>
            <a:chOff x="-5581650" y="1099195"/>
            <a:chExt cx="16287749" cy="88392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05CE6F6-6EE4-875D-E0C4-53336FA81D2A}"/>
                </a:ext>
              </a:extLst>
            </p:cNvPr>
            <p:cNvSpPr/>
            <p:nvPr/>
          </p:nvSpPr>
          <p:spPr>
            <a:xfrm>
              <a:off x="-5581650" y="1099195"/>
              <a:ext cx="16287749" cy="8839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A28726A-5C74-9734-B7A5-3EC9596905D0}"/>
                </a:ext>
              </a:extLst>
            </p:cNvPr>
            <p:cNvGrpSpPr/>
            <p:nvPr/>
          </p:nvGrpSpPr>
          <p:grpSpPr>
            <a:xfrm>
              <a:off x="-5406587" y="1177957"/>
              <a:ext cx="15829453" cy="8548084"/>
              <a:chOff x="-20947" y="819681"/>
              <a:chExt cx="10958852" cy="5451010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0D654DB9-2FDA-8903-248A-3B43F0D14C3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contrast="-20000"/>
                        </a14:imgEffect>
                      </a14:imgLayer>
                    </a14:imgProps>
                  </a:ext>
                </a:extLst>
              </a:blip>
              <a:srcRect l="3572" r="2478" b="57921"/>
              <a:stretch/>
            </p:blipFill>
            <p:spPr>
              <a:xfrm>
                <a:off x="514449" y="868414"/>
                <a:ext cx="3820542" cy="5365816"/>
              </a:xfrm>
              <a:prstGeom prst="rect">
                <a:avLst/>
              </a:prstGeom>
            </p:spPr>
          </p:pic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8C1DD398-C8D2-5E4C-7EA2-80958D262D37}"/>
                  </a:ext>
                </a:extLst>
              </p:cNvPr>
              <p:cNvSpPr/>
              <p:nvPr/>
            </p:nvSpPr>
            <p:spPr>
              <a:xfrm>
                <a:off x="341776" y="868414"/>
                <a:ext cx="4016373" cy="5365815"/>
              </a:xfrm>
              <a:prstGeom prst="rect">
                <a:avLst/>
              </a:prstGeom>
              <a:solidFill>
                <a:srgbClr val="FFFFFF">
                  <a:alpha val="2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  <p:grpSp>
            <p:nvGrpSpPr>
              <p:cNvPr id="3" name="그룹 2">
                <a:extLst>
                  <a:ext uri="{FF2B5EF4-FFF2-40B4-BE49-F238E27FC236}">
                    <a16:creationId xmlns:a16="http://schemas.microsoft.com/office/drawing/2014/main" id="{400BA0A0-6B8B-6FE0-DFA0-94B2146591A0}"/>
                  </a:ext>
                </a:extLst>
              </p:cNvPr>
              <p:cNvGrpSpPr/>
              <p:nvPr/>
            </p:nvGrpSpPr>
            <p:grpSpPr>
              <a:xfrm flipH="1">
                <a:off x="2874839" y="1459455"/>
                <a:ext cx="1590813" cy="431036"/>
                <a:chOff x="1523505" y="1569182"/>
                <a:chExt cx="1590813" cy="431036"/>
              </a:xfrm>
            </p:grpSpPr>
            <p:cxnSp>
              <p:nvCxnSpPr>
                <p:cNvPr id="8" name="직선 연결선 7">
                  <a:extLst>
                    <a:ext uri="{FF2B5EF4-FFF2-40B4-BE49-F238E27FC236}">
                      <a16:creationId xmlns:a16="http://schemas.microsoft.com/office/drawing/2014/main" id="{E5350A8D-663B-97EB-93BD-2FED408E00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23505" y="1569182"/>
                  <a:ext cx="1118204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62963B77-1B2F-F53A-0BD3-9163B6284E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635874" y="1569182"/>
                  <a:ext cx="478444" cy="431036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576C7052-D38C-ACC9-FAE4-AD919B33567B}"/>
                  </a:ext>
                </a:extLst>
              </p:cNvPr>
              <p:cNvSpPr/>
              <p:nvPr/>
            </p:nvSpPr>
            <p:spPr>
              <a:xfrm>
                <a:off x="1760721" y="1557874"/>
                <a:ext cx="1108642" cy="713467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8506B4-AD36-E854-7FE5-FEFA4FB11ED5}"/>
                  </a:ext>
                </a:extLst>
              </p:cNvPr>
              <p:cNvSpPr txBox="1"/>
              <p:nvPr/>
            </p:nvSpPr>
            <p:spPr>
              <a:xfrm>
                <a:off x="4350761" y="1216355"/>
                <a:ext cx="1117600" cy="41215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6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camera</a:t>
                </a:r>
                <a:endParaRPr lang="ko-KR" altLang="en-US" sz="360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2EBE346C-5802-64E3-6EAE-B0C4AAD5BC91}"/>
                  </a:ext>
                </a:extLst>
              </p:cNvPr>
              <p:cNvGrpSpPr/>
              <p:nvPr/>
            </p:nvGrpSpPr>
            <p:grpSpPr>
              <a:xfrm>
                <a:off x="5954690" y="904874"/>
                <a:ext cx="4983215" cy="5365817"/>
                <a:chOff x="2513103" y="555116"/>
                <a:chExt cx="5379946" cy="5950084"/>
              </a:xfrm>
            </p:grpSpPr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9B819F5-4D71-47E6-D121-B83B48B40020}"/>
                    </a:ext>
                  </a:extLst>
                </p:cNvPr>
                <p:cNvSpPr txBox="1"/>
                <p:nvPr/>
              </p:nvSpPr>
              <p:spPr>
                <a:xfrm>
                  <a:off x="6634504" y="3322379"/>
                  <a:ext cx="1258545" cy="348309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260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LG</a:t>
                  </a:r>
                  <a:endParaRPr lang="ko-KR" altLang="en-US" sz="26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5" name="직선 연결선 44">
                  <a:extLst>
                    <a:ext uri="{FF2B5EF4-FFF2-40B4-BE49-F238E27FC236}">
                      <a16:creationId xmlns:a16="http://schemas.microsoft.com/office/drawing/2014/main" id="{612F4016-A302-6376-50D0-80C48836D9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99128" y="3498621"/>
                  <a:ext cx="1044000" cy="19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4AA10A9-D1BE-1FEB-C8AA-6AF9F2E898F7}"/>
                    </a:ext>
                  </a:extLst>
                </p:cNvPr>
                <p:cNvSpPr txBox="1"/>
                <p:nvPr/>
              </p:nvSpPr>
              <p:spPr>
                <a:xfrm>
                  <a:off x="6634504" y="1279219"/>
                  <a:ext cx="1258545" cy="348309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260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IC</a:t>
                  </a:r>
                  <a:endParaRPr lang="ko-KR" altLang="en-US" sz="26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F2872C4A-D43D-B98A-D1F5-4E280062AF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65104" y="1476617"/>
                  <a:ext cx="1080000" cy="19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7BB908B-C23E-8B22-DEF2-8D1DF72BD36B}"/>
                    </a:ext>
                  </a:extLst>
                </p:cNvPr>
                <p:cNvSpPr txBox="1"/>
                <p:nvPr/>
              </p:nvSpPr>
              <p:spPr>
                <a:xfrm>
                  <a:off x="6634504" y="578153"/>
                  <a:ext cx="1258545" cy="348309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260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IC prev</a:t>
                  </a:r>
                  <a:endParaRPr lang="ko-KR" altLang="en-US" sz="26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CCC5ADE-8221-A1FA-F150-79B6D9FAF254}"/>
                    </a:ext>
                  </a:extLst>
                </p:cNvPr>
                <p:cNvSpPr txBox="1"/>
                <p:nvPr/>
              </p:nvSpPr>
              <p:spPr>
                <a:xfrm>
                  <a:off x="6634504" y="1980283"/>
                  <a:ext cx="1258545" cy="348309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260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IC next</a:t>
                  </a:r>
                  <a:endParaRPr lang="ko-KR" altLang="en-US" sz="26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F0B94F2C-C7BE-C3F3-69E6-58CA185609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34100" y="758541"/>
                  <a:ext cx="494054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DB25B221-7D2C-EC48-E567-E6E6AD6EDB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32062" y="2150506"/>
                  <a:ext cx="494054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A5DFD139-DE6E-7F80-C757-502F2C96E9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123166" y="758541"/>
                  <a:ext cx="0" cy="140400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FE39E316-C27F-7E34-A168-0EA12A72B04F}"/>
                    </a:ext>
                  </a:extLst>
                </p:cNvPr>
                <p:cNvSpPr txBox="1"/>
                <p:nvPr/>
              </p:nvSpPr>
              <p:spPr>
                <a:xfrm>
                  <a:off x="6634504" y="5327500"/>
                  <a:ext cx="1258545" cy="348309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260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DC</a:t>
                  </a:r>
                  <a:endParaRPr lang="ko-KR" altLang="en-US" sz="26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4" name="직선 연결선 53">
                  <a:extLst>
                    <a:ext uri="{FF2B5EF4-FFF2-40B4-BE49-F238E27FC236}">
                      <a16:creationId xmlns:a16="http://schemas.microsoft.com/office/drawing/2014/main" id="{25420768-7E3A-649F-A0D1-73F17523D3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76128" y="5524899"/>
                  <a:ext cx="1080000" cy="19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C3377C8-CBF2-F8C9-8F06-6359C9F564D1}"/>
                    </a:ext>
                  </a:extLst>
                </p:cNvPr>
                <p:cNvSpPr txBox="1"/>
                <p:nvPr/>
              </p:nvSpPr>
              <p:spPr>
                <a:xfrm>
                  <a:off x="6634504" y="4626436"/>
                  <a:ext cx="1258545" cy="348309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260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DC prev</a:t>
                  </a:r>
                  <a:endParaRPr lang="ko-KR" altLang="en-US" sz="26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438DFF39-E4C4-4727-57CB-D82E8C55452D}"/>
                    </a:ext>
                  </a:extLst>
                </p:cNvPr>
                <p:cNvSpPr txBox="1"/>
                <p:nvPr/>
              </p:nvSpPr>
              <p:spPr>
                <a:xfrm>
                  <a:off x="6634504" y="6028564"/>
                  <a:ext cx="1258545" cy="348309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260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DC next</a:t>
                  </a:r>
                  <a:endParaRPr lang="ko-KR" altLang="en-US" sz="26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7" name="직선 연결선 56">
                  <a:extLst>
                    <a:ext uri="{FF2B5EF4-FFF2-40B4-BE49-F238E27FC236}">
                      <a16:creationId xmlns:a16="http://schemas.microsoft.com/office/drawing/2014/main" id="{CB6984CE-7BCC-7DF0-C5C5-9CD90F78D5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35599" y="4806823"/>
                  <a:ext cx="494054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직선 연결선 57">
                  <a:extLst>
                    <a:ext uri="{FF2B5EF4-FFF2-40B4-BE49-F238E27FC236}">
                      <a16:creationId xmlns:a16="http://schemas.microsoft.com/office/drawing/2014/main" id="{42DEDBC0-54FD-3FC3-090E-E7A39D0892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52611" y="6198788"/>
                  <a:ext cx="494054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직선 연결선 58">
                  <a:extLst>
                    <a:ext uri="{FF2B5EF4-FFF2-40B4-BE49-F238E27FC236}">
                      <a16:creationId xmlns:a16="http://schemas.microsoft.com/office/drawing/2014/main" id="{F0B0FCC7-6572-9B94-6E15-A08BE5325A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143715" y="4806823"/>
                  <a:ext cx="0" cy="140400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60" name="그룹 59">
                  <a:extLst>
                    <a:ext uri="{FF2B5EF4-FFF2-40B4-BE49-F238E27FC236}">
                      <a16:creationId xmlns:a16="http://schemas.microsoft.com/office/drawing/2014/main" id="{AD7A1B24-28C8-8E1B-39B5-FE754CDCACAC}"/>
                    </a:ext>
                  </a:extLst>
                </p:cNvPr>
                <p:cNvGrpSpPr/>
                <p:nvPr/>
              </p:nvGrpSpPr>
              <p:grpSpPr>
                <a:xfrm>
                  <a:off x="2533651" y="2584069"/>
                  <a:ext cx="3295447" cy="1892176"/>
                  <a:chOff x="2282950" y="1142324"/>
                  <a:chExt cx="3786937" cy="2042377"/>
                </a:xfrm>
              </p:grpSpPr>
              <p:pic>
                <p:nvPicPr>
                  <p:cNvPr id="67" name="그림 66" descr="신발류, 사람, 그레이, 그림자이(가) 표시된 사진&#10;&#10;자동 생성된 설명">
                    <a:extLst>
                      <a:ext uri="{FF2B5EF4-FFF2-40B4-BE49-F238E27FC236}">
                        <a16:creationId xmlns:a16="http://schemas.microsoft.com/office/drawing/2014/main" id="{38C08618-92F9-C0BF-19F5-46092E0F41C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284469" y="1142324"/>
                    <a:ext cx="3785418" cy="2042377"/>
                  </a:xfrm>
                  <a:prstGeom prst="rect">
                    <a:avLst/>
                  </a:prstGeom>
                </p:spPr>
              </p:pic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56508D42-8D48-15E3-19EB-E3303162CD19}"/>
                      </a:ext>
                    </a:extLst>
                  </p:cNvPr>
                  <p:cNvSpPr txBox="1"/>
                  <p:nvPr/>
                </p:nvSpPr>
                <p:spPr>
                  <a:xfrm>
                    <a:off x="2282950" y="1142324"/>
                    <a:ext cx="990896" cy="375957"/>
                  </a:xfrm>
                  <a:prstGeom prst="rect">
                    <a:avLst/>
                  </a:prstGeom>
                  <a:solidFill>
                    <a:schemeClr val="bg1">
                      <a:alpha val="7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2601">
                        <a:ln>
                          <a:solidFill>
                            <a:schemeClr val="tx1">
                              <a:alpha val="30000"/>
                            </a:schemeClr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LG</a:t>
                    </a:r>
                    <a:endParaRPr lang="ko-KR" altLang="en-US" sz="2601" dirty="0">
                      <a:ln>
                        <a:solidFill>
                          <a:schemeClr val="tx1">
                            <a:alpha val="30000"/>
                          </a:schemeClr>
                        </a:solidFill>
                      </a:ln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61" name="그룹 60">
                  <a:extLst>
                    <a:ext uri="{FF2B5EF4-FFF2-40B4-BE49-F238E27FC236}">
                      <a16:creationId xmlns:a16="http://schemas.microsoft.com/office/drawing/2014/main" id="{C3F7EF8E-DD62-6802-D4C3-E9C4073C15DD}"/>
                    </a:ext>
                  </a:extLst>
                </p:cNvPr>
                <p:cNvGrpSpPr/>
                <p:nvPr/>
              </p:nvGrpSpPr>
              <p:grpSpPr>
                <a:xfrm>
                  <a:off x="2513103" y="555116"/>
                  <a:ext cx="3294125" cy="1892176"/>
                  <a:chOff x="2282950" y="3229139"/>
                  <a:chExt cx="3785418" cy="2042377"/>
                </a:xfrm>
              </p:grpSpPr>
              <p:pic>
                <p:nvPicPr>
                  <p:cNvPr id="65" name="그림 64" descr="신발류, 사람, 청바지, 의류이(가) 표시된 사진&#10;&#10;자동 생성된 설명">
                    <a:extLst>
                      <a:ext uri="{FF2B5EF4-FFF2-40B4-BE49-F238E27FC236}">
                        <a16:creationId xmlns:a16="http://schemas.microsoft.com/office/drawing/2014/main" id="{3AE2393D-3AB7-0798-6658-2A623D8E474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282950" y="3229139"/>
                    <a:ext cx="3785418" cy="2042377"/>
                  </a:xfrm>
                  <a:prstGeom prst="rect">
                    <a:avLst/>
                  </a:prstGeom>
                </p:spPr>
              </p:pic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AC108331-9B2E-2A9F-5898-4D6117F1C441}"/>
                      </a:ext>
                    </a:extLst>
                  </p:cNvPr>
                  <p:cNvSpPr txBox="1"/>
                  <p:nvPr/>
                </p:nvSpPr>
                <p:spPr>
                  <a:xfrm>
                    <a:off x="2282950" y="3229139"/>
                    <a:ext cx="990896" cy="375957"/>
                  </a:xfrm>
                  <a:prstGeom prst="rect">
                    <a:avLst/>
                  </a:prstGeom>
                  <a:solidFill>
                    <a:schemeClr val="bg1">
                      <a:alpha val="7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2601">
                        <a:ln>
                          <a:solidFill>
                            <a:schemeClr val="tx1">
                              <a:alpha val="30000"/>
                            </a:schemeClr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IC</a:t>
                    </a:r>
                    <a:endParaRPr lang="ko-KR" altLang="en-US" sz="2601" dirty="0">
                      <a:ln>
                        <a:solidFill>
                          <a:schemeClr val="tx1">
                            <a:alpha val="30000"/>
                          </a:schemeClr>
                        </a:solidFill>
                      </a:ln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62" name="그룹 61">
                  <a:extLst>
                    <a:ext uri="{FF2B5EF4-FFF2-40B4-BE49-F238E27FC236}">
                      <a16:creationId xmlns:a16="http://schemas.microsoft.com/office/drawing/2014/main" id="{2CD88684-8516-0C36-0E8C-053440170D9F}"/>
                    </a:ext>
                  </a:extLst>
                </p:cNvPr>
                <p:cNvGrpSpPr/>
                <p:nvPr/>
              </p:nvGrpSpPr>
              <p:grpSpPr>
                <a:xfrm>
                  <a:off x="2513103" y="4607109"/>
                  <a:ext cx="3314675" cy="1898091"/>
                  <a:chOff x="6100018" y="3222755"/>
                  <a:chExt cx="3809033" cy="2048760"/>
                </a:xfrm>
              </p:grpSpPr>
              <p:pic>
                <p:nvPicPr>
                  <p:cNvPr id="63" name="그림 62" descr="신발류, 청바지, 사람, 피트이(가) 표시된 사진&#10;&#10;자동 생성된 설명">
                    <a:extLst>
                      <a:ext uri="{FF2B5EF4-FFF2-40B4-BE49-F238E27FC236}">
                        <a16:creationId xmlns:a16="http://schemas.microsoft.com/office/drawing/2014/main" id="{00A7DB0C-8797-C328-CB47-F9C0952D38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123632" y="3229139"/>
                    <a:ext cx="3785419" cy="2042376"/>
                  </a:xfrm>
                  <a:prstGeom prst="rect">
                    <a:avLst/>
                  </a:prstGeom>
                </p:spPr>
              </p:pic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35C8DADC-AF1C-84F9-634F-1AAB3409EC46}"/>
                      </a:ext>
                    </a:extLst>
                  </p:cNvPr>
                  <p:cNvSpPr txBox="1"/>
                  <p:nvPr/>
                </p:nvSpPr>
                <p:spPr>
                  <a:xfrm>
                    <a:off x="6100018" y="3222755"/>
                    <a:ext cx="990896" cy="375957"/>
                  </a:xfrm>
                  <a:prstGeom prst="rect">
                    <a:avLst/>
                  </a:prstGeom>
                  <a:solidFill>
                    <a:schemeClr val="bg1">
                      <a:alpha val="7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2601">
                        <a:ln>
                          <a:solidFill>
                            <a:schemeClr val="tx1">
                              <a:alpha val="30000"/>
                            </a:schemeClr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DC</a:t>
                    </a:r>
                    <a:endParaRPr lang="ko-KR" altLang="en-US" sz="2601" dirty="0">
                      <a:ln>
                        <a:solidFill>
                          <a:schemeClr val="tx1">
                            <a:alpha val="30000"/>
                          </a:schemeClr>
                        </a:solidFill>
                      </a:ln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79DDD2A-58F9-E5EC-81B3-CA0D01CB6E62}"/>
                  </a:ext>
                </a:extLst>
              </p:cNvPr>
              <p:cNvSpPr txBox="1"/>
              <p:nvPr/>
            </p:nvSpPr>
            <p:spPr>
              <a:xfrm>
                <a:off x="-20947" y="819681"/>
                <a:ext cx="508875" cy="34240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89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</a:t>
                </a:r>
                <a:endParaRPr lang="ko-KR" altLang="en-US" sz="2889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6114EB-1FE2-E618-1BA9-0210A45171AD}"/>
                  </a:ext>
                </a:extLst>
              </p:cNvPr>
              <p:cNvSpPr txBox="1"/>
              <p:nvPr/>
            </p:nvSpPr>
            <p:spPr>
              <a:xfrm>
                <a:off x="5420243" y="873954"/>
                <a:ext cx="508875" cy="34240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89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</a:t>
                </a:r>
                <a:endParaRPr lang="ko-KR" altLang="en-US" sz="2889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63079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7B5DE6B4-1E63-A277-7658-A2A52FE9E8CE}"/>
              </a:ext>
            </a:extLst>
          </p:cNvPr>
          <p:cNvGrpSpPr/>
          <p:nvPr/>
        </p:nvGrpSpPr>
        <p:grpSpPr>
          <a:xfrm>
            <a:off x="-3529900" y="1216727"/>
            <a:ext cx="13917800" cy="6874305"/>
            <a:chOff x="-3529900" y="1216727"/>
            <a:chExt cx="13917800" cy="687430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58177F07-DDBC-2C51-7880-C54412CFE0AA}"/>
                </a:ext>
              </a:extLst>
            </p:cNvPr>
            <p:cNvSpPr/>
            <p:nvPr/>
          </p:nvSpPr>
          <p:spPr>
            <a:xfrm>
              <a:off x="-3529900" y="1216727"/>
              <a:ext cx="13917800" cy="68743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1607DCA9-222C-AF13-E7D5-4BB70ED52CF7}"/>
                </a:ext>
              </a:extLst>
            </p:cNvPr>
            <p:cNvGrpSpPr/>
            <p:nvPr/>
          </p:nvGrpSpPr>
          <p:grpSpPr>
            <a:xfrm>
              <a:off x="1916691" y="2321844"/>
              <a:ext cx="8218498" cy="4469789"/>
              <a:chOff x="1333499" y="1248382"/>
              <a:chExt cx="6391272" cy="3418868"/>
            </a:xfrm>
          </p:grpSpPr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8547814F-8783-FAE8-34D6-63867653B182}"/>
                  </a:ext>
                </a:extLst>
              </p:cNvPr>
              <p:cNvGrpSpPr/>
              <p:nvPr/>
            </p:nvGrpSpPr>
            <p:grpSpPr>
              <a:xfrm>
                <a:off x="1333499" y="1756165"/>
                <a:ext cx="6391272" cy="2911085"/>
                <a:chOff x="3390899" y="3187165"/>
                <a:chExt cx="6391272" cy="2911085"/>
              </a:xfrm>
            </p:grpSpPr>
            <p:grpSp>
              <p:nvGrpSpPr>
                <p:cNvPr id="91" name="그룹 90">
                  <a:extLst>
                    <a:ext uri="{FF2B5EF4-FFF2-40B4-BE49-F238E27FC236}">
                      <a16:creationId xmlns:a16="http://schemas.microsoft.com/office/drawing/2014/main" id="{6225675A-D897-7C9D-FF4C-4812D53BE691}"/>
                    </a:ext>
                  </a:extLst>
                </p:cNvPr>
                <p:cNvGrpSpPr/>
                <p:nvPr/>
              </p:nvGrpSpPr>
              <p:grpSpPr>
                <a:xfrm>
                  <a:off x="4688150" y="5180344"/>
                  <a:ext cx="1064944" cy="917906"/>
                  <a:chOff x="5631125" y="4656469"/>
                  <a:chExt cx="1064944" cy="917906"/>
                </a:xfrm>
              </p:grpSpPr>
              <p:sp>
                <p:nvSpPr>
                  <p:cNvPr id="86" name="평행 사변형 85">
                    <a:extLst>
                      <a:ext uri="{FF2B5EF4-FFF2-40B4-BE49-F238E27FC236}">
                        <a16:creationId xmlns:a16="http://schemas.microsoft.com/office/drawing/2014/main" id="{FD057239-3B4B-E1D1-4CAF-F393491EE931}"/>
                      </a:ext>
                    </a:extLst>
                  </p:cNvPr>
                  <p:cNvSpPr/>
                  <p:nvPr/>
                </p:nvSpPr>
                <p:spPr>
                  <a:xfrm flipH="1">
                    <a:off x="5640748" y="4656469"/>
                    <a:ext cx="1055321" cy="629906"/>
                  </a:xfrm>
                  <a:prstGeom prst="parallelogram">
                    <a:avLst>
                      <a:gd name="adj" fmla="val 113889"/>
                    </a:avLst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601"/>
                  </a:p>
                </p:txBody>
              </p:sp>
              <p:cxnSp>
                <p:nvCxnSpPr>
                  <p:cNvPr id="89" name="직선 연결선 88">
                    <a:extLst>
                      <a:ext uri="{FF2B5EF4-FFF2-40B4-BE49-F238E27FC236}">
                        <a16:creationId xmlns:a16="http://schemas.microsoft.com/office/drawing/2014/main" id="{84D4142D-972A-D5F4-A4EF-0F89C71AA4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48311" y="5286375"/>
                    <a:ext cx="0" cy="28800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직선 연결선 89">
                    <a:extLst>
                      <a:ext uri="{FF2B5EF4-FFF2-40B4-BE49-F238E27FC236}">
                        <a16:creationId xmlns:a16="http://schemas.microsoft.com/office/drawing/2014/main" id="{9B1EAB82-D9C7-67F0-DAD4-E8362C315B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631125" y="4656470"/>
                    <a:ext cx="0" cy="28800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5" name="그룹 104">
                  <a:extLst>
                    <a:ext uri="{FF2B5EF4-FFF2-40B4-BE49-F238E27FC236}">
                      <a16:creationId xmlns:a16="http://schemas.microsoft.com/office/drawing/2014/main" id="{7299182A-023B-39CC-F331-FC3155B83F73}"/>
                    </a:ext>
                  </a:extLst>
                </p:cNvPr>
                <p:cNvGrpSpPr/>
                <p:nvPr/>
              </p:nvGrpSpPr>
              <p:grpSpPr>
                <a:xfrm>
                  <a:off x="5047329" y="4892344"/>
                  <a:ext cx="1064944" cy="917906"/>
                  <a:chOff x="5631125" y="4656469"/>
                  <a:chExt cx="1064944" cy="917906"/>
                </a:xfrm>
              </p:grpSpPr>
              <p:sp>
                <p:nvSpPr>
                  <p:cNvPr id="106" name="평행 사변형 105">
                    <a:extLst>
                      <a:ext uri="{FF2B5EF4-FFF2-40B4-BE49-F238E27FC236}">
                        <a16:creationId xmlns:a16="http://schemas.microsoft.com/office/drawing/2014/main" id="{EF8DE96E-C9C6-F04E-CB91-0B6C2B990A0B}"/>
                      </a:ext>
                    </a:extLst>
                  </p:cNvPr>
                  <p:cNvSpPr/>
                  <p:nvPr/>
                </p:nvSpPr>
                <p:spPr>
                  <a:xfrm flipH="1">
                    <a:off x="5640748" y="4656469"/>
                    <a:ext cx="1055321" cy="629906"/>
                  </a:xfrm>
                  <a:prstGeom prst="parallelogram">
                    <a:avLst>
                      <a:gd name="adj" fmla="val 113889"/>
                    </a:avLst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601"/>
                  </a:p>
                </p:txBody>
              </p:sp>
              <p:cxnSp>
                <p:nvCxnSpPr>
                  <p:cNvPr id="107" name="직선 연결선 106">
                    <a:extLst>
                      <a:ext uri="{FF2B5EF4-FFF2-40B4-BE49-F238E27FC236}">
                        <a16:creationId xmlns:a16="http://schemas.microsoft.com/office/drawing/2014/main" id="{724FBDCF-147E-03D6-DC12-32899DB24E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48311" y="5286375"/>
                    <a:ext cx="0" cy="28800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직선 연결선 107">
                    <a:extLst>
                      <a:ext uri="{FF2B5EF4-FFF2-40B4-BE49-F238E27FC236}">
                        <a16:creationId xmlns:a16="http://schemas.microsoft.com/office/drawing/2014/main" id="{0963B6B4-42F5-CF9E-7D67-0953FF8251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631125" y="4656470"/>
                    <a:ext cx="0" cy="28800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9" name="그룹 108">
                  <a:extLst>
                    <a:ext uri="{FF2B5EF4-FFF2-40B4-BE49-F238E27FC236}">
                      <a16:creationId xmlns:a16="http://schemas.microsoft.com/office/drawing/2014/main" id="{265E50F0-A2A7-CC98-DC6A-146B208BC015}"/>
                    </a:ext>
                  </a:extLst>
                </p:cNvPr>
                <p:cNvGrpSpPr/>
                <p:nvPr/>
              </p:nvGrpSpPr>
              <p:grpSpPr>
                <a:xfrm>
                  <a:off x="5406508" y="4611951"/>
                  <a:ext cx="1064944" cy="917906"/>
                  <a:chOff x="5631125" y="4656469"/>
                  <a:chExt cx="1064944" cy="917906"/>
                </a:xfrm>
              </p:grpSpPr>
              <p:sp>
                <p:nvSpPr>
                  <p:cNvPr id="110" name="평행 사변형 109">
                    <a:extLst>
                      <a:ext uri="{FF2B5EF4-FFF2-40B4-BE49-F238E27FC236}">
                        <a16:creationId xmlns:a16="http://schemas.microsoft.com/office/drawing/2014/main" id="{59411CC9-C658-E062-942C-E9A35A755DEC}"/>
                      </a:ext>
                    </a:extLst>
                  </p:cNvPr>
                  <p:cNvSpPr/>
                  <p:nvPr/>
                </p:nvSpPr>
                <p:spPr>
                  <a:xfrm flipH="1">
                    <a:off x="5640748" y="4656469"/>
                    <a:ext cx="1055321" cy="629906"/>
                  </a:xfrm>
                  <a:prstGeom prst="parallelogram">
                    <a:avLst>
                      <a:gd name="adj" fmla="val 113889"/>
                    </a:avLst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601"/>
                  </a:p>
                </p:txBody>
              </p:sp>
              <p:cxnSp>
                <p:nvCxnSpPr>
                  <p:cNvPr id="111" name="직선 연결선 110">
                    <a:extLst>
                      <a:ext uri="{FF2B5EF4-FFF2-40B4-BE49-F238E27FC236}">
                        <a16:creationId xmlns:a16="http://schemas.microsoft.com/office/drawing/2014/main" id="{2686A428-FA0E-3D3E-0924-30804D4305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48311" y="5286375"/>
                    <a:ext cx="0" cy="28800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직선 연결선 111">
                    <a:extLst>
                      <a:ext uri="{FF2B5EF4-FFF2-40B4-BE49-F238E27FC236}">
                        <a16:creationId xmlns:a16="http://schemas.microsoft.com/office/drawing/2014/main" id="{AD377EAC-8FBA-721B-8600-A20A42EDEC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631125" y="4656470"/>
                    <a:ext cx="0" cy="28800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3" name="그룹 112">
                  <a:extLst>
                    <a:ext uri="{FF2B5EF4-FFF2-40B4-BE49-F238E27FC236}">
                      <a16:creationId xmlns:a16="http://schemas.microsoft.com/office/drawing/2014/main" id="{A3279EF0-D835-92FF-5929-C53F95443529}"/>
                    </a:ext>
                  </a:extLst>
                </p:cNvPr>
                <p:cNvGrpSpPr/>
                <p:nvPr/>
              </p:nvGrpSpPr>
              <p:grpSpPr>
                <a:xfrm>
                  <a:off x="5765687" y="4323951"/>
                  <a:ext cx="1064944" cy="917906"/>
                  <a:chOff x="5631125" y="4656469"/>
                  <a:chExt cx="1064944" cy="917906"/>
                </a:xfrm>
              </p:grpSpPr>
              <p:sp>
                <p:nvSpPr>
                  <p:cNvPr id="114" name="평행 사변형 113">
                    <a:extLst>
                      <a:ext uri="{FF2B5EF4-FFF2-40B4-BE49-F238E27FC236}">
                        <a16:creationId xmlns:a16="http://schemas.microsoft.com/office/drawing/2014/main" id="{3F7B51DA-C531-D45F-498D-206757BF3CBF}"/>
                      </a:ext>
                    </a:extLst>
                  </p:cNvPr>
                  <p:cNvSpPr/>
                  <p:nvPr/>
                </p:nvSpPr>
                <p:spPr>
                  <a:xfrm flipH="1">
                    <a:off x="5640748" y="4656469"/>
                    <a:ext cx="1055321" cy="629906"/>
                  </a:xfrm>
                  <a:prstGeom prst="parallelogram">
                    <a:avLst>
                      <a:gd name="adj" fmla="val 113889"/>
                    </a:avLst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601"/>
                  </a:p>
                </p:txBody>
              </p:sp>
              <p:cxnSp>
                <p:nvCxnSpPr>
                  <p:cNvPr id="115" name="직선 연결선 114">
                    <a:extLst>
                      <a:ext uri="{FF2B5EF4-FFF2-40B4-BE49-F238E27FC236}">
                        <a16:creationId xmlns:a16="http://schemas.microsoft.com/office/drawing/2014/main" id="{F4AEC874-F34B-AFB0-B279-84D0C0D9B4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48311" y="5286375"/>
                    <a:ext cx="0" cy="28800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" name="직선 연결선 115">
                    <a:extLst>
                      <a:ext uri="{FF2B5EF4-FFF2-40B4-BE49-F238E27FC236}">
                        <a16:creationId xmlns:a16="http://schemas.microsoft.com/office/drawing/2014/main" id="{E1B70EA1-11A2-35F7-EB0F-6EA787018F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631125" y="4656470"/>
                    <a:ext cx="0" cy="28800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7" name="그룹 116">
                  <a:extLst>
                    <a:ext uri="{FF2B5EF4-FFF2-40B4-BE49-F238E27FC236}">
                      <a16:creationId xmlns:a16="http://schemas.microsoft.com/office/drawing/2014/main" id="{C5B1032A-247F-B57C-E758-6C581875882A}"/>
                    </a:ext>
                  </a:extLst>
                </p:cNvPr>
                <p:cNvGrpSpPr/>
                <p:nvPr/>
              </p:nvGrpSpPr>
              <p:grpSpPr>
                <a:xfrm>
                  <a:off x="6125974" y="4035951"/>
                  <a:ext cx="1064944" cy="917906"/>
                  <a:chOff x="5631125" y="4656469"/>
                  <a:chExt cx="1064944" cy="917906"/>
                </a:xfrm>
              </p:grpSpPr>
              <p:sp>
                <p:nvSpPr>
                  <p:cNvPr id="118" name="평행 사변형 117">
                    <a:extLst>
                      <a:ext uri="{FF2B5EF4-FFF2-40B4-BE49-F238E27FC236}">
                        <a16:creationId xmlns:a16="http://schemas.microsoft.com/office/drawing/2014/main" id="{E456286F-D1FE-8245-D85E-ED2AFEA83A3E}"/>
                      </a:ext>
                    </a:extLst>
                  </p:cNvPr>
                  <p:cNvSpPr/>
                  <p:nvPr/>
                </p:nvSpPr>
                <p:spPr>
                  <a:xfrm flipH="1">
                    <a:off x="5640748" y="4656469"/>
                    <a:ext cx="1055321" cy="629906"/>
                  </a:xfrm>
                  <a:prstGeom prst="parallelogram">
                    <a:avLst>
                      <a:gd name="adj" fmla="val 113889"/>
                    </a:avLst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601"/>
                  </a:p>
                </p:txBody>
              </p:sp>
              <p:cxnSp>
                <p:nvCxnSpPr>
                  <p:cNvPr id="119" name="직선 연결선 118">
                    <a:extLst>
                      <a:ext uri="{FF2B5EF4-FFF2-40B4-BE49-F238E27FC236}">
                        <a16:creationId xmlns:a16="http://schemas.microsoft.com/office/drawing/2014/main" id="{8A5A2EB0-66BE-0A0C-3B5C-67764B30D9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48311" y="5286375"/>
                    <a:ext cx="0" cy="28800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직선 연결선 119">
                    <a:extLst>
                      <a:ext uri="{FF2B5EF4-FFF2-40B4-BE49-F238E27FC236}">
                        <a16:creationId xmlns:a16="http://schemas.microsoft.com/office/drawing/2014/main" id="{DEBE0534-D046-2602-A9BA-C2C092804A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631125" y="4656470"/>
                    <a:ext cx="0" cy="28800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1" name="그룹 120">
                  <a:extLst>
                    <a:ext uri="{FF2B5EF4-FFF2-40B4-BE49-F238E27FC236}">
                      <a16:creationId xmlns:a16="http://schemas.microsoft.com/office/drawing/2014/main" id="{B8F1A49D-1424-5AB2-8B94-716E541FA4D4}"/>
                    </a:ext>
                  </a:extLst>
                </p:cNvPr>
                <p:cNvGrpSpPr/>
                <p:nvPr/>
              </p:nvGrpSpPr>
              <p:grpSpPr>
                <a:xfrm>
                  <a:off x="6478303" y="3755558"/>
                  <a:ext cx="1064944" cy="917906"/>
                  <a:chOff x="5631125" y="4656469"/>
                  <a:chExt cx="1064944" cy="917906"/>
                </a:xfrm>
              </p:grpSpPr>
              <p:sp>
                <p:nvSpPr>
                  <p:cNvPr id="122" name="평행 사변형 121">
                    <a:extLst>
                      <a:ext uri="{FF2B5EF4-FFF2-40B4-BE49-F238E27FC236}">
                        <a16:creationId xmlns:a16="http://schemas.microsoft.com/office/drawing/2014/main" id="{4F6B4386-563D-3C97-D2E3-23B95D94C2D1}"/>
                      </a:ext>
                    </a:extLst>
                  </p:cNvPr>
                  <p:cNvSpPr/>
                  <p:nvPr/>
                </p:nvSpPr>
                <p:spPr>
                  <a:xfrm flipH="1">
                    <a:off x="5640748" y="4656469"/>
                    <a:ext cx="1055321" cy="629906"/>
                  </a:xfrm>
                  <a:prstGeom prst="parallelogram">
                    <a:avLst>
                      <a:gd name="adj" fmla="val 113889"/>
                    </a:avLst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601"/>
                  </a:p>
                </p:txBody>
              </p:sp>
              <p:cxnSp>
                <p:nvCxnSpPr>
                  <p:cNvPr id="123" name="직선 연결선 122">
                    <a:extLst>
                      <a:ext uri="{FF2B5EF4-FFF2-40B4-BE49-F238E27FC236}">
                        <a16:creationId xmlns:a16="http://schemas.microsoft.com/office/drawing/2014/main" id="{738B4C07-1793-BBA5-43B0-F7414C909E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48311" y="5286375"/>
                    <a:ext cx="0" cy="28800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직선 연결선 123">
                    <a:extLst>
                      <a:ext uri="{FF2B5EF4-FFF2-40B4-BE49-F238E27FC236}">
                        <a16:creationId xmlns:a16="http://schemas.microsoft.com/office/drawing/2014/main" id="{92E9C94E-D5D3-D034-6FBD-C28F2D57A0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631125" y="4656470"/>
                    <a:ext cx="0" cy="28800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5" name="그룹 124">
                  <a:extLst>
                    <a:ext uri="{FF2B5EF4-FFF2-40B4-BE49-F238E27FC236}">
                      <a16:creationId xmlns:a16="http://schemas.microsoft.com/office/drawing/2014/main" id="{05B1192E-CF82-D7AD-C0BE-A709BE8B8DF9}"/>
                    </a:ext>
                  </a:extLst>
                </p:cNvPr>
                <p:cNvGrpSpPr/>
                <p:nvPr/>
              </p:nvGrpSpPr>
              <p:grpSpPr>
                <a:xfrm>
                  <a:off x="6840253" y="3467558"/>
                  <a:ext cx="1064944" cy="917906"/>
                  <a:chOff x="5631125" y="4656469"/>
                  <a:chExt cx="1064944" cy="917906"/>
                </a:xfrm>
              </p:grpSpPr>
              <p:sp>
                <p:nvSpPr>
                  <p:cNvPr id="126" name="평행 사변형 125">
                    <a:extLst>
                      <a:ext uri="{FF2B5EF4-FFF2-40B4-BE49-F238E27FC236}">
                        <a16:creationId xmlns:a16="http://schemas.microsoft.com/office/drawing/2014/main" id="{95CF7420-8D78-C813-9615-220DD985322D}"/>
                      </a:ext>
                    </a:extLst>
                  </p:cNvPr>
                  <p:cNvSpPr/>
                  <p:nvPr/>
                </p:nvSpPr>
                <p:spPr>
                  <a:xfrm flipH="1">
                    <a:off x="5640748" y="4656469"/>
                    <a:ext cx="1055321" cy="629906"/>
                  </a:xfrm>
                  <a:prstGeom prst="parallelogram">
                    <a:avLst>
                      <a:gd name="adj" fmla="val 113889"/>
                    </a:avLst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601"/>
                  </a:p>
                </p:txBody>
              </p:sp>
              <p:cxnSp>
                <p:nvCxnSpPr>
                  <p:cNvPr id="127" name="직선 연결선 126">
                    <a:extLst>
                      <a:ext uri="{FF2B5EF4-FFF2-40B4-BE49-F238E27FC236}">
                        <a16:creationId xmlns:a16="http://schemas.microsoft.com/office/drawing/2014/main" id="{740F2618-CACB-6E38-9DE0-4AC1F61ECC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48311" y="5286375"/>
                    <a:ext cx="0" cy="28800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직선 연결선 127">
                    <a:extLst>
                      <a:ext uri="{FF2B5EF4-FFF2-40B4-BE49-F238E27FC236}">
                        <a16:creationId xmlns:a16="http://schemas.microsoft.com/office/drawing/2014/main" id="{E5863864-8262-4FFC-86CF-15F0AD604B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631125" y="4656470"/>
                    <a:ext cx="0" cy="28800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9" name="그룹 128">
                  <a:extLst>
                    <a:ext uri="{FF2B5EF4-FFF2-40B4-BE49-F238E27FC236}">
                      <a16:creationId xmlns:a16="http://schemas.microsoft.com/office/drawing/2014/main" id="{8E0E6A6F-A252-D437-67FE-F011F9D33433}"/>
                    </a:ext>
                  </a:extLst>
                </p:cNvPr>
                <p:cNvGrpSpPr/>
                <p:nvPr/>
              </p:nvGrpSpPr>
              <p:grpSpPr>
                <a:xfrm>
                  <a:off x="7202203" y="3187165"/>
                  <a:ext cx="2579968" cy="917906"/>
                  <a:chOff x="5631125" y="4656469"/>
                  <a:chExt cx="2579968" cy="917906"/>
                </a:xfrm>
              </p:grpSpPr>
              <p:sp>
                <p:nvSpPr>
                  <p:cNvPr id="130" name="평행 사변형 129">
                    <a:extLst>
                      <a:ext uri="{FF2B5EF4-FFF2-40B4-BE49-F238E27FC236}">
                        <a16:creationId xmlns:a16="http://schemas.microsoft.com/office/drawing/2014/main" id="{EDABFB7A-1203-6C52-A7BF-8FE7F4ED92BF}"/>
                      </a:ext>
                    </a:extLst>
                  </p:cNvPr>
                  <p:cNvSpPr/>
                  <p:nvPr/>
                </p:nvSpPr>
                <p:spPr>
                  <a:xfrm flipH="1">
                    <a:off x="5640746" y="4656469"/>
                    <a:ext cx="2570347" cy="629906"/>
                  </a:xfrm>
                  <a:prstGeom prst="parallelogram">
                    <a:avLst>
                      <a:gd name="adj" fmla="val 113889"/>
                    </a:avLst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601"/>
                  </a:p>
                </p:txBody>
              </p:sp>
              <p:cxnSp>
                <p:nvCxnSpPr>
                  <p:cNvPr id="131" name="직선 연결선 130">
                    <a:extLst>
                      <a:ext uri="{FF2B5EF4-FFF2-40B4-BE49-F238E27FC236}">
                        <a16:creationId xmlns:a16="http://schemas.microsoft.com/office/drawing/2014/main" id="{6136B7FF-344F-16CF-4618-A7ACE4E21C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48311" y="5286375"/>
                    <a:ext cx="0" cy="28800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" name="직선 연결선 131">
                    <a:extLst>
                      <a:ext uri="{FF2B5EF4-FFF2-40B4-BE49-F238E27FC236}">
                        <a16:creationId xmlns:a16="http://schemas.microsoft.com/office/drawing/2014/main" id="{1848CCDB-4538-D189-9403-89CC1EA621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631125" y="4656470"/>
                    <a:ext cx="0" cy="28800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33" name="평행 사변형 132">
                  <a:extLst>
                    <a:ext uri="{FF2B5EF4-FFF2-40B4-BE49-F238E27FC236}">
                      <a16:creationId xmlns:a16="http://schemas.microsoft.com/office/drawing/2014/main" id="{0E5DEE73-4D33-2BA7-B73A-4C28641BAB00}"/>
                    </a:ext>
                  </a:extLst>
                </p:cNvPr>
                <p:cNvSpPr/>
                <p:nvPr/>
              </p:nvSpPr>
              <p:spPr>
                <a:xfrm flipH="1">
                  <a:off x="3390899" y="5460736"/>
                  <a:ext cx="2008411" cy="629906"/>
                </a:xfrm>
                <a:prstGeom prst="parallelogram">
                  <a:avLst>
                    <a:gd name="adj" fmla="val 113889"/>
                  </a:avLst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</p:grpSp>
          <p:sp>
            <p:nvSpPr>
              <p:cNvPr id="135" name="화살표: 아래쪽 134">
                <a:extLst>
                  <a:ext uri="{FF2B5EF4-FFF2-40B4-BE49-F238E27FC236}">
                    <a16:creationId xmlns:a16="http://schemas.microsoft.com/office/drawing/2014/main" id="{0D81B2AD-85C0-AE8C-4324-F83C40C97068}"/>
                  </a:ext>
                </a:extLst>
              </p:cNvPr>
              <p:cNvSpPr/>
              <p:nvPr/>
            </p:nvSpPr>
            <p:spPr>
              <a:xfrm rot="13871462">
                <a:off x="3494777" y="1775539"/>
                <a:ext cx="257239" cy="1727939"/>
              </a:xfrm>
              <a:prstGeom prst="downArrow">
                <a:avLst>
                  <a:gd name="adj1" fmla="val 29687"/>
                  <a:gd name="adj2" fmla="val 50000"/>
                </a:avLst>
              </a:prstGeom>
              <a:solidFill>
                <a:srgbClr val="331E72"/>
              </a:solidFill>
              <a:ln>
                <a:solidFill>
                  <a:srgbClr val="331E72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  <p:sp>
            <p:nvSpPr>
              <p:cNvPr id="138" name="화살표: 아래쪽 137">
                <a:extLst>
                  <a:ext uri="{FF2B5EF4-FFF2-40B4-BE49-F238E27FC236}">
                    <a16:creationId xmlns:a16="http://schemas.microsoft.com/office/drawing/2014/main" id="{4DB7FB04-AAEF-85D2-AD75-1C95C11E7B45}"/>
                  </a:ext>
                </a:extLst>
              </p:cNvPr>
              <p:cNvSpPr/>
              <p:nvPr/>
            </p:nvSpPr>
            <p:spPr>
              <a:xfrm rot="2958005">
                <a:off x="4574758" y="2860656"/>
                <a:ext cx="292398" cy="1951338"/>
              </a:xfrm>
              <a:prstGeom prst="downArrow">
                <a:avLst>
                  <a:gd name="adj1" fmla="val 29687"/>
                  <a:gd name="adj2" fmla="val 50000"/>
                </a:avLst>
              </a:prstGeom>
              <a:solidFill>
                <a:srgbClr val="32B6C4"/>
              </a:solidFill>
              <a:ln>
                <a:solidFill>
                  <a:srgbClr val="32B6C4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  <p:sp>
            <p:nvSpPr>
              <p:cNvPr id="140" name="화살표: U자형 139">
                <a:extLst>
                  <a:ext uri="{FF2B5EF4-FFF2-40B4-BE49-F238E27FC236}">
                    <a16:creationId xmlns:a16="http://schemas.microsoft.com/office/drawing/2014/main" id="{ED2565B0-293D-D153-6F6C-7E69F8BCAEDA}"/>
                  </a:ext>
                </a:extLst>
              </p:cNvPr>
              <p:cNvSpPr/>
              <p:nvPr/>
            </p:nvSpPr>
            <p:spPr>
              <a:xfrm rot="5400000">
                <a:off x="6094140" y="1275299"/>
                <a:ext cx="419286" cy="1544965"/>
              </a:xfrm>
              <a:prstGeom prst="uturnArrow">
                <a:avLst>
                  <a:gd name="adj1" fmla="val 14812"/>
                  <a:gd name="adj2" fmla="val 25000"/>
                  <a:gd name="adj3" fmla="val 32641"/>
                  <a:gd name="adj4" fmla="val 43750"/>
                  <a:gd name="adj5" fmla="val 75000"/>
                </a:avLst>
              </a:prstGeom>
              <a:solidFill>
                <a:srgbClr val="3177A0"/>
              </a:solidFill>
              <a:ln>
                <a:solidFill>
                  <a:srgbClr val="3177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62596440-353B-BF44-6E08-A8A92D734986}"/>
                  </a:ext>
                </a:extLst>
              </p:cNvPr>
              <p:cNvSpPr txBox="1"/>
              <p:nvPr/>
            </p:nvSpPr>
            <p:spPr>
              <a:xfrm>
                <a:off x="2901108" y="2100864"/>
                <a:ext cx="862293" cy="410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89" b="1">
                    <a:ln>
                      <a:solidFill>
                        <a:srgbClr val="331E72">
                          <a:alpha val="30000"/>
                        </a:srgbClr>
                      </a:solidFill>
                    </a:ln>
                    <a:solidFill>
                      <a:srgbClr val="331E7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IC</a:t>
                </a:r>
                <a:endParaRPr lang="ko-KR" altLang="en-US" sz="2889" b="1" dirty="0">
                  <a:ln>
                    <a:solidFill>
                      <a:srgbClr val="331E72">
                        <a:alpha val="30000"/>
                      </a:srgbClr>
                    </a:solidFill>
                  </a:ln>
                  <a:solidFill>
                    <a:srgbClr val="331E7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391386D9-8866-98DE-18F7-6483A9C94405}"/>
                  </a:ext>
                </a:extLst>
              </p:cNvPr>
              <p:cNvSpPr txBox="1"/>
              <p:nvPr/>
            </p:nvSpPr>
            <p:spPr>
              <a:xfrm>
                <a:off x="4911288" y="3666858"/>
                <a:ext cx="862293" cy="410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89" b="1">
                    <a:ln>
                      <a:solidFill>
                        <a:srgbClr val="32B6C4">
                          <a:alpha val="30000"/>
                        </a:srgbClr>
                      </a:solidFill>
                    </a:ln>
                    <a:solidFill>
                      <a:srgbClr val="32B6C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DC</a:t>
                </a:r>
                <a:endParaRPr lang="ko-KR" altLang="en-US" sz="2889" b="1" dirty="0">
                  <a:ln>
                    <a:solidFill>
                      <a:srgbClr val="32B6C4">
                        <a:alpha val="30000"/>
                      </a:srgbClr>
                    </a:solidFill>
                  </a:ln>
                  <a:solidFill>
                    <a:srgbClr val="32B6C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95EB1B8-3469-E8A4-D9F9-E6EE72436A1E}"/>
                  </a:ext>
                </a:extLst>
              </p:cNvPr>
              <p:cNvSpPr txBox="1"/>
              <p:nvPr/>
            </p:nvSpPr>
            <p:spPr>
              <a:xfrm>
                <a:off x="5896119" y="1248382"/>
                <a:ext cx="862293" cy="410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89" b="1">
                    <a:ln>
                      <a:solidFill>
                        <a:srgbClr val="2B7795">
                          <a:alpha val="30000"/>
                        </a:srgbClr>
                      </a:solidFill>
                    </a:ln>
                    <a:solidFill>
                      <a:srgbClr val="2B7795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LG</a:t>
                </a:r>
                <a:endParaRPr lang="ko-KR" altLang="en-US" sz="2889" b="1" dirty="0">
                  <a:ln>
                    <a:solidFill>
                      <a:srgbClr val="2B7795">
                        <a:alpha val="30000"/>
                      </a:srgbClr>
                    </a:solidFill>
                  </a:ln>
                  <a:solidFill>
                    <a:srgbClr val="2B779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4593B795-F4B1-71A2-5910-60EA8D541697}"/>
                </a:ext>
              </a:extLst>
            </p:cNvPr>
            <p:cNvGrpSpPr/>
            <p:nvPr/>
          </p:nvGrpSpPr>
          <p:grpSpPr>
            <a:xfrm>
              <a:off x="-3417823" y="1926398"/>
              <a:ext cx="5274934" cy="6004971"/>
              <a:chOff x="547533" y="1359119"/>
              <a:chExt cx="3926183" cy="4516485"/>
            </a:xfrm>
          </p:grpSpPr>
          <p:pic>
            <p:nvPicPr>
              <p:cNvPr id="17" name="그림 16" descr="신발류, 의류, 사람, 발목이(가) 표시된 사진&#10;&#10;자동 생성된 설명">
                <a:extLst>
                  <a:ext uri="{FF2B5EF4-FFF2-40B4-BE49-F238E27FC236}">
                    <a16:creationId xmlns:a16="http://schemas.microsoft.com/office/drawing/2014/main" id="{23393739-AEAA-2BD2-B3C6-13A2A847B67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972" b="-1"/>
              <a:stretch/>
            </p:blipFill>
            <p:spPr>
              <a:xfrm>
                <a:off x="2304965" y="1359119"/>
                <a:ext cx="1000858" cy="4516485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16CB068-1DAC-8B9E-0F66-AE9495068B2C}"/>
                  </a:ext>
                </a:extLst>
              </p:cNvPr>
              <p:cNvSpPr txBox="1"/>
              <p:nvPr/>
            </p:nvSpPr>
            <p:spPr>
              <a:xfrm>
                <a:off x="3504831" y="1651971"/>
                <a:ext cx="955148" cy="33690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311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Camera</a:t>
                </a:r>
                <a:endParaRPr lang="ko-KR" altLang="en-US" sz="2889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3D043BB8-5E37-2CEE-5008-718EF846941F}"/>
                  </a:ext>
                </a:extLst>
              </p:cNvPr>
              <p:cNvGrpSpPr/>
              <p:nvPr/>
            </p:nvGrpSpPr>
            <p:grpSpPr>
              <a:xfrm>
                <a:off x="3155128" y="1595916"/>
                <a:ext cx="394443" cy="245650"/>
                <a:chOff x="2058628" y="394133"/>
                <a:chExt cx="394443" cy="245650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5ADB4C64-95F6-6BA4-AFED-C55C710340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4920" y="438897"/>
                  <a:ext cx="132936" cy="200886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직선 연결선 25">
                  <a:extLst>
                    <a:ext uri="{FF2B5EF4-FFF2-40B4-BE49-F238E27FC236}">
                      <a16:creationId xmlns:a16="http://schemas.microsoft.com/office/drawing/2014/main" id="{AB0430B5-DCDF-CC1B-E020-42DE5E298D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09323" y="639783"/>
                  <a:ext cx="243748" cy="0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타원 27">
                  <a:extLst>
                    <a:ext uri="{FF2B5EF4-FFF2-40B4-BE49-F238E27FC236}">
                      <a16:creationId xmlns:a16="http://schemas.microsoft.com/office/drawing/2014/main" id="{1A7DE47C-AE65-D3C9-80AC-25D87542E37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58628" y="394133"/>
                  <a:ext cx="72000" cy="720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</p:grpSp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E3DAEA6F-029E-4C74-456C-9FA472F74B50}"/>
                  </a:ext>
                </a:extLst>
              </p:cNvPr>
              <p:cNvGrpSpPr/>
              <p:nvPr/>
            </p:nvGrpSpPr>
            <p:grpSpPr>
              <a:xfrm flipV="1">
                <a:off x="2805394" y="4224819"/>
                <a:ext cx="568887" cy="309095"/>
                <a:chOff x="2058628" y="394133"/>
                <a:chExt cx="568887" cy="309095"/>
              </a:xfrm>
              <a:solidFill>
                <a:srgbClr val="0070C0"/>
              </a:solidFill>
            </p:grpSpPr>
            <p:cxnSp>
              <p:nvCxnSpPr>
                <p:cNvPr id="34" name="직선 연결선 33">
                  <a:extLst>
                    <a:ext uri="{FF2B5EF4-FFF2-40B4-BE49-F238E27FC236}">
                      <a16:creationId xmlns:a16="http://schemas.microsoft.com/office/drawing/2014/main" id="{2F6C5577-651F-7501-C0BD-41637343D1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4920" y="438897"/>
                  <a:ext cx="237067" cy="264331"/>
                </a:xfrm>
                <a:prstGeom prst="line">
                  <a:avLst/>
                </a:prstGeom>
                <a:grpFill/>
                <a:ln w="19050">
                  <a:solidFill>
                    <a:srgbClr val="0070C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직선 연결선 34">
                  <a:extLst>
                    <a:ext uri="{FF2B5EF4-FFF2-40B4-BE49-F238E27FC236}">
                      <a16:creationId xmlns:a16="http://schemas.microsoft.com/office/drawing/2014/main" id="{73A6733F-7EAA-F953-C6EB-5BCC087998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03515" y="693992"/>
                  <a:ext cx="324000" cy="0"/>
                </a:xfrm>
                <a:prstGeom prst="line">
                  <a:avLst/>
                </a:prstGeom>
                <a:grpFill/>
                <a:ln w="19050">
                  <a:solidFill>
                    <a:srgbClr val="0070C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타원 35">
                  <a:extLst>
                    <a:ext uri="{FF2B5EF4-FFF2-40B4-BE49-F238E27FC236}">
                      <a16:creationId xmlns:a16="http://schemas.microsoft.com/office/drawing/2014/main" id="{12F60C86-87F2-1F15-8CBC-316D2EEAAD4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58628" y="394133"/>
                  <a:ext cx="72000" cy="72000"/>
                </a:xfrm>
                <a:prstGeom prst="ellipse">
                  <a:avLst/>
                </a:prstGeom>
                <a:grpFill/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B4F260C-1E0C-2872-AF63-8CC08BE2B0BB}"/>
                  </a:ext>
                </a:extLst>
              </p:cNvPr>
              <p:cNvSpPr txBox="1"/>
              <p:nvPr/>
            </p:nvSpPr>
            <p:spPr>
              <a:xfrm>
                <a:off x="620656" y="3811030"/>
                <a:ext cx="1750507" cy="871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311">
                    <a:ln>
                      <a:solidFill>
                        <a:schemeClr val="tx2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Medial</a:t>
                </a:r>
              </a:p>
              <a:p>
                <a:pPr algn="ctr"/>
                <a:r>
                  <a:rPr lang="en-US" altLang="ko-KR" sz="2311">
                    <a:ln>
                      <a:solidFill>
                        <a:schemeClr val="tx2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gastrocnemius</a:t>
                </a:r>
              </a:p>
              <a:p>
                <a:pPr algn="ctr"/>
                <a:r>
                  <a:rPr lang="en-US" altLang="ko-KR" sz="2311">
                    <a:ln>
                      <a:solidFill>
                        <a:schemeClr val="tx2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(MG)</a:t>
                </a:r>
                <a:endParaRPr lang="ko-KR" altLang="en-US" sz="2311" dirty="0">
                  <a:ln>
                    <a:solidFill>
                      <a:schemeClr val="tx2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4F71353-5E55-3A9C-4D39-46AE54F055A6}"/>
                  </a:ext>
                </a:extLst>
              </p:cNvPr>
              <p:cNvSpPr txBox="1"/>
              <p:nvPr/>
            </p:nvSpPr>
            <p:spPr>
              <a:xfrm>
                <a:off x="3217297" y="3821653"/>
                <a:ext cx="1117600" cy="871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311">
                    <a:ln>
                      <a:solidFill>
                        <a:schemeClr val="tx2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Tibialis anterior</a:t>
                </a:r>
              </a:p>
              <a:p>
                <a:pPr algn="ctr"/>
                <a:r>
                  <a:rPr lang="en-US" altLang="ko-KR" sz="2311">
                    <a:ln>
                      <a:solidFill>
                        <a:schemeClr val="tx2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(TA)</a:t>
                </a:r>
                <a:endParaRPr lang="ko-KR" altLang="en-US" sz="2311" dirty="0">
                  <a:ln>
                    <a:solidFill>
                      <a:schemeClr val="tx2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23C2C5BD-2BDC-7C1C-5419-540C56F306EE}"/>
                  </a:ext>
                </a:extLst>
              </p:cNvPr>
              <p:cNvGrpSpPr/>
              <p:nvPr/>
            </p:nvGrpSpPr>
            <p:grpSpPr>
              <a:xfrm flipH="1" flipV="1">
                <a:off x="2166417" y="4224819"/>
                <a:ext cx="351615" cy="256118"/>
                <a:chOff x="2058628" y="394133"/>
                <a:chExt cx="351615" cy="256118"/>
              </a:xfrm>
              <a:solidFill>
                <a:srgbClr val="0070C0"/>
              </a:solidFill>
            </p:grpSpPr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BACB1AAD-9115-061F-506E-B316BE2EC7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4920" y="438897"/>
                  <a:ext cx="109323" cy="211354"/>
                </a:xfrm>
                <a:prstGeom prst="line">
                  <a:avLst/>
                </a:prstGeom>
                <a:grpFill/>
                <a:ln w="19050">
                  <a:solidFill>
                    <a:srgbClr val="0070C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>
                  <a:extLst>
                    <a:ext uri="{FF2B5EF4-FFF2-40B4-BE49-F238E27FC236}">
                      <a16:creationId xmlns:a16="http://schemas.microsoft.com/office/drawing/2014/main" id="{D42B41CB-3253-40F2-D830-B86549CC98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94243" y="641015"/>
                  <a:ext cx="216000" cy="0"/>
                </a:xfrm>
                <a:prstGeom prst="line">
                  <a:avLst/>
                </a:prstGeom>
                <a:grpFill/>
                <a:ln w="19050">
                  <a:solidFill>
                    <a:srgbClr val="0070C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타원 41">
                  <a:extLst>
                    <a:ext uri="{FF2B5EF4-FFF2-40B4-BE49-F238E27FC236}">
                      <a16:creationId xmlns:a16="http://schemas.microsoft.com/office/drawing/2014/main" id="{F26693FA-0993-6360-1E8C-233CCC4C775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58628" y="394133"/>
                  <a:ext cx="72000" cy="72000"/>
                </a:xfrm>
                <a:prstGeom prst="ellipse">
                  <a:avLst/>
                </a:prstGeom>
                <a:grpFill/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</p:grp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35A7EF2-FA4C-5C4E-1D69-4DF73037CA37}"/>
                  </a:ext>
                </a:extLst>
              </p:cNvPr>
              <p:cNvSpPr txBox="1"/>
              <p:nvPr/>
            </p:nvSpPr>
            <p:spPr>
              <a:xfrm>
                <a:off x="3356116" y="4919271"/>
                <a:ext cx="1117600" cy="604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311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Inertial sensor</a:t>
                </a:r>
                <a:endParaRPr lang="ko-KR" altLang="en-US" sz="2311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C37BB9B-8DF9-1883-F955-131F4A0CC82B}"/>
                  </a:ext>
                </a:extLst>
              </p:cNvPr>
              <p:cNvSpPr txBox="1"/>
              <p:nvPr/>
            </p:nvSpPr>
            <p:spPr>
              <a:xfrm>
                <a:off x="547533" y="1471404"/>
                <a:ext cx="1750507" cy="336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311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Exosuit</a:t>
                </a:r>
                <a:endParaRPr lang="ko-KR" altLang="en-US" sz="2311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7F244878-7CF5-BE31-C5C0-CBB9FAB6BB2B}"/>
                  </a:ext>
                </a:extLst>
              </p:cNvPr>
              <p:cNvGrpSpPr/>
              <p:nvPr/>
            </p:nvGrpSpPr>
            <p:grpSpPr>
              <a:xfrm flipH="1" flipV="1">
                <a:off x="1804886" y="1658680"/>
                <a:ext cx="633119" cy="309095"/>
                <a:chOff x="2058628" y="394133"/>
                <a:chExt cx="633119" cy="309095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cxnSp>
              <p:nvCxnSpPr>
                <p:cNvPr id="55" name="직선 연결선 54">
                  <a:extLst>
                    <a:ext uri="{FF2B5EF4-FFF2-40B4-BE49-F238E27FC236}">
                      <a16:creationId xmlns:a16="http://schemas.microsoft.com/office/drawing/2014/main" id="{C1067711-B571-5AB7-8ED3-01AAB0D2F3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4920" y="438897"/>
                  <a:ext cx="237067" cy="264331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5127E394-CF74-54FA-C93F-DB5DFA015D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03515" y="693992"/>
                  <a:ext cx="388232" cy="0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7" name="타원 56">
                  <a:extLst>
                    <a:ext uri="{FF2B5EF4-FFF2-40B4-BE49-F238E27FC236}">
                      <a16:creationId xmlns:a16="http://schemas.microsoft.com/office/drawing/2014/main" id="{D7A3E0AE-2284-881C-1CBF-B1622570D36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58628" y="394133"/>
                  <a:ext cx="72000" cy="720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</p:grpSp>
          <p:pic>
            <p:nvPicPr>
              <p:cNvPr id="59" name="그림 58" descr="직사각형, 오렌지이(가) 표시된 사진&#10;&#10;자동 생성된 설명">
                <a:extLst>
                  <a:ext uri="{FF2B5EF4-FFF2-40B4-BE49-F238E27FC236}">
                    <a16:creationId xmlns:a16="http://schemas.microsoft.com/office/drawing/2014/main" id="{BAFE4E73-99B7-34F6-B060-75CEB7C657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98544" y="5570031"/>
                <a:ext cx="115846" cy="175389"/>
              </a:xfrm>
              <a:prstGeom prst="rect">
                <a:avLst/>
              </a:prstGeom>
            </p:spPr>
          </p:pic>
          <p:pic>
            <p:nvPicPr>
              <p:cNvPr id="60" name="그림 59" descr="직사각형, 오렌지이(가) 표시된 사진&#10;&#10;자동 생성된 설명">
                <a:extLst>
                  <a:ext uri="{FF2B5EF4-FFF2-40B4-BE49-F238E27FC236}">
                    <a16:creationId xmlns:a16="http://schemas.microsoft.com/office/drawing/2014/main" id="{3F5722EF-1502-FACD-DAA8-2CDAB62DD2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21082" y="4641455"/>
                <a:ext cx="115846" cy="175389"/>
              </a:xfrm>
              <a:prstGeom prst="rect">
                <a:avLst/>
              </a:prstGeom>
            </p:spPr>
          </p:pic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7042A11C-4E5E-41AE-FCA6-F4B7DE2B922F}"/>
                  </a:ext>
                </a:extLst>
              </p:cNvPr>
              <p:cNvGrpSpPr/>
              <p:nvPr/>
            </p:nvGrpSpPr>
            <p:grpSpPr>
              <a:xfrm flipV="1">
                <a:off x="2950219" y="5314591"/>
                <a:ext cx="599352" cy="309095"/>
                <a:chOff x="2058628" y="394133"/>
                <a:chExt cx="599352" cy="309095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A078FBCC-0D75-A9CD-F38B-D18EDFF010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4920" y="438897"/>
                  <a:ext cx="237067" cy="264331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직선 연결선 44">
                  <a:extLst>
                    <a:ext uri="{FF2B5EF4-FFF2-40B4-BE49-F238E27FC236}">
                      <a16:creationId xmlns:a16="http://schemas.microsoft.com/office/drawing/2014/main" id="{5B391E89-D74A-43AA-FE03-E5E3E9217E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03515" y="693992"/>
                  <a:ext cx="354465" cy="9236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35429911-A727-EE59-3178-5E9079319ED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58628" y="394133"/>
                  <a:ext cx="72000" cy="720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</p:grp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EFA40A80-BB11-E614-5AED-4E303C7697BD}"/>
                  </a:ext>
                </a:extLst>
              </p:cNvPr>
              <p:cNvGrpSpPr/>
              <p:nvPr/>
            </p:nvGrpSpPr>
            <p:grpSpPr>
              <a:xfrm>
                <a:off x="2683696" y="4763815"/>
                <a:ext cx="865875" cy="377126"/>
                <a:chOff x="2058628" y="394133"/>
                <a:chExt cx="865875" cy="377126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cxnSp>
              <p:nvCxnSpPr>
                <p:cNvPr id="62" name="직선 연결선 61">
                  <a:extLst>
                    <a:ext uri="{FF2B5EF4-FFF2-40B4-BE49-F238E27FC236}">
                      <a16:creationId xmlns:a16="http://schemas.microsoft.com/office/drawing/2014/main" id="{7F092924-660D-7F4F-E786-27C9EC47AF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99185" y="439983"/>
                  <a:ext cx="252258" cy="331276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직선 연결선 62">
                  <a:extLst>
                    <a:ext uri="{FF2B5EF4-FFF2-40B4-BE49-F238E27FC236}">
                      <a16:creationId xmlns:a16="http://schemas.microsoft.com/office/drawing/2014/main" id="{4F9AE40B-F014-82D4-CBDB-A54DD30E60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47507" y="763113"/>
                  <a:ext cx="576996" cy="0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73CF1E5D-31D6-376C-D1D5-ED0156DFD64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58628" y="394133"/>
                  <a:ext cx="72000" cy="720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</p:grp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EBA689E-F037-2778-E229-AB09BE5B2F76}"/>
                </a:ext>
              </a:extLst>
            </p:cNvPr>
            <p:cNvSpPr txBox="1"/>
            <p:nvPr/>
          </p:nvSpPr>
          <p:spPr>
            <a:xfrm>
              <a:off x="-3454406" y="1265222"/>
              <a:ext cx="735042" cy="536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58DDB66-4C10-DA98-0672-0990685F52E2}"/>
                </a:ext>
              </a:extLst>
            </p:cNvPr>
            <p:cNvSpPr txBox="1"/>
            <p:nvPr/>
          </p:nvSpPr>
          <p:spPr>
            <a:xfrm>
              <a:off x="1916690" y="1265222"/>
              <a:ext cx="735042" cy="536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0035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그룹 46">
            <a:extLst>
              <a:ext uri="{FF2B5EF4-FFF2-40B4-BE49-F238E27FC236}">
                <a16:creationId xmlns:a16="http://schemas.microsoft.com/office/drawing/2014/main" id="{F701A870-4E4B-BDE9-1A35-D5F8B64AE37A}"/>
              </a:ext>
            </a:extLst>
          </p:cNvPr>
          <p:cNvGrpSpPr/>
          <p:nvPr/>
        </p:nvGrpSpPr>
        <p:grpSpPr>
          <a:xfrm>
            <a:off x="-5376331" y="784226"/>
            <a:ext cx="10802840" cy="6542139"/>
            <a:chOff x="1743045" y="1257299"/>
            <a:chExt cx="7478889" cy="4529174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A8596687-359F-DCC4-E0E7-12C9308878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rcRect t="37144" r="4551" b="1659"/>
            <a:stretch/>
          </p:blipFill>
          <p:spPr>
            <a:xfrm>
              <a:off x="3109403" y="1257300"/>
              <a:ext cx="2005525" cy="4529172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93D4CFB1-6A23-AD41-61C3-CFA911AC11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1352" t="34474" r="43621" b="22353"/>
            <a:stretch/>
          </p:blipFill>
          <p:spPr>
            <a:xfrm rot="16200000">
              <a:off x="3960005" y="2412223"/>
              <a:ext cx="4529174" cy="2219325"/>
            </a:xfrm>
            <a:prstGeom prst="rect">
              <a:avLst/>
            </a:prstGeom>
          </p:spPr>
        </p:pic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274BA3EE-7A08-70E9-665E-277806DC9C1A}"/>
                </a:ext>
              </a:extLst>
            </p:cNvPr>
            <p:cNvGrpSpPr/>
            <p:nvPr/>
          </p:nvGrpSpPr>
          <p:grpSpPr>
            <a:xfrm>
              <a:off x="5935770" y="3225997"/>
              <a:ext cx="1484205" cy="656633"/>
              <a:chOff x="5983391" y="3178372"/>
              <a:chExt cx="1484205" cy="656633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CD9F8B89-B13E-C1A8-C555-7A8B4F6E93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83391" y="3527228"/>
                <a:ext cx="307777" cy="30777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631AD833-22ED-DBE4-8B01-FEC8C04005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14128" y="3178372"/>
                <a:ext cx="253343" cy="33933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20338931-EC1B-34EF-1762-05200A9A9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57946" y="3178372"/>
                <a:ext cx="100965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268A87A3-A044-3F2D-CCAA-9A61650FC9DD}"/>
                </a:ext>
              </a:extLst>
            </p:cNvPr>
            <p:cNvGrpSpPr/>
            <p:nvPr/>
          </p:nvGrpSpPr>
          <p:grpSpPr>
            <a:xfrm flipH="1">
              <a:off x="2860645" y="3000375"/>
              <a:ext cx="1728491" cy="553938"/>
              <a:chOff x="5983391" y="3178372"/>
              <a:chExt cx="2325895" cy="656633"/>
            </a:xfrm>
          </p:grpSpPr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D5C20CB1-F720-93B9-8659-FDDC7DBB39C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83391" y="3527228"/>
                <a:ext cx="307777" cy="30777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F2744A18-7D29-CF1F-D3CA-49ED21A69D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14128" y="3178372"/>
                <a:ext cx="253343" cy="33933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C49C8BD9-5A77-CE21-8B95-B6AA777D64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57946" y="3178372"/>
                <a:ext cx="185134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9A63A9E-B074-44AD-8F65-F811505FCF38}"/>
                </a:ext>
              </a:extLst>
            </p:cNvPr>
            <p:cNvSpPr txBox="1"/>
            <p:nvPr/>
          </p:nvSpPr>
          <p:spPr>
            <a:xfrm>
              <a:off x="1743045" y="2492544"/>
              <a:ext cx="1117600" cy="9873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Tibialis Anterior</a:t>
              </a:r>
            </a:p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(TA)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77F5923-E4CA-C2CC-E71A-A2D6610516BD}"/>
                </a:ext>
              </a:extLst>
            </p:cNvPr>
            <p:cNvSpPr txBox="1"/>
            <p:nvPr/>
          </p:nvSpPr>
          <p:spPr>
            <a:xfrm>
              <a:off x="7471427" y="2786839"/>
              <a:ext cx="1750507" cy="9873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Medial</a:t>
              </a:r>
            </a:p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Gastrocnemius</a:t>
              </a:r>
            </a:p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(MG)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3036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F18FEBE6-C500-32DE-0353-FF4405D4977D}"/>
              </a:ext>
            </a:extLst>
          </p:cNvPr>
          <p:cNvGrpSpPr/>
          <p:nvPr/>
        </p:nvGrpSpPr>
        <p:grpSpPr>
          <a:xfrm>
            <a:off x="-5562601" y="419100"/>
            <a:ext cx="17435313" cy="6485548"/>
            <a:chOff x="-5562601" y="419100"/>
            <a:chExt cx="17435313" cy="6485548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6FC78B7-D98B-D0C3-BF97-67DDDB100DBF}"/>
                </a:ext>
              </a:extLst>
            </p:cNvPr>
            <p:cNvSpPr/>
            <p:nvPr/>
          </p:nvSpPr>
          <p:spPr>
            <a:xfrm>
              <a:off x="-5562601" y="419100"/>
              <a:ext cx="17385279" cy="64855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5BD60F2D-FA8A-6A59-5ADF-7C88A1D7B28D}"/>
                </a:ext>
              </a:extLst>
            </p:cNvPr>
            <p:cNvGrpSpPr/>
            <p:nvPr/>
          </p:nvGrpSpPr>
          <p:grpSpPr>
            <a:xfrm>
              <a:off x="-2081729" y="2198340"/>
              <a:ext cx="1939390" cy="1332019"/>
              <a:chOff x="2028344" y="1981616"/>
              <a:chExt cx="1628775" cy="1400175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E5B548-CAC2-7F22-B50B-B0B0F335891A}"/>
                  </a:ext>
                </a:extLst>
              </p:cNvPr>
              <p:cNvSpPr txBox="1"/>
              <p:nvPr/>
            </p:nvSpPr>
            <p:spPr>
              <a:xfrm>
                <a:off x="2099541" y="2493391"/>
                <a:ext cx="1486380" cy="61469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YOLOv8</a:t>
                </a:r>
                <a:endParaRPr lang="ko-KR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42C8BBF4-636B-6A6A-53D3-5DE7070FBAE7}"/>
                  </a:ext>
                </a:extLst>
              </p:cNvPr>
              <p:cNvSpPr/>
              <p:nvPr/>
            </p:nvSpPr>
            <p:spPr>
              <a:xfrm>
                <a:off x="2028344" y="1981616"/>
                <a:ext cx="1628775" cy="1400175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F90B430-1810-6086-0448-3897AC9592D1}"/>
                </a:ext>
              </a:extLst>
            </p:cNvPr>
            <p:cNvSpPr txBox="1"/>
            <p:nvPr/>
          </p:nvSpPr>
          <p:spPr>
            <a:xfrm>
              <a:off x="-5111115" y="3783516"/>
              <a:ext cx="2273587" cy="95410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 image</a:t>
              </a:r>
            </a:p>
            <a:p>
              <a:pPr algn="ctr"/>
              <a:r>
                <a:rPr lang="en-US" altLang="ko-KR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(i)</a:t>
              </a:r>
              <a:endParaRPr lang="ko-KR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5C832D-80AB-22B1-4979-368E5D5F2F1C}"/>
                </a:ext>
              </a:extLst>
            </p:cNvPr>
            <p:cNvSpPr txBox="1"/>
            <p:nvPr/>
          </p:nvSpPr>
          <p:spPr>
            <a:xfrm>
              <a:off x="-2455818" y="3811578"/>
              <a:ext cx="2592207" cy="107721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environment classification</a:t>
              </a:r>
              <a:endParaRPr lang="ko-KR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82E8A20-D055-8F88-5FAA-F8B3BB063BA1}"/>
                </a:ext>
              </a:extLst>
            </p:cNvPr>
            <p:cNvSpPr txBox="1"/>
            <p:nvPr/>
          </p:nvSpPr>
          <p:spPr>
            <a:xfrm>
              <a:off x="-1256912" y="5339796"/>
              <a:ext cx="3944733" cy="156485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 feature</a:t>
              </a:r>
            </a:p>
            <a:p>
              <a:pPr algn="ctr"/>
              <a:r>
                <a:rPr lang="en-US" altLang="ko-K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 (8)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[class probability, top 1 class]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5AF09BC-5FF5-0ACD-6EDE-6949561E9C30}"/>
                </a:ext>
              </a:extLst>
            </p:cNvPr>
            <p:cNvSpPr txBox="1"/>
            <p:nvPr/>
          </p:nvSpPr>
          <p:spPr>
            <a:xfrm>
              <a:off x="1260221" y="4557865"/>
              <a:ext cx="3569540" cy="107721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sequence</a:t>
              </a:r>
            </a:p>
            <a:p>
              <a:pPr algn="ctr"/>
              <a:r>
                <a:rPr lang="en-US" altLang="ko-K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(10,8)</a:t>
              </a:r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FA822310-C0D6-62B9-FE48-D0181D110EAE}"/>
                </a:ext>
              </a:extLst>
            </p:cNvPr>
            <p:cNvGrpSpPr/>
            <p:nvPr/>
          </p:nvGrpSpPr>
          <p:grpSpPr>
            <a:xfrm>
              <a:off x="579806" y="595086"/>
              <a:ext cx="372456" cy="4538529"/>
              <a:chOff x="4357078" y="1223513"/>
              <a:chExt cx="243497" cy="2922239"/>
            </a:xfrm>
          </p:grpSpPr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A6E8B9A8-400A-1408-20AD-2D2214F0EF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57078" y="1223513"/>
                <a:ext cx="243497" cy="24349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B122373A-F9AB-151B-15DD-CB52C972079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57078" y="1606190"/>
                <a:ext cx="243497" cy="24349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36EC1436-209F-A2A7-1502-77D34618511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57078" y="1988867"/>
                <a:ext cx="243497" cy="24349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38E5BBCC-9E49-93DC-8F0A-348A4858B6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57078" y="2371544"/>
                <a:ext cx="243497" cy="24349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AFE086E2-D38E-A417-BFF6-49685B86D7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57078" y="2754221"/>
                <a:ext cx="243497" cy="24349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3DF32C0A-44C5-09D2-88B8-AD1BBAF05A4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57078" y="3519575"/>
                <a:ext cx="243497" cy="24349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9C0DCA3D-319E-EECC-ED4B-81764228BE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57078" y="3902255"/>
                <a:ext cx="243497" cy="24349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C4E2E963-EBC5-FC8B-CACF-D7C538D04F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57078" y="3136898"/>
                <a:ext cx="243497" cy="24349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02899A0B-35E2-F444-2051-605CA128A05D}"/>
                </a:ext>
              </a:extLst>
            </p:cNvPr>
            <p:cNvGrpSpPr/>
            <p:nvPr/>
          </p:nvGrpSpPr>
          <p:grpSpPr>
            <a:xfrm>
              <a:off x="-3276653" y="2773464"/>
              <a:ext cx="1065655" cy="181773"/>
              <a:chOff x="1721244" y="2680260"/>
              <a:chExt cx="696683" cy="117039"/>
            </a:xfrm>
          </p:grpSpPr>
          <p:cxnSp>
            <p:nvCxnSpPr>
              <p:cNvPr id="113" name="직선 연결선 112">
                <a:extLst>
                  <a:ext uri="{FF2B5EF4-FFF2-40B4-BE49-F238E27FC236}">
                    <a16:creationId xmlns:a16="http://schemas.microsoft.com/office/drawing/2014/main" id="{EBB06611-D5CB-5358-EECB-79F248CD57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1244" y="2730760"/>
                <a:ext cx="684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4" name="이등변 삼각형 113">
                <a:extLst>
                  <a:ext uri="{FF2B5EF4-FFF2-40B4-BE49-F238E27FC236}">
                    <a16:creationId xmlns:a16="http://schemas.microsoft.com/office/drawing/2014/main" id="{6A5B4567-C2DE-2248-F2F5-481064E0387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310110" y="2689482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</p:grpSp>
        <p:pic>
          <p:nvPicPr>
            <p:cNvPr id="83" name="그림 82" descr="신발류, 사람, 청바지, 신발이(가) 표시된 사진&#10;&#10;자동 생성된 설명">
              <a:extLst>
                <a:ext uri="{FF2B5EF4-FFF2-40B4-BE49-F238E27FC236}">
                  <a16:creationId xmlns:a16="http://schemas.microsoft.com/office/drawing/2014/main" id="{85F95A1E-3332-E0C2-ED53-E2CE820C7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370286" y="2082007"/>
              <a:ext cx="2739594" cy="1564686"/>
            </a:xfrm>
            <a:prstGeom prst="rect">
              <a:avLst/>
            </a:prstGeom>
          </p:spPr>
        </p:pic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1064FD3B-C04F-61AA-5B73-4A2516872683}"/>
                </a:ext>
              </a:extLst>
            </p:cNvPr>
            <p:cNvGrpSpPr/>
            <p:nvPr/>
          </p:nvGrpSpPr>
          <p:grpSpPr>
            <a:xfrm>
              <a:off x="-141646" y="2752169"/>
              <a:ext cx="444020" cy="181773"/>
              <a:chOff x="2127644" y="2680260"/>
              <a:chExt cx="290283" cy="117039"/>
            </a:xfrm>
          </p:grpSpPr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8B296681-4B52-FBC1-7CEE-DC872CAF54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7644" y="2730760"/>
                <a:ext cx="216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8" name="이등변 삼각형 117">
                <a:extLst>
                  <a:ext uri="{FF2B5EF4-FFF2-40B4-BE49-F238E27FC236}">
                    <a16:creationId xmlns:a16="http://schemas.microsoft.com/office/drawing/2014/main" id="{00D76DD6-53B2-4D2B-2521-6F28A768A4C5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310110" y="2689482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</p:grp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3C92D7F4-5126-1339-CD3A-7A93062AC9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8346" y="4037575"/>
              <a:ext cx="655608" cy="7946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960B9D1D-240C-9B26-3614-51F5124915FC}"/>
                </a:ext>
              </a:extLst>
            </p:cNvPr>
            <p:cNvGrpSpPr/>
            <p:nvPr/>
          </p:nvGrpSpPr>
          <p:grpSpPr>
            <a:xfrm>
              <a:off x="2167129" y="1488597"/>
              <a:ext cx="2177010" cy="2000888"/>
              <a:chOff x="5505294" y="1947212"/>
              <a:chExt cx="1423244" cy="1288319"/>
            </a:xfrm>
          </p:grpSpPr>
          <p:grpSp>
            <p:nvGrpSpPr>
              <p:cNvPr id="133" name="그룹 132">
                <a:extLst>
                  <a:ext uri="{FF2B5EF4-FFF2-40B4-BE49-F238E27FC236}">
                    <a16:creationId xmlns:a16="http://schemas.microsoft.com/office/drawing/2014/main" id="{1578EB5B-77C6-78C2-212C-14B984B25FB8}"/>
                  </a:ext>
                </a:extLst>
              </p:cNvPr>
              <p:cNvGrpSpPr/>
              <p:nvPr/>
            </p:nvGrpSpPr>
            <p:grpSpPr>
              <a:xfrm>
                <a:off x="5505294" y="1947212"/>
                <a:ext cx="1264332" cy="1288319"/>
                <a:chOff x="5532877" y="1799574"/>
                <a:chExt cx="1264332" cy="1288319"/>
              </a:xfrm>
            </p:grpSpPr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4CBF8425-61A7-0802-0E73-26416FE197E6}"/>
                    </a:ext>
                  </a:extLst>
                </p:cNvPr>
                <p:cNvSpPr/>
                <p:nvPr/>
              </p:nvSpPr>
              <p:spPr>
                <a:xfrm>
                  <a:off x="6007940" y="1799574"/>
                  <a:ext cx="789269" cy="828990"/>
                </a:xfrm>
                <a:prstGeom prst="rect">
                  <a:avLst/>
                </a:prstGeom>
                <a:solidFill>
                  <a:schemeClr val="bg1"/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3600"/>
                </a:p>
              </p:txBody>
            </p:sp>
            <p:grpSp>
              <p:nvGrpSpPr>
                <p:cNvPr id="129" name="그룹 128">
                  <a:extLst>
                    <a:ext uri="{FF2B5EF4-FFF2-40B4-BE49-F238E27FC236}">
                      <a16:creationId xmlns:a16="http://schemas.microsoft.com/office/drawing/2014/main" id="{748DF8B7-33F0-0EDC-77D9-A30296D536FE}"/>
                    </a:ext>
                  </a:extLst>
                </p:cNvPr>
                <p:cNvGrpSpPr/>
                <p:nvPr/>
              </p:nvGrpSpPr>
              <p:grpSpPr>
                <a:xfrm>
                  <a:off x="5852002" y="2075914"/>
                  <a:ext cx="789269" cy="828990"/>
                  <a:chOff x="5309698" y="2273902"/>
                  <a:chExt cx="789269" cy="975538"/>
                </a:xfrm>
              </p:grpSpPr>
              <p:sp>
                <p:nvSpPr>
                  <p:cNvPr id="130" name="직사각형 129">
                    <a:extLst>
                      <a:ext uri="{FF2B5EF4-FFF2-40B4-BE49-F238E27FC236}">
                        <a16:creationId xmlns:a16="http://schemas.microsoft.com/office/drawing/2014/main" id="{B0A41AE3-2D88-66BE-E651-18580531F3A3}"/>
                      </a:ext>
                    </a:extLst>
                  </p:cNvPr>
                  <p:cNvSpPr/>
                  <p:nvPr/>
                </p:nvSpPr>
                <p:spPr>
                  <a:xfrm>
                    <a:off x="5309698" y="2273902"/>
                    <a:ext cx="789269" cy="97553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3600"/>
                  </a:p>
                </p:txBody>
              </p:sp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BA8BBB67-3A5C-6A4F-7256-CC001C8AB26B}"/>
                      </a:ext>
                    </a:extLst>
                  </p:cNvPr>
                  <p:cNvSpPr txBox="1"/>
                  <p:nvPr/>
                </p:nvSpPr>
                <p:spPr>
                  <a:xfrm>
                    <a:off x="5309698" y="2373757"/>
                    <a:ext cx="789269" cy="562598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50000"/>
                      </a:lnSpc>
                    </a:pPr>
                    <a:endParaRPr lang="ko-KR" altLang="en-US" sz="32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06" name="그룹 105">
                  <a:extLst>
                    <a:ext uri="{FF2B5EF4-FFF2-40B4-BE49-F238E27FC236}">
                      <a16:creationId xmlns:a16="http://schemas.microsoft.com/office/drawing/2014/main" id="{218B3553-8401-2DC4-6980-BCB8EA2C3A71}"/>
                    </a:ext>
                  </a:extLst>
                </p:cNvPr>
                <p:cNvGrpSpPr/>
                <p:nvPr/>
              </p:nvGrpSpPr>
              <p:grpSpPr>
                <a:xfrm>
                  <a:off x="5740139" y="2169669"/>
                  <a:ext cx="789269" cy="828990"/>
                  <a:chOff x="5309698" y="2273902"/>
                  <a:chExt cx="789269" cy="975538"/>
                </a:xfrm>
              </p:grpSpPr>
              <p:sp>
                <p:nvSpPr>
                  <p:cNvPr id="107" name="직사각형 106">
                    <a:extLst>
                      <a:ext uri="{FF2B5EF4-FFF2-40B4-BE49-F238E27FC236}">
                        <a16:creationId xmlns:a16="http://schemas.microsoft.com/office/drawing/2014/main" id="{461DEEB1-C5E0-48F7-900E-A4284597EAEA}"/>
                      </a:ext>
                    </a:extLst>
                  </p:cNvPr>
                  <p:cNvSpPr/>
                  <p:nvPr/>
                </p:nvSpPr>
                <p:spPr>
                  <a:xfrm>
                    <a:off x="5309698" y="2273902"/>
                    <a:ext cx="789269" cy="97553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3600"/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FA62B8E1-6F12-93E1-8028-D3363AA0CAA1}"/>
                      </a:ext>
                    </a:extLst>
                  </p:cNvPr>
                  <p:cNvSpPr txBox="1"/>
                  <p:nvPr/>
                </p:nvSpPr>
                <p:spPr>
                  <a:xfrm>
                    <a:off x="5309698" y="2373757"/>
                    <a:ext cx="789269" cy="562598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50000"/>
                      </a:lnSpc>
                    </a:pPr>
                    <a:endParaRPr lang="ko-KR" altLang="en-US" sz="32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67" name="그룹 66">
                  <a:extLst>
                    <a:ext uri="{FF2B5EF4-FFF2-40B4-BE49-F238E27FC236}">
                      <a16:creationId xmlns:a16="http://schemas.microsoft.com/office/drawing/2014/main" id="{E929E4FD-D4BC-A403-9B8B-59F2541582F8}"/>
                    </a:ext>
                  </a:extLst>
                </p:cNvPr>
                <p:cNvGrpSpPr/>
                <p:nvPr/>
              </p:nvGrpSpPr>
              <p:grpSpPr>
                <a:xfrm>
                  <a:off x="5532877" y="2230178"/>
                  <a:ext cx="917384" cy="857715"/>
                  <a:chOff x="5232936" y="2240099"/>
                  <a:chExt cx="917384" cy="1009341"/>
                </a:xfrm>
              </p:grpSpPr>
              <p:sp>
                <p:nvSpPr>
                  <p:cNvPr id="65" name="직사각형 64">
                    <a:extLst>
                      <a:ext uri="{FF2B5EF4-FFF2-40B4-BE49-F238E27FC236}">
                        <a16:creationId xmlns:a16="http://schemas.microsoft.com/office/drawing/2014/main" id="{10281B24-F2B9-6EA8-AE29-F5F5C9D3855E}"/>
                      </a:ext>
                    </a:extLst>
                  </p:cNvPr>
                  <p:cNvSpPr/>
                  <p:nvPr/>
                </p:nvSpPr>
                <p:spPr>
                  <a:xfrm>
                    <a:off x="5309698" y="2273902"/>
                    <a:ext cx="789269" cy="97553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3600"/>
                  </a:p>
                </p:txBody>
              </p:sp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62525222-FDD2-B14E-A900-998515BA0C09}"/>
                      </a:ext>
                    </a:extLst>
                  </p:cNvPr>
                  <p:cNvSpPr txBox="1"/>
                  <p:nvPr/>
                </p:nvSpPr>
                <p:spPr>
                  <a:xfrm>
                    <a:off x="5232936" y="2240099"/>
                    <a:ext cx="917384" cy="909486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50000"/>
                      </a:lnSpc>
                    </a:pPr>
                    <a:r>
                      <a:rPr lang="en-US" altLang="ko-KR" sz="3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feature</a:t>
                    </a:r>
                  </a:p>
                  <a:p>
                    <a:pPr algn="ctr"/>
                    <a:r>
                      <a:rPr lang="en-US" altLang="ko-KR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frame (i)</a:t>
                    </a:r>
                    <a:endParaRPr lang="ko-KR" altLang="en-US" sz="36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01" name="그룹 100">
                  <a:extLst>
                    <a:ext uri="{FF2B5EF4-FFF2-40B4-BE49-F238E27FC236}">
                      <a16:creationId xmlns:a16="http://schemas.microsoft.com/office/drawing/2014/main" id="{BE71BD75-185B-0179-44C3-9C368B6BD6DF}"/>
                    </a:ext>
                  </a:extLst>
                </p:cNvPr>
                <p:cNvGrpSpPr/>
                <p:nvPr/>
              </p:nvGrpSpPr>
              <p:grpSpPr>
                <a:xfrm rot="2265892">
                  <a:off x="6279184" y="1928254"/>
                  <a:ext cx="36765" cy="121323"/>
                  <a:chOff x="7711612" y="5012590"/>
                  <a:chExt cx="36765" cy="121323"/>
                </a:xfrm>
              </p:grpSpPr>
              <p:sp>
                <p:nvSpPr>
                  <p:cNvPr id="99" name="타원 98">
                    <a:extLst>
                      <a:ext uri="{FF2B5EF4-FFF2-40B4-BE49-F238E27FC236}">
                        <a16:creationId xmlns:a16="http://schemas.microsoft.com/office/drawing/2014/main" id="{572B492C-B5C4-5F23-07BF-164C944ADF0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798471">
                    <a:off x="7712377" y="5012590"/>
                    <a:ext cx="36000" cy="36000"/>
                  </a:xfrm>
                  <a:prstGeom prst="ellipse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3600"/>
                  </a:p>
                </p:txBody>
              </p:sp>
              <p:sp>
                <p:nvSpPr>
                  <p:cNvPr id="100" name="타원 99">
                    <a:extLst>
                      <a:ext uri="{FF2B5EF4-FFF2-40B4-BE49-F238E27FC236}">
                        <a16:creationId xmlns:a16="http://schemas.microsoft.com/office/drawing/2014/main" id="{E06D0150-82C6-F69C-2C8D-C523D12C178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798471">
                    <a:off x="7711612" y="5097913"/>
                    <a:ext cx="36000" cy="36000"/>
                  </a:xfrm>
                  <a:prstGeom prst="ellipse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3600"/>
                  </a:p>
                </p:txBody>
              </p:sp>
            </p:grpSp>
          </p:grpSp>
          <p:sp>
            <p:nvSpPr>
              <p:cNvPr id="134" name="타원 133">
                <a:extLst>
                  <a:ext uri="{FF2B5EF4-FFF2-40B4-BE49-F238E27FC236}">
                    <a16:creationId xmlns:a16="http://schemas.microsoft.com/office/drawing/2014/main" id="{1B25CD48-4D2B-7F07-80BB-6A8A60F26CC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3064363">
                <a:off x="6333328" y="2011563"/>
                <a:ext cx="36000" cy="36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5DD47CDC-17A6-0087-330F-1F36B0644771}"/>
                  </a:ext>
                </a:extLst>
              </p:cNvPr>
              <p:cNvSpPr txBox="1"/>
              <p:nvPr/>
            </p:nvSpPr>
            <p:spPr>
              <a:xfrm>
                <a:off x="6205559" y="1981912"/>
                <a:ext cx="722979" cy="297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i+10</a:t>
                </a:r>
              </a:p>
            </p:txBody>
          </p:sp>
        </p:grp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210B90AF-5A9E-FB1B-B86C-0A725507F660}"/>
                </a:ext>
              </a:extLst>
            </p:cNvPr>
            <p:cNvGrpSpPr/>
            <p:nvPr/>
          </p:nvGrpSpPr>
          <p:grpSpPr>
            <a:xfrm>
              <a:off x="4254131" y="2752818"/>
              <a:ext cx="444020" cy="181773"/>
              <a:chOff x="2127644" y="2680260"/>
              <a:chExt cx="290283" cy="117039"/>
            </a:xfrm>
          </p:grpSpPr>
          <p:cxnSp>
            <p:nvCxnSpPr>
              <p:cNvPr id="138" name="직선 연결선 137">
                <a:extLst>
                  <a:ext uri="{FF2B5EF4-FFF2-40B4-BE49-F238E27FC236}">
                    <a16:creationId xmlns:a16="http://schemas.microsoft.com/office/drawing/2014/main" id="{EEA1859D-DACC-8643-A7F5-831A7FC7C5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7644" y="2730760"/>
                <a:ext cx="216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9" name="이등변 삼각형 138">
                <a:extLst>
                  <a:ext uri="{FF2B5EF4-FFF2-40B4-BE49-F238E27FC236}">
                    <a16:creationId xmlns:a16="http://schemas.microsoft.com/office/drawing/2014/main" id="{C1F6B308-1716-5EFF-111D-99E317BC67F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310110" y="2689482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</p:grp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56FD60B0-1FC5-7D9A-AD0E-F81804825B30}"/>
                </a:ext>
              </a:extLst>
            </p:cNvPr>
            <p:cNvGrpSpPr/>
            <p:nvPr/>
          </p:nvGrpSpPr>
          <p:grpSpPr>
            <a:xfrm>
              <a:off x="4628675" y="1819959"/>
              <a:ext cx="3173568" cy="3260229"/>
              <a:chOff x="7048102" y="1981712"/>
              <a:chExt cx="2074754" cy="2099175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80F49B-CB5A-E8EA-0EC5-5CA07623BFFC}"/>
                  </a:ext>
                </a:extLst>
              </p:cNvPr>
              <p:cNvSpPr txBox="1"/>
              <p:nvPr/>
            </p:nvSpPr>
            <p:spPr>
              <a:xfrm>
                <a:off x="7048102" y="3387295"/>
                <a:ext cx="1065924" cy="69359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LSTM1</a:t>
                </a:r>
              </a:p>
              <a:p>
                <a:pPr algn="ctr"/>
                <a:r>
                  <a:rPr lang="en-US" altLang="ko-KR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layer</a:t>
                </a:r>
                <a:endParaRPr lang="ko-KR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61" name="그룹 160">
                <a:extLst>
                  <a:ext uri="{FF2B5EF4-FFF2-40B4-BE49-F238E27FC236}">
                    <a16:creationId xmlns:a16="http://schemas.microsoft.com/office/drawing/2014/main" id="{6CC26E72-4EF8-E722-17AD-31DA77745EF3}"/>
                  </a:ext>
                </a:extLst>
              </p:cNvPr>
              <p:cNvGrpSpPr/>
              <p:nvPr/>
            </p:nvGrpSpPr>
            <p:grpSpPr>
              <a:xfrm>
                <a:off x="7148594" y="1981712"/>
                <a:ext cx="839337" cy="1339912"/>
                <a:chOff x="7242078" y="2023651"/>
                <a:chExt cx="839337" cy="1339912"/>
              </a:xfrm>
            </p:grpSpPr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D9AFD2D7-463B-3D32-94C3-250FEDE669EF}"/>
                    </a:ext>
                  </a:extLst>
                </p:cNvPr>
                <p:cNvSpPr/>
                <p:nvPr/>
              </p:nvSpPr>
              <p:spPr>
                <a:xfrm>
                  <a:off x="7242078" y="2023651"/>
                  <a:ext cx="839337" cy="1339912"/>
                </a:xfrm>
                <a:prstGeom prst="rect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3600"/>
                </a:p>
              </p:txBody>
            </p:sp>
            <p:grpSp>
              <p:nvGrpSpPr>
                <p:cNvPr id="160" name="그룹 159">
                  <a:extLst>
                    <a:ext uri="{FF2B5EF4-FFF2-40B4-BE49-F238E27FC236}">
                      <a16:creationId xmlns:a16="http://schemas.microsoft.com/office/drawing/2014/main" id="{367CE494-E197-252A-CB9B-C69F1741F106}"/>
                    </a:ext>
                  </a:extLst>
                </p:cNvPr>
                <p:cNvGrpSpPr/>
                <p:nvPr/>
              </p:nvGrpSpPr>
              <p:grpSpPr>
                <a:xfrm>
                  <a:off x="7273201" y="2313408"/>
                  <a:ext cx="777090" cy="323580"/>
                  <a:chOff x="7262552" y="2266273"/>
                  <a:chExt cx="777090" cy="323580"/>
                </a:xfrm>
              </p:grpSpPr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AC032D8F-98D6-AF28-392A-129EA866112A}"/>
                      </a:ext>
                    </a:extLst>
                  </p:cNvPr>
                  <p:cNvSpPr txBox="1"/>
                  <p:nvPr/>
                </p:nvSpPr>
                <p:spPr>
                  <a:xfrm>
                    <a:off x="7262552" y="2289564"/>
                    <a:ext cx="777090" cy="297254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LSTM</a:t>
                    </a:r>
                    <a:endParaRPr lang="ko-KR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1" name="직사각형 140">
                    <a:extLst>
                      <a:ext uri="{FF2B5EF4-FFF2-40B4-BE49-F238E27FC236}">
                        <a16:creationId xmlns:a16="http://schemas.microsoft.com/office/drawing/2014/main" id="{7B86BEEC-3B63-27D0-B127-3FFF5856148D}"/>
                      </a:ext>
                    </a:extLst>
                  </p:cNvPr>
                  <p:cNvSpPr/>
                  <p:nvPr/>
                </p:nvSpPr>
                <p:spPr>
                  <a:xfrm>
                    <a:off x="7295842" y="2266273"/>
                    <a:ext cx="710510" cy="323580"/>
                  </a:xfrm>
                  <a:prstGeom prst="rect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3600"/>
                  </a:p>
                </p:txBody>
              </p:sp>
            </p:grpSp>
            <p:grpSp>
              <p:nvGrpSpPr>
                <p:cNvPr id="159" name="그룹 158">
                  <a:extLst>
                    <a:ext uri="{FF2B5EF4-FFF2-40B4-BE49-F238E27FC236}">
                      <a16:creationId xmlns:a16="http://schemas.microsoft.com/office/drawing/2014/main" id="{F8EA7E8B-1EDF-4FFE-CCDC-418F0FE2C332}"/>
                    </a:ext>
                  </a:extLst>
                </p:cNvPr>
                <p:cNvGrpSpPr/>
                <p:nvPr/>
              </p:nvGrpSpPr>
              <p:grpSpPr>
                <a:xfrm>
                  <a:off x="7273202" y="2824136"/>
                  <a:ext cx="777089" cy="323580"/>
                  <a:chOff x="7261626" y="2871271"/>
                  <a:chExt cx="777089" cy="323580"/>
                </a:xfrm>
              </p:grpSpPr>
              <p:sp>
                <p:nvSpPr>
                  <p:cNvPr id="142" name="직사각형 141">
                    <a:extLst>
                      <a:ext uri="{FF2B5EF4-FFF2-40B4-BE49-F238E27FC236}">
                        <a16:creationId xmlns:a16="http://schemas.microsoft.com/office/drawing/2014/main" id="{A84460BE-8A06-67F4-E59E-7738BBBC1322}"/>
                      </a:ext>
                    </a:extLst>
                  </p:cNvPr>
                  <p:cNvSpPr/>
                  <p:nvPr/>
                </p:nvSpPr>
                <p:spPr>
                  <a:xfrm>
                    <a:off x="7294915" y="2871271"/>
                    <a:ext cx="710510" cy="323580"/>
                  </a:xfrm>
                  <a:prstGeom prst="rect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3600"/>
                  </a:p>
                </p:txBody>
              </p:sp>
              <p:sp>
                <p:nvSpPr>
                  <p:cNvPr id="143" name="TextBox 142">
                    <a:extLst>
                      <a:ext uri="{FF2B5EF4-FFF2-40B4-BE49-F238E27FC236}">
                        <a16:creationId xmlns:a16="http://schemas.microsoft.com/office/drawing/2014/main" id="{48E4995D-533C-CDAA-CCDA-EF793711739A}"/>
                      </a:ext>
                    </a:extLst>
                  </p:cNvPr>
                  <p:cNvSpPr txBox="1"/>
                  <p:nvPr/>
                </p:nvSpPr>
                <p:spPr>
                  <a:xfrm>
                    <a:off x="7261626" y="2894562"/>
                    <a:ext cx="777089" cy="297254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LSTM</a:t>
                    </a:r>
                    <a:endParaRPr lang="ko-KR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162" name="그룹 161">
                <a:extLst>
                  <a:ext uri="{FF2B5EF4-FFF2-40B4-BE49-F238E27FC236}">
                    <a16:creationId xmlns:a16="http://schemas.microsoft.com/office/drawing/2014/main" id="{17B7BF5B-F545-4FB3-D763-3BCBF652C919}"/>
                  </a:ext>
                </a:extLst>
              </p:cNvPr>
              <p:cNvGrpSpPr/>
              <p:nvPr/>
            </p:nvGrpSpPr>
            <p:grpSpPr>
              <a:xfrm>
                <a:off x="8223885" y="1981712"/>
                <a:ext cx="839337" cy="1339912"/>
                <a:chOff x="7242078" y="2023651"/>
                <a:chExt cx="839337" cy="1339912"/>
              </a:xfrm>
            </p:grpSpPr>
            <p:sp>
              <p:nvSpPr>
                <p:cNvPr id="163" name="직사각형 162">
                  <a:extLst>
                    <a:ext uri="{FF2B5EF4-FFF2-40B4-BE49-F238E27FC236}">
                      <a16:creationId xmlns:a16="http://schemas.microsoft.com/office/drawing/2014/main" id="{389CA0CB-0CE7-CDFE-5735-689AB51BE961}"/>
                    </a:ext>
                  </a:extLst>
                </p:cNvPr>
                <p:cNvSpPr/>
                <p:nvPr/>
              </p:nvSpPr>
              <p:spPr>
                <a:xfrm>
                  <a:off x="7242078" y="2023651"/>
                  <a:ext cx="839337" cy="1339912"/>
                </a:xfrm>
                <a:prstGeom prst="rect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3600"/>
                </a:p>
              </p:txBody>
            </p: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FF2C27CD-7627-1B3E-E197-302D7AC535EE}"/>
                    </a:ext>
                  </a:extLst>
                </p:cNvPr>
                <p:cNvGrpSpPr/>
                <p:nvPr/>
              </p:nvGrpSpPr>
              <p:grpSpPr>
                <a:xfrm>
                  <a:off x="7273201" y="2313408"/>
                  <a:ext cx="777090" cy="323580"/>
                  <a:chOff x="7262552" y="2266273"/>
                  <a:chExt cx="777090" cy="323580"/>
                </a:xfrm>
              </p:grpSpPr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4667551F-E6B6-B168-9EDC-BC18481C6887}"/>
                      </a:ext>
                    </a:extLst>
                  </p:cNvPr>
                  <p:cNvSpPr txBox="1"/>
                  <p:nvPr/>
                </p:nvSpPr>
                <p:spPr>
                  <a:xfrm>
                    <a:off x="7262552" y="2289564"/>
                    <a:ext cx="777090" cy="297254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LSTM</a:t>
                    </a:r>
                    <a:endParaRPr lang="ko-KR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9" name="직사각형 168">
                    <a:extLst>
                      <a:ext uri="{FF2B5EF4-FFF2-40B4-BE49-F238E27FC236}">
                        <a16:creationId xmlns:a16="http://schemas.microsoft.com/office/drawing/2014/main" id="{31D501D1-AB1B-CB1E-BD25-509A8CDEE396}"/>
                      </a:ext>
                    </a:extLst>
                  </p:cNvPr>
                  <p:cNvSpPr/>
                  <p:nvPr/>
                </p:nvSpPr>
                <p:spPr>
                  <a:xfrm>
                    <a:off x="7295842" y="2266273"/>
                    <a:ext cx="710510" cy="323580"/>
                  </a:xfrm>
                  <a:prstGeom prst="rect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3600"/>
                  </a:p>
                </p:txBody>
              </p:sp>
            </p:grpSp>
            <p:grpSp>
              <p:nvGrpSpPr>
                <p:cNvPr id="165" name="그룹 164">
                  <a:extLst>
                    <a:ext uri="{FF2B5EF4-FFF2-40B4-BE49-F238E27FC236}">
                      <a16:creationId xmlns:a16="http://schemas.microsoft.com/office/drawing/2014/main" id="{50F38009-614E-5B00-5B50-54E75DE3F862}"/>
                    </a:ext>
                  </a:extLst>
                </p:cNvPr>
                <p:cNvGrpSpPr/>
                <p:nvPr/>
              </p:nvGrpSpPr>
              <p:grpSpPr>
                <a:xfrm>
                  <a:off x="7273202" y="2824136"/>
                  <a:ext cx="777089" cy="323580"/>
                  <a:chOff x="7261626" y="2871271"/>
                  <a:chExt cx="777089" cy="323580"/>
                </a:xfrm>
              </p:grpSpPr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70951C5B-AF0B-5282-313C-670F144811A6}"/>
                      </a:ext>
                    </a:extLst>
                  </p:cNvPr>
                  <p:cNvSpPr/>
                  <p:nvPr/>
                </p:nvSpPr>
                <p:spPr>
                  <a:xfrm>
                    <a:off x="7294915" y="2871271"/>
                    <a:ext cx="710510" cy="323580"/>
                  </a:xfrm>
                  <a:prstGeom prst="rect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3600"/>
                  </a:p>
                </p:txBody>
              </p:sp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F49BB06A-A4DF-7717-5859-DCCEE2E239B5}"/>
                      </a:ext>
                    </a:extLst>
                  </p:cNvPr>
                  <p:cNvSpPr txBox="1"/>
                  <p:nvPr/>
                </p:nvSpPr>
                <p:spPr>
                  <a:xfrm>
                    <a:off x="7261626" y="2894562"/>
                    <a:ext cx="777089" cy="297254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2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LSTM</a:t>
                    </a:r>
                    <a:endParaRPr lang="ko-KR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406FB606-F54D-FBA1-E237-14BD96805E1A}"/>
                  </a:ext>
                </a:extLst>
              </p:cNvPr>
              <p:cNvSpPr txBox="1"/>
              <p:nvPr/>
            </p:nvSpPr>
            <p:spPr>
              <a:xfrm>
                <a:off x="8128088" y="3385811"/>
                <a:ext cx="994768" cy="69359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LSTM2</a:t>
                </a:r>
              </a:p>
              <a:p>
                <a:pPr algn="ctr"/>
                <a:r>
                  <a:rPr lang="en-US" altLang="ko-KR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layer</a:t>
                </a:r>
                <a:endParaRPr lang="ko-KR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0F54BC35-E7C6-0492-F1D3-CE0D1AAC2E9F}"/>
                </a:ext>
              </a:extLst>
            </p:cNvPr>
            <p:cNvGrpSpPr/>
            <p:nvPr/>
          </p:nvGrpSpPr>
          <p:grpSpPr>
            <a:xfrm>
              <a:off x="8441117" y="1066903"/>
              <a:ext cx="451453" cy="3569983"/>
              <a:chOff x="9021147" y="2018571"/>
              <a:chExt cx="295142" cy="2298618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E7644FB8-FDA4-BD9D-6FE8-8CC1AA669D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21147" y="2018571"/>
                <a:ext cx="291135" cy="291135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943BB779-58EA-6566-5785-F165D2FF30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25154" y="2492924"/>
                <a:ext cx="291135" cy="291135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3C1424AA-A98D-B473-B426-EE2377F9BF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21147" y="2967277"/>
                <a:ext cx="291135" cy="291135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8853CB41-DBB0-8342-F7CC-993E1DAA0A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21147" y="4026054"/>
                <a:ext cx="291135" cy="291135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12B11153-79E2-5864-8AB2-7663E182A0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50107" y="3411477"/>
                <a:ext cx="36000" cy="36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2A73E7A6-CF81-5493-9F58-B44199F63D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52207" y="3599533"/>
                <a:ext cx="36000" cy="36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id="{65DD49B9-F1BC-594B-434B-54C79131B8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52580" y="3839934"/>
                <a:ext cx="36000" cy="36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</p:grp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E87B7A61-9029-D395-7971-7487E81128B9}"/>
                </a:ext>
              </a:extLst>
            </p:cNvPr>
            <p:cNvSpPr txBox="1"/>
            <p:nvPr/>
          </p:nvSpPr>
          <p:spPr>
            <a:xfrm>
              <a:off x="6993509" y="5047880"/>
              <a:ext cx="3569540" cy="156966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fully connected layer</a:t>
              </a:r>
            </a:p>
            <a:p>
              <a:pPr algn="ctr"/>
              <a:r>
                <a:rPr lang="en-US" altLang="ko-K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(128)</a:t>
              </a:r>
            </a:p>
          </p:txBody>
        </p:sp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4CF0C322-8A69-CD8C-8AED-61E50AAA965D}"/>
                </a:ext>
              </a:extLst>
            </p:cNvPr>
            <p:cNvGrpSpPr/>
            <p:nvPr/>
          </p:nvGrpSpPr>
          <p:grpSpPr>
            <a:xfrm>
              <a:off x="7709915" y="2752168"/>
              <a:ext cx="444020" cy="181773"/>
              <a:chOff x="2127644" y="2680260"/>
              <a:chExt cx="290283" cy="117039"/>
            </a:xfrm>
          </p:grpSpPr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B5B7BF4C-FBCE-4378-49F1-020E7CEABE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7644" y="2730760"/>
                <a:ext cx="216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5" name="이등변 삼각형 174">
                <a:extLst>
                  <a:ext uri="{FF2B5EF4-FFF2-40B4-BE49-F238E27FC236}">
                    <a16:creationId xmlns:a16="http://schemas.microsoft.com/office/drawing/2014/main" id="{05904360-D04C-2D5C-7C59-21BD99C29BC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310110" y="2689482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538A3B5-A77C-63D3-C579-5A6CCFB904EE}"/>
                </a:ext>
              </a:extLst>
            </p:cNvPr>
            <p:cNvSpPr txBox="1"/>
            <p:nvPr/>
          </p:nvSpPr>
          <p:spPr>
            <a:xfrm>
              <a:off x="9749607" y="4098277"/>
              <a:ext cx="1770017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</a:t>
              </a:r>
            </a:p>
            <a:p>
              <a:pPr algn="ctr"/>
              <a:r>
                <a:rPr lang="en-US" altLang="ko-K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endParaRPr lang="ko-KR" altLang="en-US" sz="3200"/>
            </a:p>
          </p:txBody>
        </p:sp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id="{8622E9C3-5D43-7342-40CA-389926E12A79}"/>
                </a:ext>
              </a:extLst>
            </p:cNvPr>
            <p:cNvGrpSpPr/>
            <p:nvPr/>
          </p:nvGrpSpPr>
          <p:grpSpPr>
            <a:xfrm>
              <a:off x="9150826" y="2751688"/>
              <a:ext cx="803094" cy="181773"/>
              <a:chOff x="1979355" y="2680260"/>
              <a:chExt cx="525031" cy="117039"/>
            </a:xfrm>
          </p:grpSpPr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33EDFCF6-9E88-E39C-75E4-5F3BE5959F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79355" y="2730760"/>
                <a:ext cx="508289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8" name="이등변 삼각형 127">
                <a:extLst>
                  <a:ext uri="{FF2B5EF4-FFF2-40B4-BE49-F238E27FC236}">
                    <a16:creationId xmlns:a16="http://schemas.microsoft.com/office/drawing/2014/main" id="{7D3D5680-23E0-5584-3D66-8E372739404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396569" y="2689482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6D82ED6-E655-1CF9-EF35-6FE8A59BA11B}"/>
                </a:ext>
              </a:extLst>
            </p:cNvPr>
            <p:cNvSpPr txBox="1"/>
            <p:nvPr/>
          </p:nvSpPr>
          <p:spPr>
            <a:xfrm>
              <a:off x="8901223" y="2164146"/>
              <a:ext cx="1644432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softmax</a:t>
              </a:r>
              <a:endParaRPr lang="ko-KR" altLang="en-US" sz="32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F2673426-0770-F445-F3E9-A98C1C90BEA2}"/>
                </a:ext>
              </a:extLst>
            </p:cNvPr>
            <p:cNvGrpSpPr/>
            <p:nvPr/>
          </p:nvGrpSpPr>
          <p:grpSpPr>
            <a:xfrm>
              <a:off x="10380423" y="1857789"/>
              <a:ext cx="508419" cy="2039071"/>
              <a:chOff x="11162886" y="2232637"/>
              <a:chExt cx="332384" cy="1312904"/>
            </a:xfrm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DA97698E-97D5-A998-5A2C-C75BE2E3CA2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62886" y="2232637"/>
                <a:ext cx="332383" cy="332383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176" name="타원 175">
                <a:extLst>
                  <a:ext uri="{FF2B5EF4-FFF2-40B4-BE49-F238E27FC236}">
                    <a16:creationId xmlns:a16="http://schemas.microsoft.com/office/drawing/2014/main" id="{2DDC9A79-20A5-E250-BAAF-87ADBEE56A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62886" y="2722898"/>
                <a:ext cx="332383" cy="332383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  <p:sp>
            <p:nvSpPr>
              <p:cNvPr id="177" name="타원 176">
                <a:extLst>
                  <a:ext uri="{FF2B5EF4-FFF2-40B4-BE49-F238E27FC236}">
                    <a16:creationId xmlns:a16="http://schemas.microsoft.com/office/drawing/2014/main" id="{E81A4EAF-9228-D8B1-D1EE-6894A36B11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62887" y="3213158"/>
                <a:ext cx="332383" cy="332383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600"/>
              </a:p>
            </p:txBody>
          </p:sp>
        </p:grp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21CB0642-D292-EEB0-10EC-804EDF0A55DD}"/>
                </a:ext>
              </a:extLst>
            </p:cNvPr>
            <p:cNvGrpSpPr/>
            <p:nvPr/>
          </p:nvGrpSpPr>
          <p:grpSpPr>
            <a:xfrm>
              <a:off x="10987703" y="1847568"/>
              <a:ext cx="885009" cy="2118480"/>
              <a:chOff x="11530131" y="2109646"/>
              <a:chExt cx="578584" cy="1364033"/>
            </a:xfrm>
          </p:grpSpPr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89355519-72EE-DBEA-1774-9F52CD944E9B}"/>
                  </a:ext>
                </a:extLst>
              </p:cNvPr>
              <p:cNvSpPr txBox="1"/>
              <p:nvPr/>
            </p:nvSpPr>
            <p:spPr>
              <a:xfrm>
                <a:off x="11530131" y="2603402"/>
                <a:ext cx="578583" cy="376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3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DC</a:t>
                </a:r>
                <a:endParaRPr lang="ko-KR" altLang="en-US" sz="3200" b="1"/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6BD09862-B014-1DE6-0699-BF6BE4627953}"/>
                  </a:ext>
                </a:extLst>
              </p:cNvPr>
              <p:cNvSpPr txBox="1"/>
              <p:nvPr/>
            </p:nvSpPr>
            <p:spPr>
              <a:xfrm>
                <a:off x="11530132" y="3097158"/>
                <a:ext cx="578583" cy="376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3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IC</a:t>
                </a:r>
                <a:endParaRPr lang="ko-KR" altLang="en-US" sz="3200" b="1"/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4201E4CD-A3A4-6879-4101-8F676B94F259}"/>
                  </a:ext>
                </a:extLst>
              </p:cNvPr>
              <p:cNvSpPr txBox="1"/>
              <p:nvPr/>
            </p:nvSpPr>
            <p:spPr>
              <a:xfrm>
                <a:off x="11530135" y="2109646"/>
                <a:ext cx="545870" cy="376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3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LG</a:t>
                </a:r>
                <a:endParaRPr lang="ko-KR" altLang="en-US" sz="3200" b="1"/>
              </a:p>
            </p:txBody>
          </p:sp>
        </p:grpSp>
        <p:cxnSp>
          <p:nvCxnSpPr>
            <p:cNvPr id="189" name="직선 연결선 188">
              <a:extLst>
                <a:ext uri="{FF2B5EF4-FFF2-40B4-BE49-F238E27FC236}">
                  <a16:creationId xmlns:a16="http://schemas.microsoft.com/office/drawing/2014/main" id="{0DB9A0E8-0FA2-A427-C542-1A5AEA9ABF10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6066248" y="2808825"/>
              <a:ext cx="25450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0" name="이등변 삼각형 189">
              <a:extLst>
                <a:ext uri="{FF2B5EF4-FFF2-40B4-BE49-F238E27FC236}">
                  <a16:creationId xmlns:a16="http://schemas.microsoft.com/office/drawing/2014/main" id="{45320A5F-8524-CB4E-3DB1-AC1C20F2184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6268087" y="2745874"/>
              <a:ext cx="181773" cy="150812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/>
            </a:p>
          </p:txBody>
        </p:sp>
        <p:cxnSp>
          <p:nvCxnSpPr>
            <p:cNvPr id="194" name="직선 연결선 193">
              <a:extLst>
                <a:ext uri="{FF2B5EF4-FFF2-40B4-BE49-F238E27FC236}">
                  <a16:creationId xmlns:a16="http://schemas.microsoft.com/office/drawing/2014/main" id="{E2A04F57-1DF5-6479-3DEA-5B79EC3C9783}"/>
                </a:ext>
              </a:extLst>
            </p:cNvPr>
            <p:cNvCxnSpPr>
              <a:cxnSpLocks/>
            </p:cNvCxnSpPr>
            <p:nvPr/>
          </p:nvCxnSpPr>
          <p:spPr>
            <a:xfrm>
              <a:off x="1198346" y="784173"/>
              <a:ext cx="655608" cy="7946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96054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>
            <a:extLst>
              <a:ext uri="{FF2B5EF4-FFF2-40B4-BE49-F238E27FC236}">
                <a16:creationId xmlns:a16="http://schemas.microsoft.com/office/drawing/2014/main" id="{E9829687-8258-C108-56C7-4E4C47DB1E1E}"/>
              </a:ext>
            </a:extLst>
          </p:cNvPr>
          <p:cNvGrpSpPr/>
          <p:nvPr/>
        </p:nvGrpSpPr>
        <p:grpSpPr>
          <a:xfrm>
            <a:off x="-6106642" y="-2222021"/>
            <a:ext cx="16748781" cy="7883435"/>
            <a:chOff x="-6106642" y="-2222021"/>
            <a:chExt cx="16748781" cy="7883435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5AF09BC-5FF5-0ACD-6EDE-6949561E9C30}"/>
                </a:ext>
              </a:extLst>
            </p:cNvPr>
            <p:cNvSpPr txBox="1"/>
            <p:nvPr/>
          </p:nvSpPr>
          <p:spPr>
            <a:xfrm>
              <a:off x="558989" y="4213333"/>
              <a:ext cx="3569540" cy="70788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sequence</a:t>
              </a:r>
            </a:p>
            <a:p>
              <a:pPr algn="ctr"/>
              <a:r>
                <a: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(10,8)</a:t>
              </a:r>
            </a:p>
          </p:txBody>
        </p: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960B9D1D-240C-9B26-3614-51F5124915FC}"/>
                </a:ext>
              </a:extLst>
            </p:cNvPr>
            <p:cNvGrpSpPr/>
            <p:nvPr/>
          </p:nvGrpSpPr>
          <p:grpSpPr>
            <a:xfrm>
              <a:off x="1611366" y="1633977"/>
              <a:ext cx="2087773" cy="2031481"/>
              <a:chOff x="5582056" y="1927515"/>
              <a:chExt cx="1364904" cy="1308017"/>
            </a:xfrm>
          </p:grpSpPr>
          <p:grpSp>
            <p:nvGrpSpPr>
              <p:cNvPr id="133" name="그룹 132">
                <a:extLst>
                  <a:ext uri="{FF2B5EF4-FFF2-40B4-BE49-F238E27FC236}">
                    <a16:creationId xmlns:a16="http://schemas.microsoft.com/office/drawing/2014/main" id="{1578EB5B-77C6-78C2-212C-14B984B25FB8}"/>
                  </a:ext>
                </a:extLst>
              </p:cNvPr>
              <p:cNvGrpSpPr/>
              <p:nvPr/>
            </p:nvGrpSpPr>
            <p:grpSpPr>
              <a:xfrm>
                <a:off x="5582056" y="1947212"/>
                <a:ext cx="1187570" cy="1288320"/>
                <a:chOff x="5609639" y="1799574"/>
                <a:chExt cx="1187570" cy="1288320"/>
              </a:xfrm>
            </p:grpSpPr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4CBF8425-61A7-0802-0E73-26416FE197E6}"/>
                    </a:ext>
                  </a:extLst>
                </p:cNvPr>
                <p:cNvSpPr/>
                <p:nvPr/>
              </p:nvSpPr>
              <p:spPr>
                <a:xfrm>
                  <a:off x="6007940" y="1799574"/>
                  <a:ext cx="789269" cy="828990"/>
                </a:xfrm>
                <a:prstGeom prst="rect">
                  <a:avLst/>
                </a:prstGeom>
                <a:solidFill>
                  <a:schemeClr val="bg1"/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grpSp>
              <p:nvGrpSpPr>
                <p:cNvPr id="129" name="그룹 128">
                  <a:extLst>
                    <a:ext uri="{FF2B5EF4-FFF2-40B4-BE49-F238E27FC236}">
                      <a16:creationId xmlns:a16="http://schemas.microsoft.com/office/drawing/2014/main" id="{748DF8B7-33F0-0EDC-77D9-A30296D536FE}"/>
                    </a:ext>
                  </a:extLst>
                </p:cNvPr>
                <p:cNvGrpSpPr/>
                <p:nvPr/>
              </p:nvGrpSpPr>
              <p:grpSpPr>
                <a:xfrm>
                  <a:off x="5852002" y="2075914"/>
                  <a:ext cx="789269" cy="828990"/>
                  <a:chOff x="5309698" y="2273902"/>
                  <a:chExt cx="789269" cy="975538"/>
                </a:xfrm>
              </p:grpSpPr>
              <p:sp>
                <p:nvSpPr>
                  <p:cNvPr id="130" name="직사각형 129">
                    <a:extLst>
                      <a:ext uri="{FF2B5EF4-FFF2-40B4-BE49-F238E27FC236}">
                        <a16:creationId xmlns:a16="http://schemas.microsoft.com/office/drawing/2014/main" id="{B0A41AE3-2D88-66BE-E651-18580531F3A3}"/>
                      </a:ext>
                    </a:extLst>
                  </p:cNvPr>
                  <p:cNvSpPr/>
                  <p:nvPr/>
                </p:nvSpPr>
                <p:spPr>
                  <a:xfrm>
                    <a:off x="5309698" y="2273902"/>
                    <a:ext cx="789269" cy="97553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400"/>
                  </a:p>
                </p:txBody>
              </p:sp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BA8BBB67-3A5C-6A4F-7256-CC001C8AB26B}"/>
                      </a:ext>
                    </a:extLst>
                  </p:cNvPr>
                  <p:cNvSpPr txBox="1"/>
                  <p:nvPr/>
                </p:nvSpPr>
                <p:spPr>
                  <a:xfrm>
                    <a:off x="5309698" y="2373757"/>
                    <a:ext cx="789269" cy="377835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50000"/>
                      </a:lnSpc>
                    </a:pPr>
                    <a:endParaRPr lang="ko-KR" alt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06" name="그룹 105">
                  <a:extLst>
                    <a:ext uri="{FF2B5EF4-FFF2-40B4-BE49-F238E27FC236}">
                      <a16:creationId xmlns:a16="http://schemas.microsoft.com/office/drawing/2014/main" id="{218B3553-8401-2DC4-6980-BCB8EA2C3A71}"/>
                    </a:ext>
                  </a:extLst>
                </p:cNvPr>
                <p:cNvGrpSpPr/>
                <p:nvPr/>
              </p:nvGrpSpPr>
              <p:grpSpPr>
                <a:xfrm>
                  <a:off x="5740139" y="2169669"/>
                  <a:ext cx="789269" cy="828990"/>
                  <a:chOff x="5309698" y="2273902"/>
                  <a:chExt cx="789269" cy="975538"/>
                </a:xfrm>
              </p:grpSpPr>
              <p:sp>
                <p:nvSpPr>
                  <p:cNvPr id="107" name="직사각형 106">
                    <a:extLst>
                      <a:ext uri="{FF2B5EF4-FFF2-40B4-BE49-F238E27FC236}">
                        <a16:creationId xmlns:a16="http://schemas.microsoft.com/office/drawing/2014/main" id="{461DEEB1-C5E0-48F7-900E-A4284597EAEA}"/>
                      </a:ext>
                    </a:extLst>
                  </p:cNvPr>
                  <p:cNvSpPr/>
                  <p:nvPr/>
                </p:nvSpPr>
                <p:spPr>
                  <a:xfrm>
                    <a:off x="5309698" y="2273902"/>
                    <a:ext cx="789269" cy="97553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400"/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FA62B8E1-6F12-93E1-8028-D3363AA0CAA1}"/>
                      </a:ext>
                    </a:extLst>
                  </p:cNvPr>
                  <p:cNvSpPr txBox="1"/>
                  <p:nvPr/>
                </p:nvSpPr>
                <p:spPr>
                  <a:xfrm>
                    <a:off x="5309698" y="2373757"/>
                    <a:ext cx="789269" cy="377835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50000"/>
                      </a:lnSpc>
                    </a:pPr>
                    <a:endParaRPr lang="ko-KR" alt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67" name="그룹 66">
                  <a:extLst>
                    <a:ext uri="{FF2B5EF4-FFF2-40B4-BE49-F238E27FC236}">
                      <a16:creationId xmlns:a16="http://schemas.microsoft.com/office/drawing/2014/main" id="{E929E4FD-D4BC-A403-9B8B-59F2541582F8}"/>
                    </a:ext>
                  </a:extLst>
                </p:cNvPr>
                <p:cNvGrpSpPr/>
                <p:nvPr/>
              </p:nvGrpSpPr>
              <p:grpSpPr>
                <a:xfrm>
                  <a:off x="5609639" y="2258904"/>
                  <a:ext cx="789269" cy="828990"/>
                  <a:chOff x="5309698" y="2273902"/>
                  <a:chExt cx="789269" cy="975538"/>
                </a:xfrm>
              </p:grpSpPr>
              <p:sp>
                <p:nvSpPr>
                  <p:cNvPr id="65" name="직사각형 64">
                    <a:extLst>
                      <a:ext uri="{FF2B5EF4-FFF2-40B4-BE49-F238E27FC236}">
                        <a16:creationId xmlns:a16="http://schemas.microsoft.com/office/drawing/2014/main" id="{10281B24-F2B9-6EA8-AE29-F5F5C9D3855E}"/>
                      </a:ext>
                    </a:extLst>
                  </p:cNvPr>
                  <p:cNvSpPr/>
                  <p:nvPr/>
                </p:nvSpPr>
                <p:spPr>
                  <a:xfrm>
                    <a:off x="5309698" y="2273902"/>
                    <a:ext cx="789269" cy="97553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400"/>
                  </a:p>
                </p:txBody>
              </p:sp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62525222-FDD2-B14E-A900-998515BA0C09}"/>
                      </a:ext>
                    </a:extLst>
                  </p:cNvPr>
                  <p:cNvSpPr txBox="1"/>
                  <p:nvPr/>
                </p:nvSpPr>
                <p:spPr>
                  <a:xfrm>
                    <a:off x="5309698" y="2373757"/>
                    <a:ext cx="789269" cy="635328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50000"/>
                      </a:lnSpc>
                    </a:pPr>
                    <a:r>
                      <a:rPr lang="en-US" altLang="ko-KR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feature</a:t>
                    </a:r>
                  </a:p>
                  <a:p>
                    <a:pPr algn="ctr">
                      <a:lnSpc>
                        <a:spcPct val="150000"/>
                      </a:lnSpc>
                    </a:pPr>
                    <a:r>
                      <a:rPr lang="en-US" altLang="ko-KR" sz="14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frame (i)</a:t>
                    </a:r>
                    <a:endParaRPr lang="ko-KR" alt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01" name="그룹 100">
                  <a:extLst>
                    <a:ext uri="{FF2B5EF4-FFF2-40B4-BE49-F238E27FC236}">
                      <a16:creationId xmlns:a16="http://schemas.microsoft.com/office/drawing/2014/main" id="{BE71BD75-185B-0179-44C3-9C368B6BD6DF}"/>
                    </a:ext>
                  </a:extLst>
                </p:cNvPr>
                <p:cNvGrpSpPr/>
                <p:nvPr/>
              </p:nvGrpSpPr>
              <p:grpSpPr>
                <a:xfrm rot="2265892">
                  <a:off x="6279184" y="1928254"/>
                  <a:ext cx="36765" cy="121323"/>
                  <a:chOff x="7711612" y="5012590"/>
                  <a:chExt cx="36765" cy="121323"/>
                </a:xfrm>
              </p:grpSpPr>
              <p:sp>
                <p:nvSpPr>
                  <p:cNvPr id="99" name="타원 98">
                    <a:extLst>
                      <a:ext uri="{FF2B5EF4-FFF2-40B4-BE49-F238E27FC236}">
                        <a16:creationId xmlns:a16="http://schemas.microsoft.com/office/drawing/2014/main" id="{572B492C-B5C4-5F23-07BF-164C944ADF0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798471">
                    <a:off x="7712377" y="5012590"/>
                    <a:ext cx="36000" cy="36000"/>
                  </a:xfrm>
                  <a:prstGeom prst="ellipse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400"/>
                  </a:p>
                </p:txBody>
              </p:sp>
              <p:sp>
                <p:nvSpPr>
                  <p:cNvPr id="100" name="타원 99">
                    <a:extLst>
                      <a:ext uri="{FF2B5EF4-FFF2-40B4-BE49-F238E27FC236}">
                        <a16:creationId xmlns:a16="http://schemas.microsoft.com/office/drawing/2014/main" id="{E06D0150-82C6-F69C-2C8D-C523D12C178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798471">
                    <a:off x="7711612" y="5097913"/>
                    <a:ext cx="36000" cy="36000"/>
                  </a:xfrm>
                  <a:prstGeom prst="ellipse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400"/>
                  </a:p>
                </p:txBody>
              </p:sp>
            </p:grpSp>
          </p:grpSp>
          <p:sp>
            <p:nvSpPr>
              <p:cNvPr id="134" name="타원 133">
                <a:extLst>
                  <a:ext uri="{FF2B5EF4-FFF2-40B4-BE49-F238E27FC236}">
                    <a16:creationId xmlns:a16="http://schemas.microsoft.com/office/drawing/2014/main" id="{1B25CD48-4D2B-7F07-80BB-6A8A60F26CC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3064363">
                <a:off x="6333328" y="2011563"/>
                <a:ext cx="36000" cy="36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5DD47CDC-17A6-0087-330F-1F36B0644771}"/>
                  </a:ext>
                </a:extLst>
              </p:cNvPr>
              <p:cNvSpPr txBox="1"/>
              <p:nvPr/>
            </p:nvSpPr>
            <p:spPr>
              <a:xfrm>
                <a:off x="6223981" y="1927515"/>
                <a:ext cx="722979" cy="2179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i+10</a:t>
                </a:r>
              </a:p>
            </p:txBody>
          </p:sp>
        </p:grp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210B90AF-5A9E-FB1B-B86C-0A725507F660}"/>
                </a:ext>
              </a:extLst>
            </p:cNvPr>
            <p:cNvGrpSpPr/>
            <p:nvPr/>
          </p:nvGrpSpPr>
          <p:grpSpPr>
            <a:xfrm>
              <a:off x="3492473" y="2935636"/>
              <a:ext cx="444020" cy="181773"/>
              <a:chOff x="2127644" y="2680260"/>
              <a:chExt cx="290283" cy="117039"/>
            </a:xfrm>
          </p:grpSpPr>
          <p:cxnSp>
            <p:nvCxnSpPr>
              <p:cNvPr id="138" name="직선 연결선 137">
                <a:extLst>
                  <a:ext uri="{FF2B5EF4-FFF2-40B4-BE49-F238E27FC236}">
                    <a16:creationId xmlns:a16="http://schemas.microsoft.com/office/drawing/2014/main" id="{EEA1859D-DACC-8643-A7F5-831A7FC7C5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7644" y="2730760"/>
                <a:ext cx="216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9" name="이등변 삼각형 138">
                <a:extLst>
                  <a:ext uri="{FF2B5EF4-FFF2-40B4-BE49-F238E27FC236}">
                    <a16:creationId xmlns:a16="http://schemas.microsoft.com/office/drawing/2014/main" id="{C1F6B308-1716-5EFF-111D-99E317BC67F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310110" y="2689482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</p:grp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56FD60B0-1FC5-7D9A-AD0E-F81804825B30}"/>
                </a:ext>
              </a:extLst>
            </p:cNvPr>
            <p:cNvGrpSpPr/>
            <p:nvPr/>
          </p:nvGrpSpPr>
          <p:grpSpPr>
            <a:xfrm>
              <a:off x="3447253" y="2002776"/>
              <a:ext cx="4156848" cy="2637999"/>
              <a:chOff x="6773677" y="1981712"/>
              <a:chExt cx="2717584" cy="1698538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80F49B-CB5A-E8EA-0EC5-5CA07623BFFC}"/>
                  </a:ext>
                </a:extLst>
              </p:cNvPr>
              <p:cNvSpPr txBox="1"/>
              <p:nvPr/>
            </p:nvSpPr>
            <p:spPr>
              <a:xfrm>
                <a:off x="6773677" y="3413959"/>
                <a:ext cx="1628773" cy="25762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LSTM1 layer</a:t>
                </a:r>
                <a:endParaRPr lang="ko-KR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61" name="그룹 160">
                <a:extLst>
                  <a:ext uri="{FF2B5EF4-FFF2-40B4-BE49-F238E27FC236}">
                    <a16:creationId xmlns:a16="http://schemas.microsoft.com/office/drawing/2014/main" id="{6CC26E72-4EF8-E722-17AD-31DA77745EF3}"/>
                  </a:ext>
                </a:extLst>
              </p:cNvPr>
              <p:cNvGrpSpPr/>
              <p:nvPr/>
            </p:nvGrpSpPr>
            <p:grpSpPr>
              <a:xfrm>
                <a:off x="7148594" y="1981712"/>
                <a:ext cx="839337" cy="1339912"/>
                <a:chOff x="7242078" y="2023651"/>
                <a:chExt cx="839337" cy="1339912"/>
              </a:xfrm>
            </p:grpSpPr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D9AFD2D7-463B-3D32-94C3-250FEDE669EF}"/>
                    </a:ext>
                  </a:extLst>
                </p:cNvPr>
                <p:cNvSpPr/>
                <p:nvPr/>
              </p:nvSpPr>
              <p:spPr>
                <a:xfrm>
                  <a:off x="7242078" y="2023651"/>
                  <a:ext cx="839337" cy="1339912"/>
                </a:xfrm>
                <a:prstGeom prst="rect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grpSp>
              <p:nvGrpSpPr>
                <p:cNvPr id="160" name="그룹 159">
                  <a:extLst>
                    <a:ext uri="{FF2B5EF4-FFF2-40B4-BE49-F238E27FC236}">
                      <a16:creationId xmlns:a16="http://schemas.microsoft.com/office/drawing/2014/main" id="{367CE494-E197-252A-CB9B-C69F1741F106}"/>
                    </a:ext>
                  </a:extLst>
                </p:cNvPr>
                <p:cNvGrpSpPr/>
                <p:nvPr/>
              </p:nvGrpSpPr>
              <p:grpSpPr>
                <a:xfrm>
                  <a:off x="7273201" y="2313408"/>
                  <a:ext cx="777090" cy="323580"/>
                  <a:chOff x="7262552" y="2266273"/>
                  <a:chExt cx="777090" cy="323580"/>
                </a:xfrm>
              </p:grpSpPr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AC032D8F-98D6-AF28-392A-129EA866112A}"/>
                      </a:ext>
                    </a:extLst>
                  </p:cNvPr>
                  <p:cNvSpPr txBox="1"/>
                  <p:nvPr/>
                </p:nvSpPr>
                <p:spPr>
                  <a:xfrm>
                    <a:off x="7262552" y="2289564"/>
                    <a:ext cx="777090" cy="217986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LSTM</a:t>
                    </a:r>
                    <a:endParaRPr lang="ko-KR" alt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1" name="직사각형 140">
                    <a:extLst>
                      <a:ext uri="{FF2B5EF4-FFF2-40B4-BE49-F238E27FC236}">
                        <a16:creationId xmlns:a16="http://schemas.microsoft.com/office/drawing/2014/main" id="{7B86BEEC-3B63-27D0-B127-3FFF5856148D}"/>
                      </a:ext>
                    </a:extLst>
                  </p:cNvPr>
                  <p:cNvSpPr/>
                  <p:nvPr/>
                </p:nvSpPr>
                <p:spPr>
                  <a:xfrm>
                    <a:off x="7295842" y="2266273"/>
                    <a:ext cx="710510" cy="323580"/>
                  </a:xfrm>
                  <a:prstGeom prst="rect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400"/>
                  </a:p>
                </p:txBody>
              </p:sp>
            </p:grpSp>
            <p:grpSp>
              <p:nvGrpSpPr>
                <p:cNvPr id="159" name="그룹 158">
                  <a:extLst>
                    <a:ext uri="{FF2B5EF4-FFF2-40B4-BE49-F238E27FC236}">
                      <a16:creationId xmlns:a16="http://schemas.microsoft.com/office/drawing/2014/main" id="{F8EA7E8B-1EDF-4FFE-CCDC-418F0FE2C332}"/>
                    </a:ext>
                  </a:extLst>
                </p:cNvPr>
                <p:cNvGrpSpPr/>
                <p:nvPr/>
              </p:nvGrpSpPr>
              <p:grpSpPr>
                <a:xfrm>
                  <a:off x="7273202" y="2824136"/>
                  <a:ext cx="777089" cy="323580"/>
                  <a:chOff x="7261626" y="2871271"/>
                  <a:chExt cx="777089" cy="323580"/>
                </a:xfrm>
              </p:grpSpPr>
              <p:sp>
                <p:nvSpPr>
                  <p:cNvPr id="142" name="직사각형 141">
                    <a:extLst>
                      <a:ext uri="{FF2B5EF4-FFF2-40B4-BE49-F238E27FC236}">
                        <a16:creationId xmlns:a16="http://schemas.microsoft.com/office/drawing/2014/main" id="{A84460BE-8A06-67F4-E59E-7738BBBC1322}"/>
                      </a:ext>
                    </a:extLst>
                  </p:cNvPr>
                  <p:cNvSpPr/>
                  <p:nvPr/>
                </p:nvSpPr>
                <p:spPr>
                  <a:xfrm>
                    <a:off x="7294915" y="2871271"/>
                    <a:ext cx="710510" cy="323580"/>
                  </a:xfrm>
                  <a:prstGeom prst="rect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400"/>
                  </a:p>
                </p:txBody>
              </p:sp>
              <p:sp>
                <p:nvSpPr>
                  <p:cNvPr id="143" name="TextBox 142">
                    <a:extLst>
                      <a:ext uri="{FF2B5EF4-FFF2-40B4-BE49-F238E27FC236}">
                        <a16:creationId xmlns:a16="http://schemas.microsoft.com/office/drawing/2014/main" id="{48E4995D-533C-CDAA-CCDA-EF793711739A}"/>
                      </a:ext>
                    </a:extLst>
                  </p:cNvPr>
                  <p:cNvSpPr txBox="1"/>
                  <p:nvPr/>
                </p:nvSpPr>
                <p:spPr>
                  <a:xfrm>
                    <a:off x="7261626" y="2894562"/>
                    <a:ext cx="777089" cy="217986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LSTM</a:t>
                    </a:r>
                    <a:endParaRPr lang="ko-KR" alt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162" name="그룹 161">
                <a:extLst>
                  <a:ext uri="{FF2B5EF4-FFF2-40B4-BE49-F238E27FC236}">
                    <a16:creationId xmlns:a16="http://schemas.microsoft.com/office/drawing/2014/main" id="{17B7BF5B-F545-4FB3-D763-3BCBF652C919}"/>
                  </a:ext>
                </a:extLst>
              </p:cNvPr>
              <p:cNvGrpSpPr/>
              <p:nvPr/>
            </p:nvGrpSpPr>
            <p:grpSpPr>
              <a:xfrm>
                <a:off x="8223885" y="1981712"/>
                <a:ext cx="839337" cy="1339912"/>
                <a:chOff x="7242078" y="2023651"/>
                <a:chExt cx="839337" cy="1339912"/>
              </a:xfrm>
            </p:grpSpPr>
            <p:sp>
              <p:nvSpPr>
                <p:cNvPr id="163" name="직사각형 162">
                  <a:extLst>
                    <a:ext uri="{FF2B5EF4-FFF2-40B4-BE49-F238E27FC236}">
                      <a16:creationId xmlns:a16="http://schemas.microsoft.com/office/drawing/2014/main" id="{389CA0CB-0CE7-CDFE-5735-689AB51BE961}"/>
                    </a:ext>
                  </a:extLst>
                </p:cNvPr>
                <p:cNvSpPr/>
                <p:nvPr/>
              </p:nvSpPr>
              <p:spPr>
                <a:xfrm>
                  <a:off x="7242078" y="2023651"/>
                  <a:ext cx="839337" cy="1339912"/>
                </a:xfrm>
                <a:prstGeom prst="rect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FF2C27CD-7627-1B3E-E197-302D7AC535EE}"/>
                    </a:ext>
                  </a:extLst>
                </p:cNvPr>
                <p:cNvGrpSpPr/>
                <p:nvPr/>
              </p:nvGrpSpPr>
              <p:grpSpPr>
                <a:xfrm>
                  <a:off x="7273201" y="2313408"/>
                  <a:ext cx="777090" cy="323580"/>
                  <a:chOff x="7262552" y="2266273"/>
                  <a:chExt cx="777090" cy="323580"/>
                </a:xfrm>
              </p:grpSpPr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4667551F-E6B6-B168-9EDC-BC18481C6887}"/>
                      </a:ext>
                    </a:extLst>
                  </p:cNvPr>
                  <p:cNvSpPr txBox="1"/>
                  <p:nvPr/>
                </p:nvSpPr>
                <p:spPr>
                  <a:xfrm>
                    <a:off x="7262552" y="2289564"/>
                    <a:ext cx="777090" cy="217986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LSTM</a:t>
                    </a:r>
                    <a:endParaRPr lang="ko-KR" alt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9" name="직사각형 168">
                    <a:extLst>
                      <a:ext uri="{FF2B5EF4-FFF2-40B4-BE49-F238E27FC236}">
                        <a16:creationId xmlns:a16="http://schemas.microsoft.com/office/drawing/2014/main" id="{31D501D1-AB1B-CB1E-BD25-509A8CDEE396}"/>
                      </a:ext>
                    </a:extLst>
                  </p:cNvPr>
                  <p:cNvSpPr/>
                  <p:nvPr/>
                </p:nvSpPr>
                <p:spPr>
                  <a:xfrm>
                    <a:off x="7295842" y="2266273"/>
                    <a:ext cx="710510" cy="323580"/>
                  </a:xfrm>
                  <a:prstGeom prst="rect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400"/>
                  </a:p>
                </p:txBody>
              </p:sp>
            </p:grpSp>
            <p:grpSp>
              <p:nvGrpSpPr>
                <p:cNvPr id="165" name="그룹 164">
                  <a:extLst>
                    <a:ext uri="{FF2B5EF4-FFF2-40B4-BE49-F238E27FC236}">
                      <a16:creationId xmlns:a16="http://schemas.microsoft.com/office/drawing/2014/main" id="{50F38009-614E-5B00-5B50-54E75DE3F862}"/>
                    </a:ext>
                  </a:extLst>
                </p:cNvPr>
                <p:cNvGrpSpPr/>
                <p:nvPr/>
              </p:nvGrpSpPr>
              <p:grpSpPr>
                <a:xfrm>
                  <a:off x="7273202" y="2824136"/>
                  <a:ext cx="777089" cy="323580"/>
                  <a:chOff x="7261626" y="2871271"/>
                  <a:chExt cx="777089" cy="323580"/>
                </a:xfrm>
              </p:grpSpPr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70951C5B-AF0B-5282-313C-670F144811A6}"/>
                      </a:ext>
                    </a:extLst>
                  </p:cNvPr>
                  <p:cNvSpPr/>
                  <p:nvPr/>
                </p:nvSpPr>
                <p:spPr>
                  <a:xfrm>
                    <a:off x="7294915" y="2871271"/>
                    <a:ext cx="710510" cy="323580"/>
                  </a:xfrm>
                  <a:prstGeom prst="rect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400"/>
                  </a:p>
                </p:txBody>
              </p:sp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F49BB06A-A4DF-7717-5859-DCCEE2E239B5}"/>
                      </a:ext>
                    </a:extLst>
                  </p:cNvPr>
                  <p:cNvSpPr txBox="1"/>
                  <p:nvPr/>
                </p:nvSpPr>
                <p:spPr>
                  <a:xfrm>
                    <a:off x="7261626" y="2894562"/>
                    <a:ext cx="777089" cy="217986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LSTM</a:t>
                    </a:r>
                    <a:endParaRPr lang="ko-KR" altLang="en-US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406FB606-F54D-FBA1-E237-14BD96805E1A}"/>
                  </a:ext>
                </a:extLst>
              </p:cNvPr>
              <p:cNvSpPr txBox="1"/>
              <p:nvPr/>
            </p:nvSpPr>
            <p:spPr>
              <a:xfrm>
                <a:off x="7862488" y="3422630"/>
                <a:ext cx="1628773" cy="25762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LSTM2 layer</a:t>
                </a:r>
                <a:endParaRPr lang="ko-KR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0F54BC35-E7C6-0492-F1D3-CE0D1AAC2E9F}"/>
                </a:ext>
              </a:extLst>
            </p:cNvPr>
            <p:cNvGrpSpPr/>
            <p:nvPr/>
          </p:nvGrpSpPr>
          <p:grpSpPr>
            <a:xfrm>
              <a:off x="7679459" y="1249721"/>
              <a:ext cx="451453" cy="3569983"/>
              <a:chOff x="9021147" y="2018571"/>
              <a:chExt cx="295142" cy="2298618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E7644FB8-FDA4-BD9D-6FE8-8CC1AA669D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21147" y="2018571"/>
                <a:ext cx="291135" cy="291135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943BB779-58EA-6566-5785-F165D2FF30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25154" y="2492924"/>
                <a:ext cx="291135" cy="291135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3C1424AA-A98D-B473-B426-EE2377F9BF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21147" y="2967277"/>
                <a:ext cx="291135" cy="291135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8853CB41-DBB0-8342-F7CC-993E1DAA0A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21147" y="4026054"/>
                <a:ext cx="291135" cy="291135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12B11153-79E2-5864-8AB2-7663E182A0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50107" y="3411477"/>
                <a:ext cx="36000" cy="36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2A73E7A6-CF81-5493-9F58-B44199F63D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52207" y="3599533"/>
                <a:ext cx="36000" cy="36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id="{65DD49B9-F1BC-594B-434B-54C79131B8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52580" y="3839934"/>
                <a:ext cx="36000" cy="36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</p:grp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E87B7A61-9029-D395-7971-7487E81128B9}"/>
                </a:ext>
              </a:extLst>
            </p:cNvPr>
            <p:cNvSpPr txBox="1"/>
            <p:nvPr/>
          </p:nvSpPr>
          <p:spPr>
            <a:xfrm>
              <a:off x="6117351" y="4953528"/>
              <a:ext cx="3569540" cy="70788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fully connected layer</a:t>
              </a:r>
            </a:p>
            <a:p>
              <a:pPr algn="ctr"/>
              <a:r>
                <a: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(128)</a:t>
              </a:r>
            </a:p>
          </p:txBody>
        </p:sp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4CF0C322-8A69-CD8C-8AED-61E50AAA965D}"/>
                </a:ext>
              </a:extLst>
            </p:cNvPr>
            <p:cNvGrpSpPr/>
            <p:nvPr/>
          </p:nvGrpSpPr>
          <p:grpSpPr>
            <a:xfrm>
              <a:off x="6948257" y="2934986"/>
              <a:ext cx="444020" cy="181773"/>
              <a:chOff x="2127644" y="2680260"/>
              <a:chExt cx="290283" cy="117039"/>
            </a:xfrm>
          </p:grpSpPr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B5B7BF4C-FBCE-4378-49F1-020E7CEABE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7644" y="2730760"/>
                <a:ext cx="216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5" name="이등변 삼각형 174">
                <a:extLst>
                  <a:ext uri="{FF2B5EF4-FFF2-40B4-BE49-F238E27FC236}">
                    <a16:creationId xmlns:a16="http://schemas.microsoft.com/office/drawing/2014/main" id="{05904360-D04C-2D5C-7C59-21BD99C29BC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310110" y="2689482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538A3B5-A77C-63D3-C579-5A6CCFB904EE}"/>
                </a:ext>
              </a:extLst>
            </p:cNvPr>
            <p:cNvSpPr txBox="1"/>
            <p:nvPr/>
          </p:nvSpPr>
          <p:spPr>
            <a:xfrm>
              <a:off x="8678556" y="4244586"/>
              <a:ext cx="1770017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</a:t>
              </a:r>
            </a:p>
            <a:p>
              <a:pPr algn="ctr"/>
              <a:r>
                <a: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endParaRPr lang="ko-KR" altLang="en-US" sz="2000"/>
            </a:p>
          </p:txBody>
        </p:sp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id="{8622E9C3-5D43-7342-40CA-389926E12A79}"/>
                </a:ext>
              </a:extLst>
            </p:cNvPr>
            <p:cNvGrpSpPr/>
            <p:nvPr/>
          </p:nvGrpSpPr>
          <p:grpSpPr>
            <a:xfrm>
              <a:off x="8389168" y="2934506"/>
              <a:ext cx="803094" cy="181773"/>
              <a:chOff x="1979355" y="2680260"/>
              <a:chExt cx="525031" cy="117039"/>
            </a:xfrm>
          </p:grpSpPr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33EDFCF6-9E88-E39C-75E4-5F3BE5959F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79355" y="2730760"/>
                <a:ext cx="508289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8" name="이등변 삼각형 127">
                <a:extLst>
                  <a:ext uri="{FF2B5EF4-FFF2-40B4-BE49-F238E27FC236}">
                    <a16:creationId xmlns:a16="http://schemas.microsoft.com/office/drawing/2014/main" id="{7D3D5680-23E0-5584-3D66-8E372739404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396569" y="2689482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6D82ED6-E655-1CF9-EF35-6FE8A59BA11B}"/>
                </a:ext>
              </a:extLst>
            </p:cNvPr>
            <p:cNvSpPr txBox="1"/>
            <p:nvPr/>
          </p:nvSpPr>
          <p:spPr>
            <a:xfrm>
              <a:off x="8176836" y="2417282"/>
              <a:ext cx="12841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softmax</a:t>
              </a:r>
              <a:endParaRPr lang="ko-KR" altLang="en-US" sz="20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F2673426-0770-F445-F3E9-A98C1C90BEA2}"/>
                </a:ext>
              </a:extLst>
            </p:cNvPr>
            <p:cNvGrpSpPr/>
            <p:nvPr/>
          </p:nvGrpSpPr>
          <p:grpSpPr>
            <a:xfrm>
              <a:off x="9309359" y="2048871"/>
              <a:ext cx="508545" cy="2039071"/>
              <a:chOff x="10960694" y="2237958"/>
              <a:chExt cx="332469" cy="1312904"/>
            </a:xfrm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DA97698E-97D5-A998-5A2C-C75BE2E3CA2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60780" y="2237958"/>
                <a:ext cx="332383" cy="332383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176" name="타원 175">
                <a:extLst>
                  <a:ext uri="{FF2B5EF4-FFF2-40B4-BE49-F238E27FC236}">
                    <a16:creationId xmlns:a16="http://schemas.microsoft.com/office/drawing/2014/main" id="{2DDC9A79-20A5-E250-BAAF-87ADBEE56A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60759" y="2728219"/>
                <a:ext cx="332383" cy="332383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177" name="타원 176">
                <a:extLst>
                  <a:ext uri="{FF2B5EF4-FFF2-40B4-BE49-F238E27FC236}">
                    <a16:creationId xmlns:a16="http://schemas.microsoft.com/office/drawing/2014/main" id="{E81A4EAF-9228-D8B1-D1EE-6894A36B11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60694" y="3218479"/>
                <a:ext cx="332383" cy="332383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</p:grp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21CB0642-D292-EEB0-10EC-804EDF0A55DD}"/>
                </a:ext>
              </a:extLst>
            </p:cNvPr>
            <p:cNvGrpSpPr/>
            <p:nvPr/>
          </p:nvGrpSpPr>
          <p:grpSpPr>
            <a:xfrm>
              <a:off x="9757057" y="2053161"/>
              <a:ext cx="885082" cy="1933815"/>
              <a:chOff x="11223551" y="2124312"/>
              <a:chExt cx="578633" cy="1245133"/>
            </a:xfrm>
          </p:grpSpPr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89355519-72EE-DBEA-1774-9F52CD944E9B}"/>
                  </a:ext>
                </a:extLst>
              </p:cNvPr>
              <p:cNvSpPr txBox="1"/>
              <p:nvPr/>
            </p:nvSpPr>
            <p:spPr>
              <a:xfrm>
                <a:off x="11223601" y="2618068"/>
                <a:ext cx="578583" cy="2576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DC</a:t>
                </a:r>
                <a:endParaRPr lang="ko-KR" altLang="en-US" sz="2000" b="1"/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6BD09862-B014-1DE6-0699-BF6BE4627953}"/>
                  </a:ext>
                </a:extLst>
              </p:cNvPr>
              <p:cNvSpPr txBox="1"/>
              <p:nvPr/>
            </p:nvSpPr>
            <p:spPr>
              <a:xfrm>
                <a:off x="11223576" y="3111825"/>
                <a:ext cx="578583" cy="2576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IC</a:t>
                </a:r>
                <a:endParaRPr lang="ko-KR" altLang="en-US" sz="2000" b="1"/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4201E4CD-A3A4-6879-4101-8F676B94F259}"/>
                  </a:ext>
                </a:extLst>
              </p:cNvPr>
              <p:cNvSpPr txBox="1"/>
              <p:nvPr/>
            </p:nvSpPr>
            <p:spPr>
              <a:xfrm>
                <a:off x="11223551" y="2124312"/>
                <a:ext cx="545870" cy="2576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LG</a:t>
                </a:r>
                <a:endParaRPr lang="ko-KR" altLang="en-US" sz="2000" b="1"/>
              </a:p>
            </p:txBody>
          </p:sp>
        </p:grpSp>
        <p:cxnSp>
          <p:nvCxnSpPr>
            <p:cNvPr id="189" name="직선 연결선 188">
              <a:extLst>
                <a:ext uri="{FF2B5EF4-FFF2-40B4-BE49-F238E27FC236}">
                  <a16:creationId xmlns:a16="http://schemas.microsoft.com/office/drawing/2014/main" id="{0DB9A0E8-0FA2-A427-C542-1A5AEA9ABF10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5304590" y="2991643"/>
              <a:ext cx="25450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0" name="이등변 삼각형 189">
              <a:extLst>
                <a:ext uri="{FF2B5EF4-FFF2-40B4-BE49-F238E27FC236}">
                  <a16:creationId xmlns:a16="http://schemas.microsoft.com/office/drawing/2014/main" id="{45320A5F-8524-CB4E-3DB1-AC1C20F2184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5506429" y="2928692"/>
              <a:ext cx="181773" cy="150812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026BAA67-F0E0-5F26-1847-55CDFA3FF9A3}"/>
                </a:ext>
              </a:extLst>
            </p:cNvPr>
            <p:cNvGrpSpPr/>
            <p:nvPr/>
          </p:nvGrpSpPr>
          <p:grpSpPr>
            <a:xfrm>
              <a:off x="-6106642" y="-2222021"/>
              <a:ext cx="7705937" cy="5929495"/>
              <a:chOff x="-9365941" y="1999658"/>
              <a:chExt cx="7705937" cy="5929495"/>
            </a:xfrm>
          </p:grpSpPr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5BD60F2D-FA8A-6A59-5ADF-7C88A1D7B28D}"/>
                  </a:ext>
                </a:extLst>
              </p:cNvPr>
              <p:cNvGrpSpPr/>
              <p:nvPr/>
            </p:nvGrpSpPr>
            <p:grpSpPr>
              <a:xfrm>
                <a:off x="-4853290" y="4083649"/>
                <a:ext cx="1919420" cy="1101608"/>
                <a:chOff x="2028344" y="1981616"/>
                <a:chExt cx="1628775" cy="1400175"/>
              </a:xfrm>
            </p:grpSpPr>
            <p:sp>
              <p:nvSpPr>
                <p:cNvPr id="3" name="직사각형 2">
                  <a:extLst>
                    <a:ext uri="{FF2B5EF4-FFF2-40B4-BE49-F238E27FC236}">
                      <a16:creationId xmlns:a16="http://schemas.microsoft.com/office/drawing/2014/main" id="{42C8BBF4-636B-6A6A-53D3-5DE7070FBAE7}"/>
                    </a:ext>
                  </a:extLst>
                </p:cNvPr>
                <p:cNvSpPr/>
                <p:nvPr/>
              </p:nvSpPr>
              <p:spPr>
                <a:xfrm>
                  <a:off x="2028344" y="1981616"/>
                  <a:ext cx="1628775" cy="1400175"/>
                </a:xfrm>
                <a:prstGeom prst="rect">
                  <a:avLst/>
                </a:prstGeom>
                <a:solidFill>
                  <a:schemeClr val="bg1"/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79E5B548-CAC2-7F22-B50B-B0B0F335891A}"/>
                    </a:ext>
                  </a:extLst>
                </p:cNvPr>
                <p:cNvSpPr txBox="1"/>
                <p:nvPr/>
              </p:nvSpPr>
              <p:spPr>
                <a:xfrm>
                  <a:off x="2099541" y="2349612"/>
                  <a:ext cx="1486380" cy="50855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2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YOLOv8</a:t>
                  </a:r>
                  <a:endParaRPr lang="ko-KR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90B430-1810-6086-0448-3897AC9592D1}"/>
                  </a:ext>
                </a:extLst>
              </p:cNvPr>
              <p:cNvSpPr txBox="1"/>
              <p:nvPr/>
            </p:nvSpPr>
            <p:spPr>
              <a:xfrm>
                <a:off x="-7283444" y="2408962"/>
                <a:ext cx="2273587" cy="6463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image</a:t>
                </a:r>
              </a:p>
              <a:p>
                <a:pPr algn="ctr"/>
                <a:r>
                  <a:rPr lang="en-US" altLang="ko-KR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frame (i)</a:t>
                </a:r>
                <a:endParaRPr lang="ko-KR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5C832D-80AB-22B1-4979-368E5D5F2F1C}"/>
                  </a:ext>
                </a:extLst>
              </p:cNvPr>
              <p:cNvSpPr txBox="1"/>
              <p:nvPr/>
            </p:nvSpPr>
            <p:spPr>
              <a:xfrm>
                <a:off x="-7283445" y="4274501"/>
                <a:ext cx="2273587" cy="70788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environment classification</a:t>
                </a:r>
                <a:endParaRPr lang="ko-KR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82E8A20-D055-8F88-5FAA-F8B3BB063BA1}"/>
                  </a:ext>
                </a:extLst>
              </p:cNvPr>
              <p:cNvSpPr txBox="1"/>
              <p:nvPr/>
            </p:nvSpPr>
            <p:spPr>
              <a:xfrm>
                <a:off x="-9365941" y="5622212"/>
                <a:ext cx="3569540" cy="7251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feature (8)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[class probability, top 1 class]</a:t>
                </a:r>
              </a:p>
            </p:txBody>
          </p:sp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FA822310-C0D6-62B9-FE48-D0181D110EAE}"/>
                  </a:ext>
                </a:extLst>
              </p:cNvPr>
              <p:cNvGrpSpPr/>
              <p:nvPr/>
            </p:nvGrpSpPr>
            <p:grpSpPr>
              <a:xfrm rot="5400000">
                <a:off x="-4115496" y="3673985"/>
                <a:ext cx="372456" cy="4538529"/>
                <a:chOff x="4357078" y="1223513"/>
                <a:chExt cx="243497" cy="2922239"/>
              </a:xfrm>
            </p:grpSpPr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A6E8B9A8-400A-1408-20AD-2D2214F0EF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57078" y="1223513"/>
                  <a:ext cx="243497" cy="24349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B122373A-F9AB-151B-15DD-CB52C972079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57078" y="1606190"/>
                  <a:ext cx="243497" cy="24349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16" name="타원 15">
                  <a:extLst>
                    <a:ext uri="{FF2B5EF4-FFF2-40B4-BE49-F238E27FC236}">
                      <a16:creationId xmlns:a16="http://schemas.microsoft.com/office/drawing/2014/main" id="{36EC1436-209F-A2A7-1502-77D3461851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57078" y="1988867"/>
                  <a:ext cx="243497" cy="24349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38E5BBCC-9E49-93DC-8F0A-348A4858B63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57078" y="2371544"/>
                  <a:ext cx="243497" cy="24349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AFE086E2-D38E-A417-BFF6-49685B86D7F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57078" y="2754221"/>
                  <a:ext cx="243497" cy="24349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3DF32C0A-44C5-09D2-88B8-AD1BBAF05A4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57078" y="3519575"/>
                  <a:ext cx="243497" cy="24349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22" name="타원 21">
                  <a:extLst>
                    <a:ext uri="{FF2B5EF4-FFF2-40B4-BE49-F238E27FC236}">
                      <a16:creationId xmlns:a16="http://schemas.microsoft.com/office/drawing/2014/main" id="{9C0DCA3D-319E-EECC-ED4B-81764228BEF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57078" y="3902255"/>
                  <a:ext cx="243497" cy="24349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27" name="타원 26">
                  <a:extLst>
                    <a:ext uri="{FF2B5EF4-FFF2-40B4-BE49-F238E27FC236}">
                      <a16:creationId xmlns:a16="http://schemas.microsoft.com/office/drawing/2014/main" id="{C4E2E963-EBC5-FC8B-CACF-D7C538D04F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57078" y="3136898"/>
                  <a:ext cx="243497" cy="24349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</p:grpSp>
          <p:pic>
            <p:nvPicPr>
              <p:cNvPr id="83" name="그림 82" descr="신발류, 사람, 청바지, 신발이(가) 표시된 사진&#10;&#10;자동 생성된 설명">
                <a:extLst>
                  <a:ext uri="{FF2B5EF4-FFF2-40B4-BE49-F238E27FC236}">
                    <a16:creationId xmlns:a16="http://schemas.microsoft.com/office/drawing/2014/main" id="{85F95A1E-3332-E0C2-ED53-E2CE820C72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5299064" y="1999658"/>
                <a:ext cx="2739594" cy="1564686"/>
              </a:xfrm>
              <a:prstGeom prst="rect">
                <a:avLst/>
              </a:prstGeom>
            </p:spPr>
          </p:pic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9B40A798-EC80-4823-1F51-8B5594FDFE3C}"/>
                  </a:ext>
                </a:extLst>
              </p:cNvPr>
              <p:cNvGrpSpPr/>
              <p:nvPr/>
            </p:nvGrpSpPr>
            <p:grpSpPr>
              <a:xfrm rot="5400000">
                <a:off x="-4221385" y="4617618"/>
                <a:ext cx="655608" cy="4048060"/>
                <a:chOff x="1198346" y="784173"/>
                <a:chExt cx="655608" cy="4048060"/>
              </a:xfrm>
            </p:grpSpPr>
            <p:cxnSp>
              <p:nvCxnSpPr>
                <p:cNvPr id="124" name="직선 연결선 123">
                  <a:extLst>
                    <a:ext uri="{FF2B5EF4-FFF2-40B4-BE49-F238E27FC236}">
                      <a16:creationId xmlns:a16="http://schemas.microsoft.com/office/drawing/2014/main" id="{3C92D7F4-5126-1339-CD3A-7A93062AC9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98346" y="4037575"/>
                  <a:ext cx="655608" cy="79465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E2A04F57-1DF5-6479-3DEA-5B79EC3C97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8346" y="784173"/>
                  <a:ext cx="655608" cy="79465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03890B4F-3E00-95C8-2FA5-909B7E2D3BFB}"/>
                  </a:ext>
                </a:extLst>
              </p:cNvPr>
              <p:cNvGrpSpPr/>
              <p:nvPr/>
            </p:nvGrpSpPr>
            <p:grpSpPr>
              <a:xfrm rot="5400000">
                <a:off x="-4145201" y="3765281"/>
                <a:ext cx="440235" cy="150814"/>
                <a:chOff x="2216578" y="2680260"/>
                <a:chExt cx="287808" cy="117039"/>
              </a:xfrm>
            </p:grpSpPr>
            <p:cxnSp>
              <p:nvCxnSpPr>
                <p:cNvPr id="7" name="직선 연결선 6">
                  <a:extLst>
                    <a:ext uri="{FF2B5EF4-FFF2-40B4-BE49-F238E27FC236}">
                      <a16:creationId xmlns:a16="http://schemas.microsoft.com/office/drawing/2014/main" id="{D61D0D6E-5201-2D53-E79C-950442EBAF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16578" y="2742026"/>
                  <a:ext cx="235354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" name="이등변 삼각형 7">
                  <a:extLst>
                    <a:ext uri="{FF2B5EF4-FFF2-40B4-BE49-F238E27FC236}">
                      <a16:creationId xmlns:a16="http://schemas.microsoft.com/office/drawing/2014/main" id="{33E57206-12EC-F50F-CB63-F16BAA55965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V="1">
                  <a:off x="2396569" y="2689482"/>
                  <a:ext cx="117039" cy="98595"/>
                </a:xfrm>
                <a:prstGeom prst="triangl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</p:grp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AFE3E997-F3B6-7D3E-193C-25068E2CE06C}"/>
                  </a:ext>
                </a:extLst>
              </p:cNvPr>
              <p:cNvGrpSpPr/>
              <p:nvPr/>
            </p:nvGrpSpPr>
            <p:grpSpPr>
              <a:xfrm rot="5400000">
                <a:off x="-4144614" y="5326688"/>
                <a:ext cx="440235" cy="150814"/>
                <a:chOff x="2216578" y="2680260"/>
                <a:chExt cx="287808" cy="117039"/>
              </a:xfrm>
            </p:grpSpPr>
            <p:cxnSp>
              <p:nvCxnSpPr>
                <p:cNvPr id="18" name="직선 연결선 17">
                  <a:extLst>
                    <a:ext uri="{FF2B5EF4-FFF2-40B4-BE49-F238E27FC236}">
                      <a16:creationId xmlns:a16="http://schemas.microsoft.com/office/drawing/2014/main" id="{1FE1F467-2E53-21F3-C1B7-A50E7770A9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16578" y="2742026"/>
                  <a:ext cx="235354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1" name="이등변 삼각형 20">
                  <a:extLst>
                    <a:ext uri="{FF2B5EF4-FFF2-40B4-BE49-F238E27FC236}">
                      <a16:creationId xmlns:a16="http://schemas.microsoft.com/office/drawing/2014/main" id="{A92B5ACD-BC1C-6C53-16CD-96EC1C7E77E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V="1">
                  <a:off x="2396569" y="2689482"/>
                  <a:ext cx="117039" cy="98595"/>
                </a:xfrm>
                <a:prstGeom prst="triangl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BE9C4126-FCDD-2481-7FAC-9B084AEDB5EE}"/>
                  </a:ext>
                </a:extLst>
              </p:cNvPr>
              <p:cNvGrpSpPr/>
              <p:nvPr/>
            </p:nvGrpSpPr>
            <p:grpSpPr>
              <a:xfrm>
                <a:off x="-4604129" y="6641648"/>
                <a:ext cx="1207275" cy="1287505"/>
                <a:chOff x="-4480252" y="6693763"/>
                <a:chExt cx="1207275" cy="1287505"/>
              </a:xfrm>
            </p:grpSpPr>
            <p:sp>
              <p:nvSpPr>
                <p:cNvPr id="24" name="직사각형 23">
                  <a:extLst>
                    <a:ext uri="{FF2B5EF4-FFF2-40B4-BE49-F238E27FC236}">
                      <a16:creationId xmlns:a16="http://schemas.microsoft.com/office/drawing/2014/main" id="{BBD711B7-4439-3468-23F1-71E7AC24A551}"/>
                    </a:ext>
                  </a:extLst>
                </p:cNvPr>
                <p:cNvSpPr/>
                <p:nvPr/>
              </p:nvSpPr>
              <p:spPr>
                <a:xfrm>
                  <a:off x="-4480252" y="6693763"/>
                  <a:ext cx="1207275" cy="1287505"/>
                </a:xfrm>
                <a:prstGeom prst="rect">
                  <a:avLst/>
                </a:prstGeom>
                <a:solidFill>
                  <a:schemeClr val="bg1"/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80FD96A-63DA-9DA3-767B-A20DEE004254}"/>
                    </a:ext>
                  </a:extLst>
                </p:cNvPr>
                <p:cNvSpPr txBox="1"/>
                <p:nvPr/>
              </p:nvSpPr>
              <p:spPr>
                <a:xfrm>
                  <a:off x="-4480252" y="6825551"/>
                  <a:ext cx="1207275" cy="8384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2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feature</a:t>
                  </a:r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14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frame (i)</a:t>
                  </a:r>
                  <a:endParaRPr lang="ko-KR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33" name="화살표: 오른쪽 32">
              <a:extLst>
                <a:ext uri="{FF2B5EF4-FFF2-40B4-BE49-F238E27FC236}">
                  <a16:creationId xmlns:a16="http://schemas.microsoft.com/office/drawing/2014/main" id="{212234B7-A314-3D22-7192-9EB7B65EAE03}"/>
                </a:ext>
              </a:extLst>
            </p:cNvPr>
            <p:cNvSpPr/>
            <p:nvPr/>
          </p:nvSpPr>
          <p:spPr>
            <a:xfrm>
              <a:off x="587682" y="2919377"/>
              <a:ext cx="647440" cy="278694"/>
            </a:xfrm>
            <a:prstGeom prst="rightArrow">
              <a:avLst>
                <a:gd name="adj1" fmla="val 25146"/>
                <a:gd name="adj2" fmla="val 50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0733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5BD60F2D-FA8A-6A59-5ADF-7C88A1D7B28D}"/>
              </a:ext>
            </a:extLst>
          </p:cNvPr>
          <p:cNvGrpSpPr/>
          <p:nvPr/>
        </p:nvGrpSpPr>
        <p:grpSpPr>
          <a:xfrm>
            <a:off x="-2081729" y="2198340"/>
            <a:ext cx="1939390" cy="1332019"/>
            <a:chOff x="2028344" y="1981616"/>
            <a:chExt cx="1628775" cy="140017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9E5B548-CAC2-7F22-B50B-B0B0F335891A}"/>
                </a:ext>
              </a:extLst>
            </p:cNvPr>
            <p:cNvSpPr txBox="1"/>
            <p:nvPr/>
          </p:nvSpPr>
          <p:spPr>
            <a:xfrm>
              <a:off x="2099541" y="2493391"/>
              <a:ext cx="1486380" cy="4036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311">
                  <a:latin typeface="Times New Roman" panose="02020603050405020304" pitchFamily="18" charset="0"/>
                  <a:cs typeface="Times New Roman" panose="02020603050405020304" pitchFamily="18" charset="0"/>
                </a:rPr>
                <a:t>YOLOv8</a:t>
              </a:r>
              <a:endParaRPr lang="ko-KR" altLang="en-US" sz="231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2C8BBF4-636B-6A6A-53D3-5DE7070FBAE7}"/>
                </a:ext>
              </a:extLst>
            </p:cNvPr>
            <p:cNvSpPr/>
            <p:nvPr/>
          </p:nvSpPr>
          <p:spPr>
            <a:xfrm>
              <a:off x="2028344" y="1981616"/>
              <a:ext cx="1628775" cy="14001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F90B430-1810-6086-0448-3897AC9592D1}"/>
              </a:ext>
            </a:extLst>
          </p:cNvPr>
          <p:cNvSpPr txBox="1"/>
          <p:nvPr/>
        </p:nvSpPr>
        <p:spPr>
          <a:xfrm>
            <a:off x="-5027113" y="1310669"/>
            <a:ext cx="2273587" cy="57476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24">
                <a:latin typeface="Times New Roman" panose="02020603050405020304" pitchFamily="18" charset="0"/>
                <a:cs typeface="Times New Roman" panose="02020603050405020304" pitchFamily="18" charset="0"/>
              </a:rPr>
              <a:t>input image</a:t>
            </a:r>
          </a:p>
          <a:p>
            <a:pPr algn="ctr"/>
            <a:r>
              <a:rPr lang="en-US" altLang="ko-KR" sz="1733">
                <a:latin typeface="Times New Roman" panose="02020603050405020304" pitchFamily="18" charset="0"/>
                <a:cs typeface="Times New Roman" panose="02020603050405020304" pitchFamily="18" charset="0"/>
              </a:rPr>
              <a:t>frame (i)</a:t>
            </a:r>
            <a:endParaRPr lang="ko-KR" altLang="en-US" sz="231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5C832D-80AB-22B1-4979-368E5D5F2F1C}"/>
              </a:ext>
            </a:extLst>
          </p:cNvPr>
          <p:cNvSpPr txBox="1"/>
          <p:nvPr/>
        </p:nvSpPr>
        <p:spPr>
          <a:xfrm>
            <a:off x="-2273587" y="1272949"/>
            <a:ext cx="2273587" cy="61317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24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classification</a:t>
            </a:r>
            <a:endParaRPr lang="ko-KR" altLang="en-US" sz="202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82E8A20-D055-8F88-5FAA-F8B3BB063BA1}"/>
              </a:ext>
            </a:extLst>
          </p:cNvPr>
          <p:cNvSpPr txBox="1"/>
          <p:nvPr/>
        </p:nvSpPr>
        <p:spPr>
          <a:xfrm>
            <a:off x="-1075949" y="-687233"/>
            <a:ext cx="3569540" cy="91509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24">
                <a:latin typeface="Times New Roman" panose="02020603050405020304" pitchFamily="18" charset="0"/>
                <a:cs typeface="Times New Roman" panose="02020603050405020304" pitchFamily="18" charset="0"/>
              </a:rPr>
              <a:t>output feature</a:t>
            </a:r>
          </a:p>
          <a:p>
            <a:pPr algn="ctr"/>
            <a:r>
              <a:rPr lang="en-US" altLang="ko-KR" sz="2024">
                <a:latin typeface="Times New Roman" panose="02020603050405020304" pitchFamily="18" charset="0"/>
                <a:cs typeface="Times New Roman" panose="02020603050405020304" pitchFamily="18" charset="0"/>
              </a:rPr>
              <a:t> (8)</a:t>
            </a:r>
          </a:p>
          <a:p>
            <a:pPr algn="ctr">
              <a:lnSpc>
                <a:spcPct val="150000"/>
              </a:lnSpc>
            </a:pPr>
            <a:r>
              <a:rPr lang="en-US" altLang="ko-KR" sz="1733">
                <a:latin typeface="Times New Roman" panose="02020603050405020304" pitchFamily="18" charset="0"/>
                <a:cs typeface="Times New Roman" panose="02020603050405020304" pitchFamily="18" charset="0"/>
              </a:rPr>
              <a:t>[class probability, top 1 class]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AF09BC-5FF5-0ACD-6EDE-6949561E9C30}"/>
              </a:ext>
            </a:extLst>
          </p:cNvPr>
          <p:cNvSpPr txBox="1"/>
          <p:nvPr/>
        </p:nvSpPr>
        <p:spPr>
          <a:xfrm>
            <a:off x="1357901" y="4021248"/>
            <a:ext cx="3569540" cy="61317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24">
                <a:latin typeface="Times New Roman" panose="02020603050405020304" pitchFamily="18" charset="0"/>
                <a:cs typeface="Times New Roman" panose="02020603050405020304" pitchFamily="18" charset="0"/>
              </a:rPr>
              <a:t>feature sequence</a:t>
            </a:r>
          </a:p>
          <a:p>
            <a:pPr algn="ctr"/>
            <a:r>
              <a:rPr lang="en-US" altLang="ko-KR" sz="2024">
                <a:latin typeface="Times New Roman" panose="02020603050405020304" pitchFamily="18" charset="0"/>
                <a:cs typeface="Times New Roman" panose="02020603050405020304" pitchFamily="18" charset="0"/>
              </a:rPr>
              <a:t>(10,8)</a:t>
            </a: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FA822310-C0D6-62B9-FE48-D0181D110EAE}"/>
              </a:ext>
            </a:extLst>
          </p:cNvPr>
          <p:cNvGrpSpPr/>
          <p:nvPr/>
        </p:nvGrpSpPr>
        <p:grpSpPr>
          <a:xfrm>
            <a:off x="579806" y="595086"/>
            <a:ext cx="372456" cy="4538529"/>
            <a:chOff x="4357078" y="1223513"/>
            <a:chExt cx="243497" cy="2922239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6E8B9A8-400A-1408-20AD-2D2214F0EF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57078" y="1223513"/>
              <a:ext cx="243497" cy="24349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122373A-F9AB-151B-15DD-CB52C97207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57078" y="1606190"/>
              <a:ext cx="243497" cy="24349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6EC1436-209F-A2A7-1502-77D3461851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57078" y="1988867"/>
              <a:ext cx="243497" cy="24349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8E5BBCC-9E49-93DC-8F0A-348A4858B6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57078" y="2371544"/>
              <a:ext cx="243497" cy="24349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AFE086E2-D38E-A417-BFF6-49685B86D7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57078" y="2754221"/>
              <a:ext cx="243497" cy="24349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3DF32C0A-44C5-09D2-88B8-AD1BBAF05A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57078" y="3519575"/>
              <a:ext cx="243497" cy="24349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9C0DCA3D-319E-EECC-ED4B-81764228BE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57078" y="3902255"/>
              <a:ext cx="243497" cy="24349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C4E2E963-EBC5-FC8B-CACF-D7C538D04F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57078" y="3136898"/>
              <a:ext cx="243497" cy="24349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02899A0B-35E2-F444-2051-605CA128A05D}"/>
              </a:ext>
            </a:extLst>
          </p:cNvPr>
          <p:cNvGrpSpPr/>
          <p:nvPr/>
        </p:nvGrpSpPr>
        <p:grpSpPr>
          <a:xfrm>
            <a:off x="-3276653" y="2773464"/>
            <a:ext cx="1065655" cy="181773"/>
            <a:chOff x="1721244" y="2680260"/>
            <a:chExt cx="696683" cy="117039"/>
          </a:xfrm>
        </p:grpSpPr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EBB06611-D5CB-5358-EECB-79F248CD5704}"/>
                </a:ext>
              </a:extLst>
            </p:cNvPr>
            <p:cNvCxnSpPr>
              <a:cxnSpLocks/>
            </p:cNvCxnSpPr>
            <p:nvPr/>
          </p:nvCxnSpPr>
          <p:spPr>
            <a:xfrm>
              <a:off x="1721244" y="2730760"/>
              <a:ext cx="68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4" name="이등변 삼각형 113">
              <a:extLst>
                <a:ext uri="{FF2B5EF4-FFF2-40B4-BE49-F238E27FC236}">
                  <a16:creationId xmlns:a16="http://schemas.microsoft.com/office/drawing/2014/main" id="{6A5B4567-C2DE-2248-F2F5-481064E0387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310110" y="268948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</p:grpSp>
      <p:pic>
        <p:nvPicPr>
          <p:cNvPr id="83" name="그림 82" descr="신발류, 사람, 청바지, 신발이(가) 표시된 사진&#10;&#10;자동 생성된 설명">
            <a:extLst>
              <a:ext uri="{FF2B5EF4-FFF2-40B4-BE49-F238E27FC236}">
                <a16:creationId xmlns:a16="http://schemas.microsoft.com/office/drawing/2014/main" id="{85F95A1E-3332-E0C2-ED53-E2CE820C72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70286" y="2082007"/>
            <a:ext cx="2739594" cy="1564686"/>
          </a:xfrm>
          <a:prstGeom prst="rect">
            <a:avLst/>
          </a:prstGeom>
        </p:spPr>
      </p:pic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1064FD3B-C04F-61AA-5B73-4A2516872683}"/>
              </a:ext>
            </a:extLst>
          </p:cNvPr>
          <p:cNvGrpSpPr/>
          <p:nvPr/>
        </p:nvGrpSpPr>
        <p:grpSpPr>
          <a:xfrm>
            <a:off x="-141646" y="2752169"/>
            <a:ext cx="444020" cy="181773"/>
            <a:chOff x="2127644" y="2680260"/>
            <a:chExt cx="290283" cy="117039"/>
          </a:xfrm>
        </p:grpSpPr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8B296681-4B52-FBC1-7CEE-DC872CAF5468}"/>
                </a:ext>
              </a:extLst>
            </p:cNvPr>
            <p:cNvCxnSpPr>
              <a:cxnSpLocks/>
            </p:cNvCxnSpPr>
            <p:nvPr/>
          </p:nvCxnSpPr>
          <p:spPr>
            <a:xfrm>
              <a:off x="2127644" y="2730760"/>
              <a:ext cx="216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이등변 삼각형 117">
              <a:extLst>
                <a:ext uri="{FF2B5EF4-FFF2-40B4-BE49-F238E27FC236}">
                  <a16:creationId xmlns:a16="http://schemas.microsoft.com/office/drawing/2014/main" id="{00D76DD6-53B2-4D2B-2521-6F28A768A4C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310110" y="268948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</p:grp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3C92D7F4-5126-1339-CD3A-7A93062AC996}"/>
              </a:ext>
            </a:extLst>
          </p:cNvPr>
          <p:cNvCxnSpPr>
            <a:cxnSpLocks/>
          </p:cNvCxnSpPr>
          <p:nvPr/>
        </p:nvCxnSpPr>
        <p:spPr>
          <a:xfrm flipH="1">
            <a:off x="1198346" y="4037575"/>
            <a:ext cx="655608" cy="7946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960B9D1D-240C-9B26-3614-51F5124915FC}"/>
              </a:ext>
            </a:extLst>
          </p:cNvPr>
          <p:cNvGrpSpPr/>
          <p:nvPr/>
        </p:nvGrpSpPr>
        <p:grpSpPr>
          <a:xfrm>
            <a:off x="2284547" y="1458005"/>
            <a:ext cx="2087773" cy="2031481"/>
            <a:chOff x="5582056" y="1927515"/>
            <a:chExt cx="1364904" cy="1308017"/>
          </a:xfrm>
        </p:grpSpPr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1578EB5B-77C6-78C2-212C-14B984B25FB8}"/>
                </a:ext>
              </a:extLst>
            </p:cNvPr>
            <p:cNvGrpSpPr/>
            <p:nvPr/>
          </p:nvGrpSpPr>
          <p:grpSpPr>
            <a:xfrm>
              <a:off x="5582056" y="1947212"/>
              <a:ext cx="1187570" cy="1288320"/>
              <a:chOff x="5609639" y="1799574"/>
              <a:chExt cx="1187570" cy="1288320"/>
            </a:xfrm>
          </p:grpSpPr>
          <p:sp>
            <p:nvSpPr>
              <p:cNvPr id="132" name="직사각형 131">
                <a:extLst>
                  <a:ext uri="{FF2B5EF4-FFF2-40B4-BE49-F238E27FC236}">
                    <a16:creationId xmlns:a16="http://schemas.microsoft.com/office/drawing/2014/main" id="{4CBF8425-61A7-0802-0E73-26416FE197E6}"/>
                  </a:ext>
                </a:extLst>
              </p:cNvPr>
              <p:cNvSpPr/>
              <p:nvPr/>
            </p:nvSpPr>
            <p:spPr>
              <a:xfrm>
                <a:off x="6007940" y="1799574"/>
                <a:ext cx="789269" cy="828990"/>
              </a:xfrm>
              <a:prstGeom prst="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  <p:grpSp>
            <p:nvGrpSpPr>
              <p:cNvPr id="129" name="그룹 128">
                <a:extLst>
                  <a:ext uri="{FF2B5EF4-FFF2-40B4-BE49-F238E27FC236}">
                    <a16:creationId xmlns:a16="http://schemas.microsoft.com/office/drawing/2014/main" id="{748DF8B7-33F0-0EDC-77D9-A30296D536FE}"/>
                  </a:ext>
                </a:extLst>
              </p:cNvPr>
              <p:cNvGrpSpPr/>
              <p:nvPr/>
            </p:nvGrpSpPr>
            <p:grpSpPr>
              <a:xfrm>
                <a:off x="5852002" y="2075914"/>
                <a:ext cx="789269" cy="828990"/>
                <a:chOff x="5309698" y="2273902"/>
                <a:chExt cx="789269" cy="975538"/>
              </a:xfrm>
            </p:grpSpPr>
            <p:sp>
              <p:nvSpPr>
                <p:cNvPr id="130" name="직사각형 129">
                  <a:extLst>
                    <a:ext uri="{FF2B5EF4-FFF2-40B4-BE49-F238E27FC236}">
                      <a16:creationId xmlns:a16="http://schemas.microsoft.com/office/drawing/2014/main" id="{B0A41AE3-2D88-66BE-E651-18580531F3A3}"/>
                    </a:ext>
                  </a:extLst>
                </p:cNvPr>
                <p:cNvSpPr/>
                <p:nvPr/>
              </p:nvSpPr>
              <p:spPr>
                <a:xfrm>
                  <a:off x="5309698" y="2273902"/>
                  <a:ext cx="789269" cy="975538"/>
                </a:xfrm>
                <a:prstGeom prst="rect">
                  <a:avLst/>
                </a:prstGeom>
                <a:solidFill>
                  <a:schemeClr val="bg1"/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BA8BBB67-3A5C-6A4F-7256-CC001C8AB26B}"/>
                    </a:ext>
                  </a:extLst>
                </p:cNvPr>
                <p:cNvSpPr txBox="1"/>
                <p:nvPr/>
              </p:nvSpPr>
              <p:spPr>
                <a:xfrm>
                  <a:off x="5309698" y="2373757"/>
                  <a:ext cx="789269" cy="32713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endParaRPr lang="ko-KR" altLang="en-US" sz="2024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6" name="그룹 105">
                <a:extLst>
                  <a:ext uri="{FF2B5EF4-FFF2-40B4-BE49-F238E27FC236}">
                    <a16:creationId xmlns:a16="http://schemas.microsoft.com/office/drawing/2014/main" id="{218B3553-8401-2DC4-6980-BCB8EA2C3A71}"/>
                  </a:ext>
                </a:extLst>
              </p:cNvPr>
              <p:cNvGrpSpPr/>
              <p:nvPr/>
            </p:nvGrpSpPr>
            <p:grpSpPr>
              <a:xfrm>
                <a:off x="5740139" y="2169669"/>
                <a:ext cx="789269" cy="828990"/>
                <a:chOff x="5309698" y="2273902"/>
                <a:chExt cx="789269" cy="975538"/>
              </a:xfrm>
            </p:grpSpPr>
            <p:sp>
              <p:nvSpPr>
                <p:cNvPr id="107" name="직사각형 106">
                  <a:extLst>
                    <a:ext uri="{FF2B5EF4-FFF2-40B4-BE49-F238E27FC236}">
                      <a16:creationId xmlns:a16="http://schemas.microsoft.com/office/drawing/2014/main" id="{461DEEB1-C5E0-48F7-900E-A4284597EAEA}"/>
                    </a:ext>
                  </a:extLst>
                </p:cNvPr>
                <p:cNvSpPr/>
                <p:nvPr/>
              </p:nvSpPr>
              <p:spPr>
                <a:xfrm>
                  <a:off x="5309698" y="2273902"/>
                  <a:ext cx="789269" cy="975538"/>
                </a:xfrm>
                <a:prstGeom prst="rect">
                  <a:avLst/>
                </a:prstGeom>
                <a:solidFill>
                  <a:schemeClr val="bg1"/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FA62B8E1-6F12-93E1-8028-D3363AA0CAA1}"/>
                    </a:ext>
                  </a:extLst>
                </p:cNvPr>
                <p:cNvSpPr txBox="1"/>
                <p:nvPr/>
              </p:nvSpPr>
              <p:spPr>
                <a:xfrm>
                  <a:off x="5309698" y="2373757"/>
                  <a:ext cx="789269" cy="32713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endParaRPr lang="ko-KR" altLang="en-US" sz="2024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E929E4FD-D4BC-A403-9B8B-59F2541582F8}"/>
                  </a:ext>
                </a:extLst>
              </p:cNvPr>
              <p:cNvGrpSpPr/>
              <p:nvPr/>
            </p:nvGrpSpPr>
            <p:grpSpPr>
              <a:xfrm>
                <a:off x="5609639" y="2258904"/>
                <a:ext cx="789269" cy="828990"/>
                <a:chOff x="5309698" y="2273902"/>
                <a:chExt cx="789269" cy="975538"/>
              </a:xfrm>
            </p:grpSpPr>
            <p:sp>
              <p:nvSpPr>
                <p:cNvPr id="65" name="직사각형 64">
                  <a:extLst>
                    <a:ext uri="{FF2B5EF4-FFF2-40B4-BE49-F238E27FC236}">
                      <a16:creationId xmlns:a16="http://schemas.microsoft.com/office/drawing/2014/main" id="{10281B24-F2B9-6EA8-AE29-F5F5C9D3855E}"/>
                    </a:ext>
                  </a:extLst>
                </p:cNvPr>
                <p:cNvSpPr/>
                <p:nvPr/>
              </p:nvSpPr>
              <p:spPr>
                <a:xfrm>
                  <a:off x="5309698" y="2273902"/>
                  <a:ext cx="789269" cy="975538"/>
                </a:xfrm>
                <a:prstGeom prst="rect">
                  <a:avLst/>
                </a:prstGeom>
                <a:solidFill>
                  <a:schemeClr val="bg1"/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2525222-FDD2-B14E-A900-998515BA0C09}"/>
                    </a:ext>
                  </a:extLst>
                </p:cNvPr>
                <p:cNvSpPr txBox="1"/>
                <p:nvPr/>
              </p:nvSpPr>
              <p:spPr>
                <a:xfrm>
                  <a:off x="5309698" y="2373757"/>
                  <a:ext cx="789269" cy="573177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2024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feature</a:t>
                  </a:r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1589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frame (i)</a:t>
                  </a:r>
                  <a:endParaRPr lang="ko-KR" altLang="en-US" sz="2024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BE71BD75-185B-0179-44C3-9C368B6BD6DF}"/>
                  </a:ext>
                </a:extLst>
              </p:cNvPr>
              <p:cNvGrpSpPr/>
              <p:nvPr/>
            </p:nvGrpSpPr>
            <p:grpSpPr>
              <a:xfrm rot="2265892">
                <a:off x="6279184" y="1928254"/>
                <a:ext cx="36765" cy="121323"/>
                <a:chOff x="7711612" y="5012590"/>
                <a:chExt cx="36765" cy="121323"/>
              </a:xfrm>
            </p:grpSpPr>
            <p:sp>
              <p:nvSpPr>
                <p:cNvPr id="99" name="타원 98">
                  <a:extLst>
                    <a:ext uri="{FF2B5EF4-FFF2-40B4-BE49-F238E27FC236}">
                      <a16:creationId xmlns:a16="http://schemas.microsoft.com/office/drawing/2014/main" id="{572B492C-B5C4-5F23-07BF-164C944ADF0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798471">
                  <a:off x="7712377" y="5012590"/>
                  <a:ext cx="36000" cy="3600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  <p:sp>
              <p:nvSpPr>
                <p:cNvPr id="100" name="타원 99">
                  <a:extLst>
                    <a:ext uri="{FF2B5EF4-FFF2-40B4-BE49-F238E27FC236}">
                      <a16:creationId xmlns:a16="http://schemas.microsoft.com/office/drawing/2014/main" id="{E06D0150-82C6-F69C-2C8D-C523D12C178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798471">
                  <a:off x="7711612" y="5097913"/>
                  <a:ext cx="36000" cy="3600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</p:grpSp>
        </p:grp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1B25CD48-4D2B-7F07-80BB-6A8A60F26CCB}"/>
                </a:ext>
              </a:extLst>
            </p:cNvPr>
            <p:cNvSpPr>
              <a:spLocks noChangeAspect="1"/>
            </p:cNvSpPr>
            <p:nvPr/>
          </p:nvSpPr>
          <p:spPr>
            <a:xfrm rot="3064363">
              <a:off x="6333328" y="2011563"/>
              <a:ext cx="36000" cy="36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5DD47CDC-17A6-0087-330F-1F36B0644771}"/>
                </a:ext>
              </a:extLst>
            </p:cNvPr>
            <p:cNvSpPr txBox="1"/>
            <p:nvPr/>
          </p:nvSpPr>
          <p:spPr>
            <a:xfrm>
              <a:off x="6223981" y="1927515"/>
              <a:ext cx="722979" cy="1981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733">
                  <a:latin typeface="Times New Roman" panose="02020603050405020304" pitchFamily="18" charset="0"/>
                  <a:cs typeface="Times New Roman" panose="02020603050405020304" pitchFamily="18" charset="0"/>
                </a:rPr>
                <a:t>i+10</a:t>
              </a:r>
            </a:p>
          </p:txBody>
        </p:sp>
      </p:grp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E2A04F57-1DF5-6479-3DEA-5B79EC3C9783}"/>
              </a:ext>
            </a:extLst>
          </p:cNvPr>
          <p:cNvCxnSpPr>
            <a:cxnSpLocks/>
          </p:cNvCxnSpPr>
          <p:nvPr/>
        </p:nvCxnSpPr>
        <p:spPr>
          <a:xfrm>
            <a:off x="1198346" y="784173"/>
            <a:ext cx="655608" cy="7946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7D28BBD-8E3C-523B-F989-34A862584726}"/>
              </a:ext>
            </a:extLst>
          </p:cNvPr>
          <p:cNvGrpSpPr/>
          <p:nvPr/>
        </p:nvGrpSpPr>
        <p:grpSpPr>
          <a:xfrm>
            <a:off x="1296487" y="4765226"/>
            <a:ext cx="6771391" cy="6898233"/>
            <a:chOff x="1277037" y="5069340"/>
            <a:chExt cx="6771391" cy="6898233"/>
          </a:xfrm>
        </p:grpSpPr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210B90AF-5A9E-FB1B-B86C-0A725507F660}"/>
                </a:ext>
              </a:extLst>
            </p:cNvPr>
            <p:cNvGrpSpPr/>
            <p:nvPr/>
          </p:nvGrpSpPr>
          <p:grpSpPr>
            <a:xfrm rot="5400000">
              <a:off x="2783115" y="5200463"/>
              <a:ext cx="444020" cy="181773"/>
              <a:chOff x="2127644" y="2680260"/>
              <a:chExt cx="290283" cy="117039"/>
            </a:xfrm>
          </p:grpSpPr>
          <p:cxnSp>
            <p:nvCxnSpPr>
              <p:cNvPr id="138" name="직선 연결선 137">
                <a:extLst>
                  <a:ext uri="{FF2B5EF4-FFF2-40B4-BE49-F238E27FC236}">
                    <a16:creationId xmlns:a16="http://schemas.microsoft.com/office/drawing/2014/main" id="{EEA1859D-DACC-8643-A7F5-831A7FC7C5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7644" y="2730760"/>
                <a:ext cx="216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9" name="이등변 삼각형 138">
                <a:extLst>
                  <a:ext uri="{FF2B5EF4-FFF2-40B4-BE49-F238E27FC236}">
                    <a16:creationId xmlns:a16="http://schemas.microsoft.com/office/drawing/2014/main" id="{C1F6B308-1716-5EFF-111D-99E317BC67F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310110" y="2689482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</p:grpSp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6CC26E72-4EF8-E722-17AD-31DA77745EF3}"/>
                </a:ext>
              </a:extLst>
            </p:cNvPr>
            <p:cNvGrpSpPr/>
            <p:nvPr/>
          </p:nvGrpSpPr>
          <p:grpSpPr>
            <a:xfrm>
              <a:off x="2395064" y="5578218"/>
              <a:ext cx="1283860" cy="1277378"/>
              <a:chOff x="7242078" y="2259080"/>
              <a:chExt cx="839337" cy="822470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D9AFD2D7-463B-3D32-94C3-250FEDE669EF}"/>
                  </a:ext>
                </a:extLst>
              </p:cNvPr>
              <p:cNvSpPr/>
              <p:nvPr/>
            </p:nvSpPr>
            <p:spPr>
              <a:xfrm>
                <a:off x="7242078" y="2259080"/>
                <a:ext cx="839337" cy="82247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  <p:grpSp>
            <p:nvGrpSpPr>
              <p:cNvPr id="160" name="그룹 159">
                <a:extLst>
                  <a:ext uri="{FF2B5EF4-FFF2-40B4-BE49-F238E27FC236}">
                    <a16:creationId xmlns:a16="http://schemas.microsoft.com/office/drawing/2014/main" id="{367CE494-E197-252A-CB9B-C69F1741F106}"/>
                  </a:ext>
                </a:extLst>
              </p:cNvPr>
              <p:cNvGrpSpPr/>
              <p:nvPr/>
            </p:nvGrpSpPr>
            <p:grpSpPr>
              <a:xfrm>
                <a:off x="7273201" y="2313408"/>
                <a:ext cx="777090" cy="323580"/>
                <a:chOff x="7262552" y="2266273"/>
                <a:chExt cx="777090" cy="323580"/>
              </a:xfrm>
            </p:grpSpPr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C032D8F-98D6-AF28-392A-129EA866112A}"/>
                    </a:ext>
                  </a:extLst>
                </p:cNvPr>
                <p:cNvSpPr txBox="1"/>
                <p:nvPr/>
              </p:nvSpPr>
              <p:spPr>
                <a:xfrm>
                  <a:off x="7262552" y="2289564"/>
                  <a:ext cx="777090" cy="19814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733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LSTM</a:t>
                  </a:r>
                  <a:endParaRPr lang="ko-KR" altLang="en-US" sz="1733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" name="직사각형 140">
                  <a:extLst>
                    <a:ext uri="{FF2B5EF4-FFF2-40B4-BE49-F238E27FC236}">
                      <a16:creationId xmlns:a16="http://schemas.microsoft.com/office/drawing/2014/main" id="{7B86BEEC-3B63-27D0-B127-3FFF5856148D}"/>
                    </a:ext>
                  </a:extLst>
                </p:cNvPr>
                <p:cNvSpPr/>
                <p:nvPr/>
              </p:nvSpPr>
              <p:spPr>
                <a:xfrm>
                  <a:off x="7295842" y="2266273"/>
                  <a:ext cx="710510" cy="323580"/>
                </a:xfrm>
                <a:prstGeom prst="rect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</p:grpSp>
          <p:grpSp>
            <p:nvGrpSpPr>
              <p:cNvPr id="159" name="그룹 158">
                <a:extLst>
                  <a:ext uri="{FF2B5EF4-FFF2-40B4-BE49-F238E27FC236}">
                    <a16:creationId xmlns:a16="http://schemas.microsoft.com/office/drawing/2014/main" id="{F8EA7E8B-1EDF-4FFE-CCDC-418F0FE2C332}"/>
                  </a:ext>
                </a:extLst>
              </p:cNvPr>
              <p:cNvGrpSpPr/>
              <p:nvPr/>
            </p:nvGrpSpPr>
            <p:grpSpPr>
              <a:xfrm>
                <a:off x="7273202" y="2697973"/>
                <a:ext cx="777089" cy="323580"/>
                <a:chOff x="7261626" y="2745108"/>
                <a:chExt cx="777089" cy="323580"/>
              </a:xfrm>
            </p:grpSpPr>
            <p:sp>
              <p:nvSpPr>
                <p:cNvPr id="142" name="직사각형 141">
                  <a:extLst>
                    <a:ext uri="{FF2B5EF4-FFF2-40B4-BE49-F238E27FC236}">
                      <a16:creationId xmlns:a16="http://schemas.microsoft.com/office/drawing/2014/main" id="{A84460BE-8A06-67F4-E59E-7738BBBC1322}"/>
                    </a:ext>
                  </a:extLst>
                </p:cNvPr>
                <p:cNvSpPr/>
                <p:nvPr/>
              </p:nvSpPr>
              <p:spPr>
                <a:xfrm>
                  <a:off x="7294915" y="2745108"/>
                  <a:ext cx="710510" cy="323580"/>
                </a:xfrm>
                <a:prstGeom prst="rect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48E4995D-533C-CDAA-CCDA-EF793711739A}"/>
                    </a:ext>
                  </a:extLst>
                </p:cNvPr>
                <p:cNvSpPr txBox="1"/>
                <p:nvPr/>
              </p:nvSpPr>
              <p:spPr>
                <a:xfrm>
                  <a:off x="7261626" y="2768398"/>
                  <a:ext cx="777089" cy="19814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733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LSTM</a:t>
                  </a:r>
                  <a:endParaRPr lang="ko-KR" altLang="en-US" sz="1733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406FB606-F54D-FBA1-E237-14BD96805E1A}"/>
                </a:ext>
              </a:extLst>
            </p:cNvPr>
            <p:cNvSpPr txBox="1"/>
            <p:nvPr/>
          </p:nvSpPr>
          <p:spPr>
            <a:xfrm>
              <a:off x="3295769" y="6049115"/>
              <a:ext cx="2491390" cy="40382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24">
                  <a:latin typeface="Times New Roman" panose="02020603050405020304" pitchFamily="18" charset="0"/>
                  <a:cs typeface="Times New Roman" panose="02020603050405020304" pitchFamily="18" charset="0"/>
                </a:rPr>
                <a:t>LSTM1 layer</a:t>
              </a:r>
              <a:endParaRPr lang="ko-KR" altLang="en-US" sz="2024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6D82ED6-E655-1CF9-EF35-6FE8A59BA11B}"/>
                </a:ext>
              </a:extLst>
            </p:cNvPr>
            <p:cNvSpPr txBox="1"/>
            <p:nvPr/>
          </p:nvSpPr>
          <p:spPr>
            <a:xfrm>
              <a:off x="3205500" y="9559081"/>
              <a:ext cx="1284151" cy="346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2024">
                  <a:latin typeface="Times New Roman" panose="02020603050405020304" pitchFamily="18" charset="0"/>
                  <a:cs typeface="Times New Roman" panose="02020603050405020304" pitchFamily="18" charset="0"/>
                </a:rPr>
                <a:t>softmax</a:t>
              </a:r>
              <a:endParaRPr lang="ko-KR" altLang="en-US" sz="2024"/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F27F8BDE-B5FC-611C-498E-051CB3699F9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67218" y="8559895"/>
              <a:ext cx="36000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이등변 삼각형 24">
              <a:extLst>
                <a:ext uri="{FF2B5EF4-FFF2-40B4-BE49-F238E27FC236}">
                  <a16:creationId xmlns:a16="http://schemas.microsoft.com/office/drawing/2014/main" id="{C33900EC-F786-816D-696D-138F87ED1773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2975995" y="8669317"/>
              <a:ext cx="150814" cy="150812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3CEBD8CA-83B1-D781-326F-25CC8808DFF9}"/>
                </a:ext>
              </a:extLst>
            </p:cNvPr>
            <p:cNvGrpSpPr/>
            <p:nvPr/>
          </p:nvGrpSpPr>
          <p:grpSpPr>
            <a:xfrm>
              <a:off x="1277037" y="8983440"/>
              <a:ext cx="6771391" cy="2984133"/>
              <a:chOff x="3327047" y="7076844"/>
              <a:chExt cx="6771391" cy="2984133"/>
            </a:xfrm>
          </p:grpSpPr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0F54BC35-E7C6-0492-F1D3-CE0D1AAC2E9F}"/>
                  </a:ext>
                </a:extLst>
              </p:cNvPr>
              <p:cNvGrpSpPr/>
              <p:nvPr/>
            </p:nvGrpSpPr>
            <p:grpSpPr>
              <a:xfrm rot="5400000">
                <a:off x="4886312" y="5517579"/>
                <a:ext cx="451453" cy="3569983"/>
                <a:chOff x="9021147" y="2018571"/>
                <a:chExt cx="295142" cy="2298618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E7644FB8-FDA4-BD9D-6FE8-8CC1AA669D4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021147" y="2018571"/>
                  <a:ext cx="291135" cy="291135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943BB779-58EA-6566-5785-F165D2FF305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025154" y="2492924"/>
                  <a:ext cx="291135" cy="291135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3C1424AA-A98D-B473-B426-EE2377F9BF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021147" y="2967277"/>
                  <a:ext cx="291135" cy="291135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  <p:sp>
              <p:nvSpPr>
                <p:cNvPr id="52" name="타원 51">
                  <a:extLst>
                    <a:ext uri="{FF2B5EF4-FFF2-40B4-BE49-F238E27FC236}">
                      <a16:creationId xmlns:a16="http://schemas.microsoft.com/office/drawing/2014/main" id="{8853CB41-DBB0-8342-F7CC-993E1DAA0AF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021147" y="4026054"/>
                  <a:ext cx="291135" cy="291135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  <p:sp>
              <p:nvSpPr>
                <p:cNvPr id="54" name="타원 53">
                  <a:extLst>
                    <a:ext uri="{FF2B5EF4-FFF2-40B4-BE49-F238E27FC236}">
                      <a16:creationId xmlns:a16="http://schemas.microsoft.com/office/drawing/2014/main" id="{12B11153-79E2-5864-8AB2-7663E182A06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150107" y="3411477"/>
                  <a:ext cx="36000" cy="3600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  <p:sp>
              <p:nvSpPr>
                <p:cNvPr id="55" name="타원 54">
                  <a:extLst>
                    <a:ext uri="{FF2B5EF4-FFF2-40B4-BE49-F238E27FC236}">
                      <a16:creationId xmlns:a16="http://schemas.microsoft.com/office/drawing/2014/main" id="{2A73E7A6-CF81-5493-9F58-B44199F63DE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152207" y="3599533"/>
                  <a:ext cx="36000" cy="3600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65DD49B9-F1BC-594B-434B-54C79131B8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152580" y="3839934"/>
                  <a:ext cx="36000" cy="3600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</p:grp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E87B7A61-9029-D395-7971-7487E81128B9}"/>
                  </a:ext>
                </a:extLst>
              </p:cNvPr>
              <p:cNvSpPr txBox="1"/>
              <p:nvPr/>
            </p:nvSpPr>
            <p:spPr>
              <a:xfrm>
                <a:off x="6528898" y="7088191"/>
                <a:ext cx="3569540" cy="61317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24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fully connected layer</a:t>
                </a:r>
              </a:p>
              <a:p>
                <a:pPr algn="ctr"/>
                <a:r>
                  <a:rPr lang="en-US" altLang="ko-KR" sz="2024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(128)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538A3B5-A77C-63D3-C579-5A6CCFB904EE}"/>
                  </a:ext>
                </a:extLst>
              </p:cNvPr>
              <p:cNvSpPr txBox="1"/>
              <p:nvPr/>
            </p:nvSpPr>
            <p:spPr>
              <a:xfrm>
                <a:off x="4200384" y="9447798"/>
                <a:ext cx="1770017" cy="613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2024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</a:t>
                </a:r>
              </a:p>
              <a:p>
                <a:pPr algn="ctr"/>
                <a:r>
                  <a:rPr lang="en-US" altLang="ko-KR" sz="2024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(3)</a:t>
                </a:r>
                <a:endParaRPr lang="ko-KR" altLang="en-US" sz="2024"/>
              </a:p>
            </p:txBody>
          </p:sp>
          <p:grpSp>
            <p:nvGrpSpPr>
              <p:cNvPr id="126" name="그룹 125">
                <a:extLst>
                  <a:ext uri="{FF2B5EF4-FFF2-40B4-BE49-F238E27FC236}">
                    <a16:creationId xmlns:a16="http://schemas.microsoft.com/office/drawing/2014/main" id="{8622E9C3-5D43-7342-40CA-389926E12A79}"/>
                  </a:ext>
                </a:extLst>
              </p:cNvPr>
              <p:cNvGrpSpPr/>
              <p:nvPr/>
            </p:nvGrpSpPr>
            <p:grpSpPr>
              <a:xfrm rot="5400000">
                <a:off x="4891159" y="7806980"/>
                <a:ext cx="440235" cy="150814"/>
                <a:chOff x="2216578" y="2680260"/>
                <a:chExt cx="287808" cy="117039"/>
              </a:xfrm>
            </p:grpSpPr>
            <p:cxnSp>
              <p:nvCxnSpPr>
                <p:cNvPr id="127" name="직선 연결선 126">
                  <a:extLst>
                    <a:ext uri="{FF2B5EF4-FFF2-40B4-BE49-F238E27FC236}">
                      <a16:creationId xmlns:a16="http://schemas.microsoft.com/office/drawing/2014/main" id="{33EDFCF6-9E88-E39C-75E4-5F3BE5959F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16578" y="2742026"/>
                  <a:ext cx="235354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28" name="이등변 삼각형 127">
                  <a:extLst>
                    <a:ext uri="{FF2B5EF4-FFF2-40B4-BE49-F238E27FC236}">
                      <a16:creationId xmlns:a16="http://schemas.microsoft.com/office/drawing/2014/main" id="{7D3D5680-23E0-5584-3D66-8E37273940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V="1">
                  <a:off x="2396569" y="2689482"/>
                  <a:ext cx="117039" cy="98595"/>
                </a:xfrm>
                <a:prstGeom prst="triangl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</p:grpSp>
          <p:grpSp>
            <p:nvGrpSpPr>
              <p:cNvPr id="178" name="그룹 177">
                <a:extLst>
                  <a:ext uri="{FF2B5EF4-FFF2-40B4-BE49-F238E27FC236}">
                    <a16:creationId xmlns:a16="http://schemas.microsoft.com/office/drawing/2014/main" id="{F2673426-0770-F445-F3E9-A98C1C90BEA2}"/>
                  </a:ext>
                </a:extLst>
              </p:cNvPr>
              <p:cNvGrpSpPr/>
              <p:nvPr/>
            </p:nvGrpSpPr>
            <p:grpSpPr>
              <a:xfrm rot="5400000">
                <a:off x="4831186" y="7507215"/>
                <a:ext cx="508417" cy="2039071"/>
                <a:chOff x="11017628" y="2237958"/>
                <a:chExt cx="332383" cy="1312904"/>
              </a:xfrm>
            </p:grpSpPr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DA97698E-97D5-A998-5A2C-C75BE2E3CA2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17628" y="2237958"/>
                  <a:ext cx="332383" cy="33238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  <p:sp>
              <p:nvSpPr>
                <p:cNvPr id="176" name="타원 175">
                  <a:extLst>
                    <a:ext uri="{FF2B5EF4-FFF2-40B4-BE49-F238E27FC236}">
                      <a16:creationId xmlns:a16="http://schemas.microsoft.com/office/drawing/2014/main" id="{2DDC9A79-20A5-E250-BAAF-87ADBEE56AB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17628" y="2728219"/>
                  <a:ext cx="332383" cy="33238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  <p:sp>
              <p:nvSpPr>
                <p:cNvPr id="177" name="타원 176">
                  <a:extLst>
                    <a:ext uri="{FF2B5EF4-FFF2-40B4-BE49-F238E27FC236}">
                      <a16:creationId xmlns:a16="http://schemas.microsoft.com/office/drawing/2014/main" id="{E81A4EAF-9228-D8B1-D1EE-6894A36B11A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17628" y="3218479"/>
                  <a:ext cx="332383" cy="33238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</p:grp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21CB0642-D292-EEB0-10EC-804EDF0A55DD}"/>
                  </a:ext>
                </a:extLst>
              </p:cNvPr>
              <p:cNvGrpSpPr/>
              <p:nvPr/>
            </p:nvGrpSpPr>
            <p:grpSpPr>
              <a:xfrm>
                <a:off x="3891648" y="8898155"/>
                <a:ext cx="2444826" cy="383984"/>
                <a:chOff x="10789376" y="2165517"/>
                <a:chExt cx="1598332" cy="247237"/>
              </a:xfrm>
            </p:grpSpPr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89355519-72EE-DBEA-1774-9F52CD944E9B}"/>
                    </a:ext>
                  </a:extLst>
                </p:cNvPr>
                <p:cNvSpPr txBox="1"/>
                <p:nvPr/>
              </p:nvSpPr>
              <p:spPr>
                <a:xfrm>
                  <a:off x="11282894" y="2165520"/>
                  <a:ext cx="578583" cy="2472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2311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DC</a:t>
                  </a:r>
                  <a:endParaRPr lang="ko-KR" altLang="en-US" sz="2311" b="1"/>
                </a:p>
              </p:txBody>
            </p: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6BD09862-B014-1DE6-0699-BF6BE4627953}"/>
                    </a:ext>
                  </a:extLst>
                </p:cNvPr>
                <p:cNvSpPr txBox="1"/>
                <p:nvPr/>
              </p:nvSpPr>
              <p:spPr>
                <a:xfrm>
                  <a:off x="11809125" y="2165520"/>
                  <a:ext cx="578583" cy="2472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2311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IC</a:t>
                  </a:r>
                  <a:endParaRPr lang="ko-KR" altLang="en-US" sz="2311" b="1"/>
                </a:p>
              </p:txBody>
            </p:sp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4201E4CD-A3A4-6879-4101-8F676B94F259}"/>
                    </a:ext>
                  </a:extLst>
                </p:cNvPr>
                <p:cNvSpPr txBox="1"/>
                <p:nvPr/>
              </p:nvSpPr>
              <p:spPr>
                <a:xfrm>
                  <a:off x="10789376" y="2165517"/>
                  <a:ext cx="545870" cy="2472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2311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LG</a:t>
                  </a:r>
                  <a:endParaRPr lang="ko-KR" altLang="en-US" sz="2311" b="1"/>
                </a:p>
              </p:txBody>
            </p:sp>
          </p:grp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F269F6F0-2265-8AFA-62FE-20836D97A481}"/>
                </a:ext>
              </a:extLst>
            </p:cNvPr>
            <p:cNvGrpSpPr/>
            <p:nvPr/>
          </p:nvGrpSpPr>
          <p:grpSpPr>
            <a:xfrm>
              <a:off x="2384299" y="7102516"/>
              <a:ext cx="1283860" cy="1277378"/>
              <a:chOff x="7242078" y="2259080"/>
              <a:chExt cx="839337" cy="822470"/>
            </a:xfrm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B1B556F9-27B2-B731-DD5F-7F2F454FF031}"/>
                  </a:ext>
                </a:extLst>
              </p:cNvPr>
              <p:cNvSpPr/>
              <p:nvPr/>
            </p:nvSpPr>
            <p:spPr>
              <a:xfrm>
                <a:off x="7242078" y="2259080"/>
                <a:ext cx="839337" cy="82247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47139C94-53BF-058B-F2C6-A2EF543A3151}"/>
                  </a:ext>
                </a:extLst>
              </p:cNvPr>
              <p:cNvGrpSpPr/>
              <p:nvPr/>
            </p:nvGrpSpPr>
            <p:grpSpPr>
              <a:xfrm>
                <a:off x="7273201" y="2313408"/>
                <a:ext cx="777090" cy="323580"/>
                <a:chOff x="7262552" y="2266273"/>
                <a:chExt cx="777090" cy="323580"/>
              </a:xfrm>
            </p:grpSpPr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56513BE-31A6-18EF-0962-344179642E49}"/>
                    </a:ext>
                  </a:extLst>
                </p:cNvPr>
                <p:cNvSpPr txBox="1"/>
                <p:nvPr/>
              </p:nvSpPr>
              <p:spPr>
                <a:xfrm>
                  <a:off x="7262552" y="2289564"/>
                  <a:ext cx="777090" cy="19814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733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LSTM</a:t>
                  </a:r>
                  <a:endParaRPr lang="ko-KR" altLang="en-US" sz="1733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48599B35-5C62-C8FF-0A0E-85810A5124ED}"/>
                    </a:ext>
                  </a:extLst>
                </p:cNvPr>
                <p:cNvSpPr/>
                <p:nvPr/>
              </p:nvSpPr>
              <p:spPr>
                <a:xfrm>
                  <a:off x="7295842" y="2266273"/>
                  <a:ext cx="710510" cy="323580"/>
                </a:xfrm>
                <a:prstGeom prst="rect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</p:grpSp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63386AF7-0F19-16C9-500E-75F6298A8288}"/>
                  </a:ext>
                </a:extLst>
              </p:cNvPr>
              <p:cNvGrpSpPr/>
              <p:nvPr/>
            </p:nvGrpSpPr>
            <p:grpSpPr>
              <a:xfrm>
                <a:off x="7273202" y="2697973"/>
                <a:ext cx="777089" cy="323580"/>
                <a:chOff x="7261626" y="2745108"/>
                <a:chExt cx="777089" cy="323580"/>
              </a:xfrm>
            </p:grpSpPr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0122C278-231E-F2F3-706F-2880351DC759}"/>
                    </a:ext>
                  </a:extLst>
                </p:cNvPr>
                <p:cNvSpPr/>
                <p:nvPr/>
              </p:nvSpPr>
              <p:spPr>
                <a:xfrm>
                  <a:off x="7294915" y="2745108"/>
                  <a:ext cx="710510" cy="323580"/>
                </a:xfrm>
                <a:prstGeom prst="rect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01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C37E98F-F550-FC51-DC8E-56F351366C55}"/>
                    </a:ext>
                  </a:extLst>
                </p:cNvPr>
                <p:cNvSpPr txBox="1"/>
                <p:nvPr/>
              </p:nvSpPr>
              <p:spPr>
                <a:xfrm>
                  <a:off x="7261626" y="2768398"/>
                  <a:ext cx="777089" cy="19814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733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LSTM</a:t>
                  </a:r>
                  <a:endParaRPr lang="ko-KR" altLang="en-US" sz="1733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66EAA0C-07C0-310B-E103-E5086A68068E}"/>
                </a:ext>
              </a:extLst>
            </p:cNvPr>
            <p:cNvSpPr txBox="1"/>
            <p:nvPr/>
          </p:nvSpPr>
          <p:spPr>
            <a:xfrm>
              <a:off x="3377849" y="7480695"/>
              <a:ext cx="2491390" cy="40382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24">
                  <a:latin typeface="Times New Roman" panose="02020603050405020304" pitchFamily="18" charset="0"/>
                  <a:cs typeface="Times New Roman" panose="02020603050405020304" pitchFamily="18" charset="0"/>
                </a:rPr>
                <a:t>LSTM2 layer</a:t>
              </a:r>
              <a:endParaRPr lang="ko-KR" altLang="en-US" sz="2024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7837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F1A1EEE-F911-A4E4-9607-B62A44C786C2}"/>
              </a:ext>
            </a:extLst>
          </p:cNvPr>
          <p:cNvSpPr/>
          <p:nvPr/>
        </p:nvSpPr>
        <p:spPr>
          <a:xfrm>
            <a:off x="-5240028" y="1485899"/>
            <a:ext cx="17393928" cy="61162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BD60F2D-FA8A-6A59-5ADF-7C88A1D7B28D}"/>
              </a:ext>
            </a:extLst>
          </p:cNvPr>
          <p:cNvGrpSpPr/>
          <p:nvPr/>
        </p:nvGrpSpPr>
        <p:grpSpPr>
          <a:xfrm>
            <a:off x="-1761904" y="3242162"/>
            <a:ext cx="1831407" cy="1630332"/>
            <a:chOff x="2028344" y="1981616"/>
            <a:chExt cx="1628775" cy="140017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9E5B548-CAC2-7F22-B50B-B0B0F335891A}"/>
                </a:ext>
              </a:extLst>
            </p:cNvPr>
            <p:cNvSpPr txBox="1"/>
            <p:nvPr/>
          </p:nvSpPr>
          <p:spPr>
            <a:xfrm>
              <a:off x="2099541" y="2512426"/>
              <a:ext cx="1486380" cy="38470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311">
                  <a:latin typeface="Times New Roman" panose="02020603050405020304" pitchFamily="18" charset="0"/>
                  <a:cs typeface="Times New Roman" panose="02020603050405020304" pitchFamily="18" charset="0"/>
                </a:rPr>
                <a:t>YOLOv8</a:t>
              </a:r>
              <a:endParaRPr lang="ko-KR" altLang="en-US" sz="231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2C8BBF4-636B-6A6A-53D3-5DE7070FBAE7}"/>
                </a:ext>
              </a:extLst>
            </p:cNvPr>
            <p:cNvSpPr/>
            <p:nvPr/>
          </p:nvSpPr>
          <p:spPr>
            <a:xfrm>
              <a:off x="2028344" y="1981616"/>
              <a:ext cx="1628775" cy="14001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F90B430-1810-6086-0448-3897AC9592D1}"/>
              </a:ext>
            </a:extLst>
          </p:cNvPr>
          <p:cNvSpPr txBox="1"/>
          <p:nvPr/>
        </p:nvSpPr>
        <p:spPr>
          <a:xfrm>
            <a:off x="-4622615" y="4716439"/>
            <a:ext cx="2146996" cy="97796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311">
                <a:latin typeface="Times New Roman" panose="02020603050405020304" pitchFamily="18" charset="0"/>
                <a:cs typeface="Times New Roman" panose="02020603050405020304" pitchFamily="18" charset="0"/>
              </a:rPr>
              <a:t>input image</a:t>
            </a:r>
          </a:p>
          <a:p>
            <a:pPr algn="ctr">
              <a:lnSpc>
                <a:spcPct val="150000"/>
              </a:lnSpc>
            </a:pPr>
            <a:r>
              <a:rPr lang="en-US" altLang="ko-KR" sz="1733">
                <a:latin typeface="Times New Roman" panose="02020603050405020304" pitchFamily="18" charset="0"/>
                <a:cs typeface="Times New Roman" panose="02020603050405020304" pitchFamily="18" charset="0"/>
              </a:rPr>
              <a:t>frame (i)</a:t>
            </a:r>
            <a:endParaRPr lang="ko-KR" altLang="en-US" sz="231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5C832D-80AB-22B1-4979-368E5D5F2F1C}"/>
              </a:ext>
            </a:extLst>
          </p:cNvPr>
          <p:cNvSpPr txBox="1"/>
          <p:nvPr/>
        </p:nvSpPr>
        <p:spPr>
          <a:xfrm>
            <a:off x="-1964883" y="4821125"/>
            <a:ext cx="2146996" cy="803553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1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classification</a:t>
            </a:r>
            <a:endParaRPr lang="ko-KR" altLang="en-US" sz="231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80F49B-CB5A-E8EA-0EC5-5CA07623BFFC}"/>
              </a:ext>
            </a:extLst>
          </p:cNvPr>
          <p:cNvSpPr txBox="1"/>
          <p:nvPr/>
        </p:nvSpPr>
        <p:spPr>
          <a:xfrm>
            <a:off x="4650728" y="4989350"/>
            <a:ext cx="2352672" cy="447943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11">
                <a:latin typeface="Times New Roman" panose="02020603050405020304" pitchFamily="18" charset="0"/>
                <a:cs typeface="Times New Roman" panose="02020603050405020304" pitchFamily="18" charset="0"/>
              </a:rPr>
              <a:t>LSTM1 units</a:t>
            </a:r>
            <a:endParaRPr lang="ko-KR" altLang="en-US" sz="231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9866421-C756-01A4-5A8C-375D3BB40A2F}"/>
              </a:ext>
            </a:extLst>
          </p:cNvPr>
          <p:cNvGrpSpPr/>
          <p:nvPr/>
        </p:nvGrpSpPr>
        <p:grpSpPr>
          <a:xfrm>
            <a:off x="5071390" y="2924840"/>
            <a:ext cx="1485523" cy="1935428"/>
            <a:chOff x="6629644" y="2095916"/>
            <a:chExt cx="1320612" cy="140017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9AFD2D7-463B-3D32-94C3-250FEDE669EF}"/>
                </a:ext>
              </a:extLst>
            </p:cNvPr>
            <p:cNvSpPr/>
            <p:nvPr/>
          </p:nvSpPr>
          <p:spPr>
            <a:xfrm>
              <a:off x="6629644" y="2095916"/>
              <a:ext cx="1320612" cy="14001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C032D8F-98D6-AF28-392A-129EA866112A}"/>
                </a:ext>
              </a:extLst>
            </p:cNvPr>
            <p:cNvSpPr txBox="1"/>
            <p:nvPr/>
          </p:nvSpPr>
          <p:spPr>
            <a:xfrm>
              <a:off x="6678613" y="2626726"/>
              <a:ext cx="1222672" cy="32406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311">
                  <a:latin typeface="Times New Roman" panose="02020603050405020304" pitchFamily="18" charset="0"/>
                  <a:cs typeface="Times New Roman" panose="02020603050405020304" pitchFamily="18" charset="0"/>
                </a:rPr>
                <a:t>LSTM</a:t>
              </a:r>
              <a:endParaRPr lang="ko-KR" altLang="en-US" sz="231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FDB1ADF1-6509-A5F5-CF77-F4A6CF5AD2EA}"/>
              </a:ext>
            </a:extLst>
          </p:cNvPr>
          <p:cNvSpPr/>
          <p:nvPr/>
        </p:nvSpPr>
        <p:spPr>
          <a:xfrm rot="11022346">
            <a:off x="5938895" y="2182686"/>
            <a:ext cx="233892" cy="456735"/>
          </a:xfrm>
          <a:prstGeom prst="downArrow">
            <a:avLst>
              <a:gd name="adj1" fmla="val 34177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01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DA97698E-97D5-A998-5A2C-C75BE2E3CA25}"/>
              </a:ext>
            </a:extLst>
          </p:cNvPr>
          <p:cNvSpPr>
            <a:spLocks noChangeAspect="1"/>
          </p:cNvSpPr>
          <p:nvPr/>
        </p:nvSpPr>
        <p:spPr>
          <a:xfrm>
            <a:off x="10732923" y="3843417"/>
            <a:ext cx="677300" cy="6773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01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0F54BC35-E7C6-0492-F1D3-CE0D1AAC2E9F}"/>
              </a:ext>
            </a:extLst>
          </p:cNvPr>
          <p:cNvGrpSpPr/>
          <p:nvPr/>
        </p:nvGrpSpPr>
        <p:grpSpPr>
          <a:xfrm>
            <a:off x="9154647" y="2406222"/>
            <a:ext cx="426315" cy="3320227"/>
            <a:chOff x="9021147" y="2018571"/>
            <a:chExt cx="295142" cy="2298618"/>
          </a:xfrm>
        </p:grpSpPr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E7644FB8-FDA4-BD9D-6FE8-8CC1AA669D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21147" y="2018571"/>
              <a:ext cx="291135" cy="29113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943BB779-58EA-6566-5785-F165D2FF30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25154" y="2492924"/>
              <a:ext cx="291135" cy="29113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3C1424AA-A98D-B473-B426-EE2377F9BF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21147" y="2967277"/>
              <a:ext cx="291135" cy="29113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8853CB41-DBB0-8342-F7CC-993E1DAA0A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21147" y="4026054"/>
              <a:ext cx="291135" cy="29113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12B11153-79E2-5864-8AB2-7663E182A0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50107" y="3411477"/>
              <a:ext cx="36000" cy="36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2A73E7A6-CF81-5493-9F58-B44199F63D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52207" y="3599533"/>
              <a:ext cx="36000" cy="36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65DD49B9-F1BC-594B-434B-54C79131B8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52580" y="3839934"/>
              <a:ext cx="36000" cy="36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182E8A20-D055-8F88-5FAA-F8B3BB063BA1}"/>
              </a:ext>
            </a:extLst>
          </p:cNvPr>
          <p:cNvSpPr txBox="1"/>
          <p:nvPr/>
        </p:nvSpPr>
        <p:spPr>
          <a:xfrm>
            <a:off x="-703064" y="6299539"/>
            <a:ext cx="3370792" cy="115576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11">
                <a:latin typeface="Times New Roman" panose="02020603050405020304" pitchFamily="18" charset="0"/>
                <a:cs typeface="Times New Roman" panose="02020603050405020304" pitchFamily="18" charset="0"/>
              </a:rPr>
              <a:t>output feature</a:t>
            </a:r>
          </a:p>
          <a:p>
            <a:pPr algn="ctr"/>
            <a:r>
              <a:rPr lang="en-US" altLang="ko-KR" sz="2311">
                <a:latin typeface="Times New Roman" panose="02020603050405020304" pitchFamily="18" charset="0"/>
                <a:cs typeface="Times New Roman" panose="02020603050405020304" pitchFamily="18" charset="0"/>
              </a:rPr>
              <a:t> (8)</a:t>
            </a:r>
          </a:p>
          <a:p>
            <a:pPr algn="ctr">
              <a:lnSpc>
                <a:spcPct val="150000"/>
              </a:lnSpc>
            </a:pPr>
            <a:r>
              <a:rPr lang="en-US" altLang="ko-KR" sz="1733">
                <a:latin typeface="Times New Roman" panose="02020603050405020304" pitchFamily="18" charset="0"/>
                <a:cs typeface="Times New Roman" panose="02020603050405020304" pitchFamily="18" charset="0"/>
              </a:rPr>
              <a:t>[class probability, top 1 class]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538A3B5-A77C-63D3-C579-5A6CCFB904EE}"/>
              </a:ext>
            </a:extLst>
          </p:cNvPr>
          <p:cNvSpPr txBox="1"/>
          <p:nvPr/>
        </p:nvSpPr>
        <p:spPr>
          <a:xfrm>
            <a:off x="10143797" y="4774142"/>
            <a:ext cx="1855552" cy="803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31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</a:p>
          <a:p>
            <a:pPr algn="ctr"/>
            <a:r>
              <a:rPr lang="en-US" altLang="ko-KR" sz="2311"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endParaRPr lang="ko-KR" altLang="en-US" sz="2311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AF09BC-5FF5-0ACD-6EDE-6949561E9C30}"/>
              </a:ext>
            </a:extLst>
          </p:cNvPr>
          <p:cNvSpPr txBox="1"/>
          <p:nvPr/>
        </p:nvSpPr>
        <p:spPr>
          <a:xfrm>
            <a:off x="1755681" y="6271762"/>
            <a:ext cx="3370792" cy="803553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11">
                <a:latin typeface="Times New Roman" panose="02020603050405020304" pitchFamily="18" charset="0"/>
                <a:cs typeface="Times New Roman" panose="02020603050405020304" pitchFamily="18" charset="0"/>
              </a:rPr>
              <a:t>feature sequence</a:t>
            </a:r>
          </a:p>
          <a:p>
            <a:pPr algn="ctr"/>
            <a:r>
              <a:rPr lang="en-US" altLang="ko-KR" sz="2311">
                <a:latin typeface="Times New Roman" panose="02020603050405020304" pitchFamily="18" charset="0"/>
                <a:cs typeface="Times New Roman" panose="02020603050405020304" pitchFamily="18" charset="0"/>
              </a:rPr>
              <a:t>(10,8)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4D4E7159-C17B-3416-0215-785B7FABE501}"/>
              </a:ext>
            </a:extLst>
          </p:cNvPr>
          <p:cNvGrpSpPr/>
          <p:nvPr/>
        </p:nvGrpSpPr>
        <p:grpSpPr>
          <a:xfrm flipH="1">
            <a:off x="8225715" y="2438657"/>
            <a:ext cx="729192" cy="3235787"/>
            <a:chOff x="8200510" y="2313006"/>
            <a:chExt cx="504825" cy="2439791"/>
          </a:xfrm>
        </p:grpSpPr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7C0E52D4-F64A-28AF-1E3B-83F83E394F6B}"/>
                </a:ext>
              </a:extLst>
            </p:cNvPr>
            <p:cNvCxnSpPr>
              <a:cxnSpLocks/>
            </p:cNvCxnSpPr>
            <p:nvPr/>
          </p:nvCxnSpPr>
          <p:spPr>
            <a:xfrm>
              <a:off x="8200510" y="2313006"/>
              <a:ext cx="504825" cy="38267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73FB3F86-A469-8F5D-8274-63C44BAC4F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00510" y="4384858"/>
              <a:ext cx="504825" cy="36793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A9CBC7D0-C050-8929-0919-1CA9B014C3B1}"/>
              </a:ext>
            </a:extLst>
          </p:cNvPr>
          <p:cNvGrpSpPr/>
          <p:nvPr/>
        </p:nvGrpSpPr>
        <p:grpSpPr>
          <a:xfrm>
            <a:off x="806476" y="1751076"/>
            <a:ext cx="1635263" cy="4221010"/>
            <a:chOff x="4318687" y="1352550"/>
            <a:chExt cx="1132105" cy="2922239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FA822310-C0D6-62B9-FE48-D0181D110EAE}"/>
                </a:ext>
              </a:extLst>
            </p:cNvPr>
            <p:cNvGrpSpPr/>
            <p:nvPr/>
          </p:nvGrpSpPr>
          <p:grpSpPr>
            <a:xfrm>
              <a:off x="4318687" y="1352550"/>
              <a:ext cx="243497" cy="2922239"/>
              <a:chOff x="4357078" y="1223513"/>
              <a:chExt cx="243497" cy="2922239"/>
            </a:xfrm>
          </p:grpSpPr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A6E8B9A8-400A-1408-20AD-2D2214F0EF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57078" y="1223513"/>
                <a:ext cx="243497" cy="24349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B122373A-F9AB-151B-15DD-CB52C972079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57078" y="1606190"/>
                <a:ext cx="243497" cy="24349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36EC1436-209F-A2A7-1502-77D34618511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57078" y="1988867"/>
                <a:ext cx="243497" cy="24349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38E5BBCC-9E49-93DC-8F0A-348A4858B6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57078" y="2371544"/>
                <a:ext cx="243497" cy="24349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AFE086E2-D38E-A417-BFF6-49685B86D7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57078" y="2754221"/>
                <a:ext cx="243497" cy="24349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3DF32C0A-44C5-09D2-88B8-AD1BBAF05A4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57078" y="3519575"/>
                <a:ext cx="243497" cy="24349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9C0DCA3D-319E-EECC-ED4B-81764228BE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57078" y="3902255"/>
                <a:ext cx="243497" cy="24349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C4E2E963-EBC5-FC8B-CACF-D7C538D04F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57078" y="3136898"/>
                <a:ext cx="243497" cy="24349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</p:grp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C3B8C9C1-992D-772D-7D46-5160ABFEE29B}"/>
                </a:ext>
              </a:extLst>
            </p:cNvPr>
            <p:cNvCxnSpPr>
              <a:cxnSpLocks/>
            </p:cNvCxnSpPr>
            <p:nvPr/>
          </p:nvCxnSpPr>
          <p:spPr>
            <a:xfrm>
              <a:off x="4876736" y="1577399"/>
              <a:ext cx="574056" cy="66225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1578EB5B-77C6-78C2-212C-14B984B25FB8}"/>
              </a:ext>
            </a:extLst>
          </p:cNvPr>
          <p:cNvGrpSpPr/>
          <p:nvPr/>
        </p:nvGrpSpPr>
        <p:grpSpPr>
          <a:xfrm>
            <a:off x="2888615" y="3141810"/>
            <a:ext cx="1490135" cy="1339180"/>
            <a:chOff x="5609639" y="2160768"/>
            <a:chExt cx="1031632" cy="927126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BA8BBB67-3A5C-6A4F-7256-CC001C8AB26B}"/>
                </a:ext>
              </a:extLst>
            </p:cNvPr>
            <p:cNvSpPr txBox="1"/>
            <p:nvPr/>
          </p:nvSpPr>
          <p:spPr>
            <a:xfrm>
              <a:off x="5852002" y="2160768"/>
              <a:ext cx="789269" cy="34869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ko-KR" altLang="en-US" sz="2024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A62B8E1-6F12-93E1-8028-D3363AA0CAA1}"/>
                </a:ext>
              </a:extLst>
            </p:cNvPr>
            <p:cNvSpPr txBox="1"/>
            <p:nvPr/>
          </p:nvSpPr>
          <p:spPr>
            <a:xfrm>
              <a:off x="5740139" y="2254523"/>
              <a:ext cx="789269" cy="34869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ko-KR" altLang="en-US" sz="2024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E929E4FD-D4BC-A403-9B8B-59F2541582F8}"/>
                </a:ext>
              </a:extLst>
            </p:cNvPr>
            <p:cNvGrpSpPr/>
            <p:nvPr/>
          </p:nvGrpSpPr>
          <p:grpSpPr>
            <a:xfrm>
              <a:off x="5609639" y="2258904"/>
              <a:ext cx="789269" cy="828990"/>
              <a:chOff x="5309698" y="2273902"/>
              <a:chExt cx="789269" cy="975538"/>
            </a:xfrm>
          </p:grpSpPr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10281B24-F2B9-6EA8-AE29-F5F5C9D3855E}"/>
                  </a:ext>
                </a:extLst>
              </p:cNvPr>
              <p:cNvSpPr/>
              <p:nvPr/>
            </p:nvSpPr>
            <p:spPr>
              <a:xfrm>
                <a:off x="5309698" y="2273902"/>
                <a:ext cx="789269" cy="975538"/>
              </a:xfrm>
              <a:prstGeom prst="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01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2525222-FDD2-B14E-A900-998515BA0C09}"/>
                  </a:ext>
                </a:extLst>
              </p:cNvPr>
              <p:cNvSpPr txBox="1"/>
              <p:nvPr/>
            </p:nvSpPr>
            <p:spPr>
              <a:xfrm>
                <a:off x="5309698" y="2373757"/>
                <a:ext cx="789269" cy="71895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2024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589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frame (i)</a:t>
                </a:r>
                <a:endParaRPr lang="ko-KR" altLang="en-US" sz="2024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02899A0B-35E2-F444-2051-605CA128A05D}"/>
              </a:ext>
            </a:extLst>
          </p:cNvPr>
          <p:cNvGrpSpPr/>
          <p:nvPr/>
        </p:nvGrpSpPr>
        <p:grpSpPr>
          <a:xfrm>
            <a:off x="-2890294" y="3777050"/>
            <a:ext cx="1006320" cy="169055"/>
            <a:chOff x="1721244" y="2680260"/>
            <a:chExt cx="696683" cy="117039"/>
          </a:xfrm>
        </p:grpSpPr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EBB06611-D5CB-5358-EECB-79F248CD5704}"/>
                </a:ext>
              </a:extLst>
            </p:cNvPr>
            <p:cNvCxnSpPr>
              <a:cxnSpLocks/>
            </p:cNvCxnSpPr>
            <p:nvPr/>
          </p:nvCxnSpPr>
          <p:spPr>
            <a:xfrm>
              <a:off x="1721244" y="2730760"/>
              <a:ext cx="68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4" name="이등변 삼각형 113">
              <a:extLst>
                <a:ext uri="{FF2B5EF4-FFF2-40B4-BE49-F238E27FC236}">
                  <a16:creationId xmlns:a16="http://schemas.microsoft.com/office/drawing/2014/main" id="{6A5B4567-C2DE-2248-F2F5-481064E0387C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310110" y="268948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</p:grpSp>
      <p:pic>
        <p:nvPicPr>
          <p:cNvPr id="83" name="그림 82" descr="신발류, 사람, 청바지, 신발이(가) 표시된 사진&#10;&#10;자동 생성된 설명">
            <a:extLst>
              <a:ext uri="{FF2B5EF4-FFF2-40B4-BE49-F238E27FC236}">
                <a16:creationId xmlns:a16="http://schemas.microsoft.com/office/drawing/2014/main" id="{85F95A1E-3332-E0C2-ED53-E2CE820C72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67353" y="3133965"/>
            <a:ext cx="2587055" cy="1455220"/>
          </a:xfrm>
          <a:prstGeom prst="rect">
            <a:avLst/>
          </a:prstGeom>
        </p:spPr>
      </p:pic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1064FD3B-C04F-61AA-5B73-4A2516872683}"/>
              </a:ext>
            </a:extLst>
          </p:cNvPr>
          <p:cNvGrpSpPr/>
          <p:nvPr/>
        </p:nvGrpSpPr>
        <p:grpSpPr>
          <a:xfrm>
            <a:off x="70157" y="3777053"/>
            <a:ext cx="419298" cy="169055"/>
            <a:chOff x="2127644" y="2680260"/>
            <a:chExt cx="290283" cy="117039"/>
          </a:xfrm>
        </p:grpSpPr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8B296681-4B52-FBC1-7CEE-DC872CAF5468}"/>
                </a:ext>
              </a:extLst>
            </p:cNvPr>
            <p:cNvCxnSpPr>
              <a:cxnSpLocks/>
            </p:cNvCxnSpPr>
            <p:nvPr/>
          </p:nvCxnSpPr>
          <p:spPr>
            <a:xfrm>
              <a:off x="2127644" y="2730760"/>
              <a:ext cx="216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이등변 삼각형 117">
              <a:extLst>
                <a:ext uri="{FF2B5EF4-FFF2-40B4-BE49-F238E27FC236}">
                  <a16:creationId xmlns:a16="http://schemas.microsoft.com/office/drawing/2014/main" id="{00D76DD6-53B2-4D2B-2521-6F28A768A4C5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310110" y="268948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</p:grp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3C92D7F4-5126-1339-CD3A-7A93062AC996}"/>
              </a:ext>
            </a:extLst>
          </p:cNvPr>
          <p:cNvCxnSpPr>
            <a:cxnSpLocks/>
          </p:cNvCxnSpPr>
          <p:nvPr/>
        </p:nvCxnSpPr>
        <p:spPr>
          <a:xfrm flipH="1">
            <a:off x="1620945" y="4509628"/>
            <a:ext cx="829193" cy="9565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E87B7A61-9029-D395-7971-7487E81128B9}"/>
              </a:ext>
            </a:extLst>
          </p:cNvPr>
          <p:cNvSpPr txBox="1"/>
          <p:nvPr/>
        </p:nvSpPr>
        <p:spPr>
          <a:xfrm>
            <a:off x="7460543" y="6360850"/>
            <a:ext cx="3370792" cy="803553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311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layer</a:t>
            </a:r>
          </a:p>
          <a:p>
            <a:pPr algn="ctr"/>
            <a:r>
              <a:rPr lang="en-US" altLang="ko-KR" sz="2311">
                <a:latin typeface="Times New Roman" panose="02020603050405020304" pitchFamily="18" charset="0"/>
                <a:cs typeface="Times New Roman" panose="02020603050405020304" pitchFamily="18" charset="0"/>
              </a:rPr>
              <a:t>(128)</a:t>
            </a:r>
          </a:p>
        </p:txBody>
      </p: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8622E9C3-5D43-7342-40CA-389926E12A79}"/>
              </a:ext>
            </a:extLst>
          </p:cNvPr>
          <p:cNvGrpSpPr/>
          <p:nvPr/>
        </p:nvGrpSpPr>
        <p:grpSpPr>
          <a:xfrm>
            <a:off x="9952176" y="4097538"/>
            <a:ext cx="544181" cy="169055"/>
            <a:chOff x="2127644" y="2680260"/>
            <a:chExt cx="376742" cy="117039"/>
          </a:xfrm>
        </p:grpSpPr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33EDFCF6-9E88-E39C-75E4-5F3BE5959F58}"/>
                </a:ext>
              </a:extLst>
            </p:cNvPr>
            <p:cNvCxnSpPr>
              <a:cxnSpLocks/>
            </p:cNvCxnSpPr>
            <p:nvPr/>
          </p:nvCxnSpPr>
          <p:spPr>
            <a:xfrm>
              <a:off x="2127644" y="2730760"/>
              <a:ext cx="360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8" name="이등변 삼각형 127">
              <a:extLst>
                <a:ext uri="{FF2B5EF4-FFF2-40B4-BE49-F238E27FC236}">
                  <a16:creationId xmlns:a16="http://schemas.microsoft.com/office/drawing/2014/main" id="{7D3D5680-23E0-5584-3D66-8E372739404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396569" y="268948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210B90AF-5A9E-FB1B-B86C-0A725507F660}"/>
              </a:ext>
            </a:extLst>
          </p:cNvPr>
          <p:cNvGrpSpPr/>
          <p:nvPr/>
        </p:nvGrpSpPr>
        <p:grpSpPr>
          <a:xfrm>
            <a:off x="4502135" y="3574037"/>
            <a:ext cx="419298" cy="169055"/>
            <a:chOff x="2127644" y="2680260"/>
            <a:chExt cx="290283" cy="117039"/>
          </a:xfrm>
        </p:grpSpPr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EEA1859D-DACC-8643-A7F5-831A7FC7C5AA}"/>
                </a:ext>
              </a:extLst>
            </p:cNvPr>
            <p:cNvCxnSpPr>
              <a:cxnSpLocks/>
            </p:cNvCxnSpPr>
            <p:nvPr/>
          </p:nvCxnSpPr>
          <p:spPr>
            <a:xfrm>
              <a:off x="2127644" y="2730760"/>
              <a:ext cx="216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9" name="이등변 삼각형 138">
              <a:extLst>
                <a:ext uri="{FF2B5EF4-FFF2-40B4-BE49-F238E27FC236}">
                  <a16:creationId xmlns:a16="http://schemas.microsoft.com/office/drawing/2014/main" id="{C1F6B308-1716-5EFF-111D-99E317BC67F2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310110" y="268948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01"/>
            </a:p>
          </p:txBody>
        </p:sp>
      </p:grpSp>
    </p:spTree>
    <p:extLst>
      <p:ext uri="{BB962C8B-B14F-4D97-AF65-F5344CB8AC3E}">
        <p14:creationId xmlns:p14="http://schemas.microsoft.com/office/powerpoint/2010/main" val="2087612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EEB3B6CE-FF0B-4F8F-D9D1-A4DBF9B18C16}"/>
              </a:ext>
            </a:extLst>
          </p:cNvPr>
          <p:cNvGrpSpPr/>
          <p:nvPr/>
        </p:nvGrpSpPr>
        <p:grpSpPr>
          <a:xfrm>
            <a:off x="-2389907" y="-101600"/>
            <a:ext cx="11035541" cy="12294508"/>
            <a:chOff x="-2389907" y="-101600"/>
            <a:chExt cx="11035541" cy="12294508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0E82546E-6172-2376-F82C-DDD5E7CA537C}"/>
                </a:ext>
              </a:extLst>
            </p:cNvPr>
            <p:cNvSpPr/>
            <p:nvPr/>
          </p:nvSpPr>
          <p:spPr>
            <a:xfrm>
              <a:off x="-2389906" y="-101600"/>
              <a:ext cx="11035539" cy="122945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2" name="그림 11" descr="텍스트, 스크린샷, 폰트, 번호이(가) 표시된 사진&#10;&#10;자동 생성된 설명">
              <a:extLst>
                <a:ext uri="{FF2B5EF4-FFF2-40B4-BE49-F238E27FC236}">
                  <a16:creationId xmlns:a16="http://schemas.microsoft.com/office/drawing/2014/main" id="{EE0BA7D9-0F57-2FA5-E475-3CA737349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50" r="15849"/>
            <a:stretch/>
          </p:blipFill>
          <p:spPr>
            <a:xfrm>
              <a:off x="3429000" y="-15845"/>
              <a:ext cx="4659916" cy="4735624"/>
            </a:xfrm>
            <a:prstGeom prst="rect">
              <a:avLst/>
            </a:prstGeom>
          </p:spPr>
        </p:pic>
        <p:pic>
          <p:nvPicPr>
            <p:cNvPr id="42" name="그림 41" descr="텍스트, 스크린샷, 폰트, 번호이(가) 표시된 사진&#10;&#10;자동 생성된 설명">
              <a:extLst>
                <a:ext uri="{FF2B5EF4-FFF2-40B4-BE49-F238E27FC236}">
                  <a16:creationId xmlns:a16="http://schemas.microsoft.com/office/drawing/2014/main" id="{02761D6E-3707-AF45-943F-67BF5EA8AF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1" t="2919" r="17330" b="6847"/>
            <a:stretch/>
          </p:blipFill>
          <p:spPr>
            <a:xfrm>
              <a:off x="-1957589" y="-8804"/>
              <a:ext cx="4553829" cy="4599348"/>
            </a:xfrm>
            <a:prstGeom prst="rect">
              <a:avLst/>
            </a:prstGeom>
          </p:spPr>
        </p:pic>
        <p:pic>
          <p:nvPicPr>
            <p:cNvPr id="31" name="그림 30" descr="텍스트, 도표, 폰트, 라인이(가) 표시된 사진&#10;&#10;자동 생성된 설명">
              <a:extLst>
                <a:ext uri="{FF2B5EF4-FFF2-40B4-BE49-F238E27FC236}">
                  <a16:creationId xmlns:a16="http://schemas.microsoft.com/office/drawing/2014/main" id="{E2E9AA54-FCB6-BD1C-D0CB-483B2688A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373886" y="4719779"/>
              <a:ext cx="11019520" cy="345166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911F2DF-563A-00DE-7738-8CCD813B300F}"/>
                </a:ext>
              </a:extLst>
            </p:cNvPr>
            <p:cNvSpPr txBox="1"/>
            <p:nvPr/>
          </p:nvSpPr>
          <p:spPr>
            <a:xfrm>
              <a:off x="-2325110" y="-8803"/>
              <a:ext cx="735042" cy="5369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56FED7F-45B9-FEA4-CEC5-C773D5D02259}"/>
                </a:ext>
              </a:extLst>
            </p:cNvPr>
            <p:cNvSpPr txBox="1"/>
            <p:nvPr/>
          </p:nvSpPr>
          <p:spPr>
            <a:xfrm>
              <a:off x="3127863" y="-8804"/>
              <a:ext cx="735042" cy="5369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79D51D9-EA1F-2F6E-39B8-B308F212A37E}"/>
                </a:ext>
              </a:extLst>
            </p:cNvPr>
            <p:cNvSpPr txBox="1"/>
            <p:nvPr/>
          </p:nvSpPr>
          <p:spPr>
            <a:xfrm>
              <a:off x="-2332997" y="4586188"/>
              <a:ext cx="735042" cy="5369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" name="그림 13" descr="텍스트, 라인, 도표, 그래프이(가) 표시된 사진&#10;&#10;자동 생성된 설명">
              <a:extLst>
                <a:ext uri="{FF2B5EF4-FFF2-40B4-BE49-F238E27FC236}">
                  <a16:creationId xmlns:a16="http://schemas.microsoft.com/office/drawing/2014/main" id="{DECF9FBC-C1DC-2B50-AC9A-D141B4511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50" r="3136"/>
            <a:stretch/>
          </p:blipFill>
          <p:spPr>
            <a:xfrm>
              <a:off x="-2389907" y="8288983"/>
              <a:ext cx="11035540" cy="3663204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5029A36-5077-8C0F-A69C-2D6462C8BE0A}"/>
                </a:ext>
              </a:extLst>
            </p:cNvPr>
            <p:cNvSpPr txBox="1"/>
            <p:nvPr/>
          </p:nvSpPr>
          <p:spPr>
            <a:xfrm>
              <a:off x="-2332997" y="8020513"/>
              <a:ext cx="735042" cy="5369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(D)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6984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>
            <a:extLst>
              <a:ext uri="{FF2B5EF4-FFF2-40B4-BE49-F238E27FC236}">
                <a16:creationId xmlns:a16="http://schemas.microsoft.com/office/drawing/2014/main" id="{994F19BB-EF48-D40E-141F-04BCEEC57534}"/>
              </a:ext>
            </a:extLst>
          </p:cNvPr>
          <p:cNvGrpSpPr/>
          <p:nvPr/>
        </p:nvGrpSpPr>
        <p:grpSpPr>
          <a:xfrm>
            <a:off x="-2389906" y="-361949"/>
            <a:ext cx="11035539" cy="12829720"/>
            <a:chOff x="-2389906" y="-361949"/>
            <a:chExt cx="11035539" cy="12829720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0E82546E-6172-2376-F82C-DDD5E7CA537C}"/>
                </a:ext>
              </a:extLst>
            </p:cNvPr>
            <p:cNvSpPr/>
            <p:nvPr/>
          </p:nvSpPr>
          <p:spPr>
            <a:xfrm>
              <a:off x="-2389906" y="-361949"/>
              <a:ext cx="11035539" cy="128297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텍스트, 라인, 도표, 스크린샷이(가) 표시된 사진&#10;&#10;자동 생성된 설명">
              <a:extLst>
                <a:ext uri="{FF2B5EF4-FFF2-40B4-BE49-F238E27FC236}">
                  <a16:creationId xmlns:a16="http://schemas.microsoft.com/office/drawing/2014/main" id="{BD980AE5-65C6-C134-9C65-A837E78F6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58" r="752"/>
            <a:stretch/>
          </p:blipFill>
          <p:spPr>
            <a:xfrm>
              <a:off x="-1678868" y="8842403"/>
              <a:ext cx="10324500" cy="3520259"/>
            </a:xfrm>
            <a:prstGeom prst="rect">
              <a:avLst/>
            </a:prstGeom>
          </p:spPr>
        </p:pic>
        <p:pic>
          <p:nvPicPr>
            <p:cNvPr id="9" name="그림 8" descr="텍스트, 라인, 폰트, 도표이(가) 표시된 사진&#10;&#10;자동 생성된 설명">
              <a:extLst>
                <a:ext uri="{FF2B5EF4-FFF2-40B4-BE49-F238E27FC236}">
                  <a16:creationId xmlns:a16="http://schemas.microsoft.com/office/drawing/2014/main" id="{00723B6F-D07E-3B52-C4CE-62BDB07C2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07317" y="4819646"/>
              <a:ext cx="10852949" cy="4017516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79D51D9-EA1F-2F6E-39B8-B308F212A37E}"/>
                </a:ext>
              </a:extLst>
            </p:cNvPr>
            <p:cNvSpPr txBox="1"/>
            <p:nvPr/>
          </p:nvSpPr>
          <p:spPr>
            <a:xfrm>
              <a:off x="-2325110" y="4651897"/>
              <a:ext cx="735042" cy="5369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5029A36-5077-8C0F-A69C-2D6462C8BE0A}"/>
                </a:ext>
              </a:extLst>
            </p:cNvPr>
            <p:cNvSpPr txBox="1"/>
            <p:nvPr/>
          </p:nvSpPr>
          <p:spPr>
            <a:xfrm>
              <a:off x="-2325110" y="8731321"/>
              <a:ext cx="735042" cy="5369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(D)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2" name="그림 31" descr="텍스트, 스크린샷, 폰트, 번호이(가) 표시된 사진&#10;&#10;자동 생성된 설명">
              <a:extLst>
                <a:ext uri="{FF2B5EF4-FFF2-40B4-BE49-F238E27FC236}">
                  <a16:creationId xmlns:a16="http://schemas.microsoft.com/office/drawing/2014/main" id="{707A2E1B-EA8B-ED88-B1D5-1C05F6F88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26756" y="-237151"/>
              <a:ext cx="4932000" cy="4932000"/>
            </a:xfrm>
            <a:prstGeom prst="rect">
              <a:avLst/>
            </a:prstGeom>
          </p:spPr>
        </p:pic>
        <p:pic>
          <p:nvPicPr>
            <p:cNvPr id="38" name="그림 37" descr="텍스트, 스크린샷, 폰트, 번호이(가) 표시된 사진&#10;&#10;자동 생성된 설명">
              <a:extLst>
                <a:ext uri="{FF2B5EF4-FFF2-40B4-BE49-F238E27FC236}">
                  <a16:creationId xmlns:a16="http://schemas.microsoft.com/office/drawing/2014/main" id="{CB865B67-9516-5452-42B5-BA1670761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2814" y="-237151"/>
              <a:ext cx="4932000" cy="493200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911F2DF-563A-00DE-7738-8CCD813B300F}"/>
                </a:ext>
              </a:extLst>
            </p:cNvPr>
            <p:cNvSpPr txBox="1"/>
            <p:nvPr/>
          </p:nvSpPr>
          <p:spPr>
            <a:xfrm>
              <a:off x="-2325110" y="-268471"/>
              <a:ext cx="735042" cy="5369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56FED7F-45B9-FEA4-CEC5-C773D5D02259}"/>
                </a:ext>
              </a:extLst>
            </p:cNvPr>
            <p:cNvSpPr txBox="1"/>
            <p:nvPr/>
          </p:nvSpPr>
          <p:spPr>
            <a:xfrm>
              <a:off x="3127863" y="-268471"/>
              <a:ext cx="735042" cy="5369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4235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B053739A-1928-20FA-BCF0-DCA3B1CEC14F}"/>
              </a:ext>
            </a:extLst>
          </p:cNvPr>
          <p:cNvGrpSpPr/>
          <p:nvPr/>
        </p:nvGrpSpPr>
        <p:grpSpPr>
          <a:xfrm>
            <a:off x="-2533543" y="-685800"/>
            <a:ext cx="18745093" cy="4895850"/>
            <a:chOff x="-2533543" y="-685800"/>
            <a:chExt cx="18745093" cy="489585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A100A37-0FF7-434E-D4FF-A91E952234D0}"/>
                </a:ext>
              </a:extLst>
            </p:cNvPr>
            <p:cNvSpPr/>
            <p:nvPr/>
          </p:nvSpPr>
          <p:spPr>
            <a:xfrm>
              <a:off x="-2533543" y="-685800"/>
              <a:ext cx="18745093" cy="4895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32537498-117E-CC7F-9F51-C85987E1EB33}"/>
                </a:ext>
              </a:extLst>
            </p:cNvPr>
            <p:cNvGrpSpPr/>
            <p:nvPr/>
          </p:nvGrpSpPr>
          <p:grpSpPr>
            <a:xfrm>
              <a:off x="-2533542" y="-505016"/>
              <a:ext cx="18508986" cy="4555048"/>
              <a:chOff x="-2533542" y="-505016"/>
              <a:chExt cx="18508986" cy="4555048"/>
            </a:xfrm>
          </p:grpSpPr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A8E65E2E-24BA-16EE-1535-B72CB1AE12B3}"/>
                  </a:ext>
                </a:extLst>
              </p:cNvPr>
              <p:cNvGrpSpPr/>
              <p:nvPr/>
            </p:nvGrpSpPr>
            <p:grpSpPr>
              <a:xfrm>
                <a:off x="-2533542" y="-505016"/>
                <a:ext cx="6229242" cy="4555048"/>
                <a:chOff x="-2533542" y="-386176"/>
                <a:chExt cx="6229242" cy="4475061"/>
              </a:xfrm>
            </p:grpSpPr>
            <p:pic>
              <p:nvPicPr>
                <p:cNvPr id="3" name="그림 2" descr="텍스트, 스크린샷, 그래프, 도표이(가) 표시된 사진&#10;&#10;자동 생성된 설명">
                  <a:extLst>
                    <a:ext uri="{FF2B5EF4-FFF2-40B4-BE49-F238E27FC236}">
                      <a16:creationId xmlns:a16="http://schemas.microsoft.com/office/drawing/2014/main" id="{2AA1A815-AB11-84F2-56DD-315BB84B9E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1966564" y="-367462"/>
                  <a:ext cx="5662264" cy="4456347"/>
                </a:xfrm>
                <a:prstGeom prst="rect">
                  <a:avLst/>
                </a:prstGeom>
              </p:spPr>
            </p:pic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911F2DF-563A-00DE-7738-8CCD813B300F}"/>
                    </a:ext>
                  </a:extLst>
                </p:cNvPr>
                <p:cNvSpPr txBox="1"/>
                <p:nvPr/>
              </p:nvSpPr>
              <p:spPr>
                <a:xfrm>
                  <a:off x="-2533542" y="-386176"/>
                  <a:ext cx="801504" cy="53694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2889">
                      <a:ln>
                        <a:solidFill>
                          <a:schemeClr val="tx1">
                            <a:alpha val="30000"/>
                          </a:schemeClr>
                        </a:solidFill>
                      </a:ln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(A)</a:t>
                  </a:r>
                  <a:endParaRPr lang="ko-KR" altLang="en-US" sz="2889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F4C6675E-CC3D-B434-BCE9-0326E79C8F89}"/>
                  </a:ext>
                </a:extLst>
              </p:cNvPr>
              <p:cNvGrpSpPr/>
              <p:nvPr/>
            </p:nvGrpSpPr>
            <p:grpSpPr>
              <a:xfrm>
                <a:off x="3682225" y="-505016"/>
                <a:ext cx="6177828" cy="4453939"/>
                <a:chOff x="3818379" y="-315326"/>
                <a:chExt cx="6177828" cy="4475488"/>
              </a:xfrm>
            </p:grpSpPr>
            <p:pic>
              <p:nvPicPr>
                <p:cNvPr id="7" name="그림 6" descr="텍스트, 스크린샷, 그래프, 도표이(가) 표시된 사진&#10;&#10;자동 생성된 설명">
                  <a:extLst>
                    <a:ext uri="{FF2B5EF4-FFF2-40B4-BE49-F238E27FC236}">
                      <a16:creationId xmlns:a16="http://schemas.microsoft.com/office/drawing/2014/main" id="{09178019-E21C-EDC5-2DE0-AB4DF63365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33943" y="-296185"/>
                  <a:ext cx="5662264" cy="4456347"/>
                </a:xfrm>
                <a:prstGeom prst="rect">
                  <a:avLst/>
                </a:prstGeom>
              </p:spPr>
            </p:pic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56FED7F-45B9-FEA4-CEC5-C773D5D02259}"/>
                    </a:ext>
                  </a:extLst>
                </p:cNvPr>
                <p:cNvSpPr txBox="1"/>
                <p:nvPr/>
              </p:nvSpPr>
              <p:spPr>
                <a:xfrm>
                  <a:off x="3818379" y="-315326"/>
                  <a:ext cx="801504" cy="53694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2889">
                      <a:ln>
                        <a:solidFill>
                          <a:schemeClr val="tx1">
                            <a:alpha val="30000"/>
                          </a:schemeClr>
                        </a:solidFill>
                      </a:ln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(B)</a:t>
                  </a:r>
                  <a:endParaRPr lang="ko-KR" altLang="en-US" sz="2889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38DD5E8E-A9AB-693A-9D2F-33BF202092CC}"/>
                  </a:ext>
                </a:extLst>
              </p:cNvPr>
              <p:cNvGrpSpPr/>
              <p:nvPr/>
            </p:nvGrpSpPr>
            <p:grpSpPr>
              <a:xfrm>
                <a:off x="9897992" y="-505014"/>
                <a:ext cx="6077452" cy="4467124"/>
                <a:chOff x="-2562414" y="8711476"/>
                <a:chExt cx="6077452" cy="4475431"/>
              </a:xfrm>
            </p:grpSpPr>
            <p:pic>
              <p:nvPicPr>
                <p:cNvPr id="5" name="그림 4" descr="텍스트, 스크린샷, 그래프, 도표이(가) 표시된 사진&#10;&#10;자동 생성된 설명">
                  <a:extLst>
                    <a:ext uri="{FF2B5EF4-FFF2-40B4-BE49-F238E27FC236}">
                      <a16:creationId xmlns:a16="http://schemas.microsoft.com/office/drawing/2014/main" id="{6DC85BC7-502B-3117-D114-3457AF3AA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2147226" y="8730560"/>
                  <a:ext cx="5662264" cy="4456347"/>
                </a:xfrm>
                <a:prstGeom prst="rect">
                  <a:avLst/>
                </a:prstGeom>
              </p:spPr>
            </p:pic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F00EAAF-ED1B-8A86-4B98-C8346976FA08}"/>
                    </a:ext>
                  </a:extLst>
                </p:cNvPr>
                <p:cNvSpPr txBox="1"/>
                <p:nvPr/>
              </p:nvSpPr>
              <p:spPr>
                <a:xfrm>
                  <a:off x="-2562414" y="8711476"/>
                  <a:ext cx="801504" cy="53694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2889">
                      <a:ln>
                        <a:solidFill>
                          <a:schemeClr val="tx1">
                            <a:alpha val="30000"/>
                          </a:schemeClr>
                        </a:solidFill>
                      </a:ln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(C)</a:t>
                  </a:r>
                  <a:endParaRPr lang="ko-KR" altLang="en-US" sz="2889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D218D55-E2F5-2BAE-FE68-0F1916A9CBE7}"/>
              </a:ext>
            </a:extLst>
          </p:cNvPr>
          <p:cNvGrpSpPr/>
          <p:nvPr/>
        </p:nvGrpSpPr>
        <p:grpSpPr>
          <a:xfrm>
            <a:off x="-2408869" y="4409882"/>
            <a:ext cx="18875580" cy="4895851"/>
            <a:chOff x="-4557485" y="5867400"/>
            <a:chExt cx="18875580" cy="4895851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F2DF5A-03A5-A681-F838-017CBA1CA57C}"/>
                </a:ext>
              </a:extLst>
            </p:cNvPr>
            <p:cNvSpPr/>
            <p:nvPr/>
          </p:nvSpPr>
          <p:spPr>
            <a:xfrm>
              <a:off x="-4557485" y="5867400"/>
              <a:ext cx="18875580" cy="48958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2" name="그림 11" descr="텍스트, 스크린샷, 그래프, 도표이(가) 표시된 사진&#10;&#10;자동 생성된 설명">
              <a:extLst>
                <a:ext uri="{FF2B5EF4-FFF2-40B4-BE49-F238E27FC236}">
                  <a16:creationId xmlns:a16="http://schemas.microsoft.com/office/drawing/2014/main" id="{BC8F99FF-5F22-D3D8-DA3B-4774AD224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352945" y="5990381"/>
              <a:ext cx="6240000" cy="4680000"/>
            </a:xfrm>
            <a:prstGeom prst="rect">
              <a:avLst/>
            </a:prstGeom>
          </p:spPr>
        </p:pic>
        <p:pic>
          <p:nvPicPr>
            <p:cNvPr id="17" name="그림 16" descr="텍스트, 스크린샷, 그래프, 도표이(가) 표시된 사진&#10;&#10;자동 생성된 설명">
              <a:extLst>
                <a:ext uri="{FF2B5EF4-FFF2-40B4-BE49-F238E27FC236}">
                  <a16:creationId xmlns:a16="http://schemas.microsoft.com/office/drawing/2014/main" id="{CC54D490-DE78-DA49-6DB1-7B4F39D53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2574" y="5978899"/>
              <a:ext cx="6240000" cy="4680000"/>
            </a:xfrm>
            <a:prstGeom prst="rect">
              <a:avLst/>
            </a:prstGeom>
          </p:spPr>
        </p:pic>
        <p:pic>
          <p:nvPicPr>
            <p:cNvPr id="19" name="그림 18" descr="텍스트, 그래프, 도표, 스크린샷이(가) 표시된 사진&#10;&#10;자동 생성된 설명">
              <a:extLst>
                <a:ext uri="{FF2B5EF4-FFF2-40B4-BE49-F238E27FC236}">
                  <a16:creationId xmlns:a16="http://schemas.microsoft.com/office/drawing/2014/main" id="{CD95DBE8-2F2C-F921-C4FF-F69FB1B83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78094" y="5978899"/>
              <a:ext cx="6240000" cy="46800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45DD8CD-F723-9BB0-D3E4-24648409EF30}"/>
                </a:ext>
              </a:extLst>
            </p:cNvPr>
            <p:cNvSpPr txBox="1"/>
            <p:nvPr/>
          </p:nvSpPr>
          <p:spPr>
            <a:xfrm>
              <a:off x="-4353193" y="5867401"/>
              <a:ext cx="801504" cy="54653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04AAAB-6732-248D-15AB-DFF2AE60375C}"/>
                </a:ext>
              </a:extLst>
            </p:cNvPr>
            <p:cNvSpPr txBox="1"/>
            <p:nvPr/>
          </p:nvSpPr>
          <p:spPr>
            <a:xfrm>
              <a:off x="1862574" y="5867401"/>
              <a:ext cx="801504" cy="53435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870AF3-2CC2-6402-46D5-BB9DE5D18034}"/>
                </a:ext>
              </a:extLst>
            </p:cNvPr>
            <p:cNvSpPr txBox="1"/>
            <p:nvPr/>
          </p:nvSpPr>
          <p:spPr>
            <a:xfrm>
              <a:off x="8078341" y="5867403"/>
              <a:ext cx="801504" cy="53594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53CD82A-BF89-C387-10E7-40A107E4B03A}"/>
              </a:ext>
            </a:extLst>
          </p:cNvPr>
          <p:cNvGrpSpPr/>
          <p:nvPr/>
        </p:nvGrpSpPr>
        <p:grpSpPr>
          <a:xfrm>
            <a:off x="-7002040" y="8728190"/>
            <a:ext cx="19697701" cy="5504397"/>
            <a:chOff x="-2514600" y="10181731"/>
            <a:chExt cx="19697701" cy="5504397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05B424C-6955-2344-45C1-AE89FCB7FDCB}"/>
                </a:ext>
              </a:extLst>
            </p:cNvPr>
            <p:cNvSpPr/>
            <p:nvPr/>
          </p:nvSpPr>
          <p:spPr>
            <a:xfrm>
              <a:off x="-2514600" y="10181731"/>
              <a:ext cx="19697701" cy="55043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8" name="그림 27" descr="텍스트, 스크린샷, 그래프, 도표이(가) 표시된 사진&#10;&#10;자동 생성된 설명">
              <a:extLst>
                <a:ext uri="{FF2B5EF4-FFF2-40B4-BE49-F238E27FC236}">
                  <a16:creationId xmlns:a16="http://schemas.microsoft.com/office/drawing/2014/main" id="{F0A7C151-20E0-60C5-4D0D-A7488981E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36271" y="10474678"/>
              <a:ext cx="6720000" cy="5040000"/>
            </a:xfrm>
            <a:prstGeom prst="rect">
              <a:avLst/>
            </a:prstGeom>
          </p:spPr>
        </p:pic>
        <p:pic>
          <p:nvPicPr>
            <p:cNvPr id="30" name="그림 29" descr="텍스트, 그래프, 도표, 라인이(가) 표시된 사진&#10;&#10;자동 생성된 설명">
              <a:extLst>
                <a:ext uri="{FF2B5EF4-FFF2-40B4-BE49-F238E27FC236}">
                  <a16:creationId xmlns:a16="http://schemas.microsoft.com/office/drawing/2014/main" id="{83888542-3778-333C-5ACF-A98D4BA7B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7789" y="10474678"/>
              <a:ext cx="6720000" cy="5040000"/>
            </a:xfrm>
            <a:prstGeom prst="rect">
              <a:avLst/>
            </a:prstGeom>
          </p:spPr>
        </p:pic>
        <p:pic>
          <p:nvPicPr>
            <p:cNvPr id="26" name="그림 25" descr="텍스트, 스크린샷, 그래프, 라인이(가) 표시된 사진&#10;&#10;자동 생성된 설명">
              <a:extLst>
                <a:ext uri="{FF2B5EF4-FFF2-40B4-BE49-F238E27FC236}">
                  <a16:creationId xmlns:a16="http://schemas.microsoft.com/office/drawing/2014/main" id="{F3A11AA7-1805-0403-7FCF-140BB7F00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34"/>
            <a:stretch/>
          </p:blipFill>
          <p:spPr>
            <a:xfrm>
              <a:off x="10627709" y="10474678"/>
              <a:ext cx="6422041" cy="504000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CBB66B9-0AA7-5024-3C53-BC97E24A81CB}"/>
                </a:ext>
              </a:extLst>
            </p:cNvPr>
            <p:cNvSpPr txBox="1"/>
            <p:nvPr/>
          </p:nvSpPr>
          <p:spPr>
            <a:xfrm>
              <a:off x="-2389297" y="10384339"/>
              <a:ext cx="801504" cy="54653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540A1EB-609A-A24C-5F10-FD2C05EAB863}"/>
                </a:ext>
              </a:extLst>
            </p:cNvPr>
            <p:cNvSpPr txBox="1"/>
            <p:nvPr/>
          </p:nvSpPr>
          <p:spPr>
            <a:xfrm>
              <a:off x="4003729" y="10384339"/>
              <a:ext cx="801504" cy="53435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84F22DE-B27C-CE42-D24E-7F3F0E3AEE4C}"/>
                </a:ext>
              </a:extLst>
            </p:cNvPr>
            <p:cNvSpPr txBox="1"/>
            <p:nvPr/>
          </p:nvSpPr>
          <p:spPr>
            <a:xfrm>
              <a:off x="10396756" y="10384339"/>
              <a:ext cx="801504" cy="53594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1171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2C7761-9D50-0734-4B7E-3C58C3ABBADE}"/>
              </a:ext>
            </a:extLst>
          </p:cNvPr>
          <p:cNvGrpSpPr/>
          <p:nvPr/>
        </p:nvGrpSpPr>
        <p:grpSpPr>
          <a:xfrm>
            <a:off x="-3162193" y="-786226"/>
            <a:ext cx="12203635" cy="13845288"/>
            <a:chOff x="-2533543" y="-386176"/>
            <a:chExt cx="12203635" cy="1384528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A100A37-0FF7-434E-D4FF-A91E952234D0}"/>
                </a:ext>
              </a:extLst>
            </p:cNvPr>
            <p:cNvSpPr/>
            <p:nvPr/>
          </p:nvSpPr>
          <p:spPr>
            <a:xfrm>
              <a:off x="-2533542" y="-386176"/>
              <a:ext cx="6243677" cy="138452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EE55C9D-51DB-ABB0-9B84-4C0EDD56346D}"/>
                </a:ext>
              </a:extLst>
            </p:cNvPr>
            <p:cNvSpPr/>
            <p:nvPr/>
          </p:nvSpPr>
          <p:spPr>
            <a:xfrm rot="5400000">
              <a:off x="-6161583" y="3401522"/>
              <a:ext cx="13644977" cy="60695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그림 3" descr="텍스트, 스크린샷, 도표, 폰트이(가) 표시된 사진&#10;&#10;자동 생성된 설명">
              <a:extLst>
                <a:ext uri="{FF2B5EF4-FFF2-40B4-BE49-F238E27FC236}">
                  <a16:creationId xmlns:a16="http://schemas.microsoft.com/office/drawing/2014/main" id="{284F2793-FA8E-7FEA-69A8-581CB4539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921127" y="-206336"/>
              <a:ext cx="5223179" cy="4140000"/>
            </a:xfrm>
            <a:prstGeom prst="rect">
              <a:avLst/>
            </a:prstGeom>
          </p:spPr>
        </p:pic>
        <p:pic>
          <p:nvPicPr>
            <p:cNvPr id="10" name="그림 9" descr="텍스트, 스크린샷, 도표, 폰트이(가) 표시된 사진&#10;&#10;자동 생성된 설명">
              <a:extLst>
                <a:ext uri="{FF2B5EF4-FFF2-40B4-BE49-F238E27FC236}">
                  <a16:creationId xmlns:a16="http://schemas.microsoft.com/office/drawing/2014/main" id="{7F32DD5B-0AFD-0EC1-23FF-B834C2FA6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921127" y="8644862"/>
              <a:ext cx="5223179" cy="4140000"/>
            </a:xfrm>
            <a:prstGeom prst="rect">
              <a:avLst/>
            </a:prstGeom>
          </p:spPr>
        </p:pic>
        <p:pic>
          <p:nvPicPr>
            <p:cNvPr id="12" name="그림 11" descr="텍스트, 스크린샷, 도표, 폰트이(가) 표시된 사진&#10;&#10;자동 생성된 설명">
              <a:extLst>
                <a:ext uri="{FF2B5EF4-FFF2-40B4-BE49-F238E27FC236}">
                  <a16:creationId xmlns:a16="http://schemas.microsoft.com/office/drawing/2014/main" id="{C4F88225-A13E-F809-1EE1-21AFA2C08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921127" y="4315510"/>
              <a:ext cx="5223180" cy="4140000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013BEF0-F659-60B0-84A8-98672853346B}"/>
                </a:ext>
              </a:extLst>
            </p:cNvPr>
            <p:cNvSpPr/>
            <p:nvPr/>
          </p:nvSpPr>
          <p:spPr>
            <a:xfrm>
              <a:off x="3426414" y="-386176"/>
              <a:ext cx="6243678" cy="138452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6E55E5E-3B92-F145-C363-9AA2BCD0BF67}"/>
                </a:ext>
              </a:extLst>
            </p:cNvPr>
            <p:cNvSpPr/>
            <p:nvPr/>
          </p:nvSpPr>
          <p:spPr>
            <a:xfrm rot="5400000">
              <a:off x="-201626" y="3401522"/>
              <a:ext cx="13644977" cy="60695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6" name="그림 35" descr="텍스트, 스크린샷, 그래프, 도표이(가) 표시된 사진&#10;&#10;자동 생성된 설명">
              <a:extLst>
                <a:ext uri="{FF2B5EF4-FFF2-40B4-BE49-F238E27FC236}">
                  <a16:creationId xmlns:a16="http://schemas.microsoft.com/office/drawing/2014/main" id="{43B5BA0C-EE90-A619-79CF-368448E0E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2760" y="4426865"/>
              <a:ext cx="5489020" cy="4320000"/>
            </a:xfrm>
            <a:prstGeom prst="rect">
              <a:avLst/>
            </a:prstGeom>
          </p:spPr>
        </p:pic>
        <p:pic>
          <p:nvPicPr>
            <p:cNvPr id="38" name="그림 37" descr="텍스트, 스크린샷, 그래프, 폰트이(가) 표시된 사진&#10;&#10;자동 생성된 설명">
              <a:extLst>
                <a:ext uri="{FF2B5EF4-FFF2-40B4-BE49-F238E27FC236}">
                  <a16:creationId xmlns:a16="http://schemas.microsoft.com/office/drawing/2014/main" id="{601A221A-1248-FF51-78D5-2133C0DF2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2760" y="-206336"/>
              <a:ext cx="5489020" cy="4320000"/>
            </a:xfrm>
            <a:prstGeom prst="rect">
              <a:avLst/>
            </a:prstGeom>
          </p:spPr>
        </p:pic>
        <p:pic>
          <p:nvPicPr>
            <p:cNvPr id="40" name="그림 39" descr="텍스트, 스크린샷, 그래프, 폰트이(가) 표시된 사진&#10;&#10;자동 생성된 설명">
              <a:extLst>
                <a:ext uri="{FF2B5EF4-FFF2-40B4-BE49-F238E27FC236}">
                  <a16:creationId xmlns:a16="http://schemas.microsoft.com/office/drawing/2014/main" id="{F81178E4-EA7E-184F-F52E-E2AF9F574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2760" y="8938803"/>
              <a:ext cx="5489020" cy="432000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911F2DF-563A-00DE-7738-8CCD813B300F}"/>
                </a:ext>
              </a:extLst>
            </p:cNvPr>
            <p:cNvSpPr txBox="1"/>
            <p:nvPr/>
          </p:nvSpPr>
          <p:spPr>
            <a:xfrm>
              <a:off x="-2533542" y="-386175"/>
              <a:ext cx="801504" cy="536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56FED7F-45B9-FEA4-CEC5-C773D5D02259}"/>
                </a:ext>
              </a:extLst>
            </p:cNvPr>
            <p:cNvSpPr txBox="1"/>
            <p:nvPr/>
          </p:nvSpPr>
          <p:spPr>
            <a:xfrm>
              <a:off x="-2533543" y="4149636"/>
              <a:ext cx="801504" cy="536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00EAAF-ED1B-8A86-4B98-C8346976FA08}"/>
                </a:ext>
              </a:extLst>
            </p:cNvPr>
            <p:cNvSpPr txBox="1"/>
            <p:nvPr/>
          </p:nvSpPr>
          <p:spPr>
            <a:xfrm>
              <a:off x="-2533542" y="8481203"/>
              <a:ext cx="801504" cy="536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(E)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CA4DA3F-3B93-01C5-2152-CF1DC6EFC498}"/>
                </a:ext>
              </a:extLst>
            </p:cNvPr>
            <p:cNvSpPr txBox="1"/>
            <p:nvPr/>
          </p:nvSpPr>
          <p:spPr>
            <a:xfrm>
              <a:off x="3540714" y="-386175"/>
              <a:ext cx="801504" cy="536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FDDCF9F-364C-EDB6-D487-04C47F1E0A33}"/>
                </a:ext>
              </a:extLst>
            </p:cNvPr>
            <p:cNvSpPr txBox="1"/>
            <p:nvPr/>
          </p:nvSpPr>
          <p:spPr>
            <a:xfrm>
              <a:off x="3540714" y="4149636"/>
              <a:ext cx="801504" cy="536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(D)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81FC5D2-AF18-7F4E-D856-8B7D1CBD92A5}"/>
                </a:ext>
              </a:extLst>
            </p:cNvPr>
            <p:cNvSpPr txBox="1"/>
            <p:nvPr/>
          </p:nvSpPr>
          <p:spPr>
            <a:xfrm>
              <a:off x="3540714" y="8481203"/>
              <a:ext cx="801504" cy="536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(F)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0193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817F411C-A865-A50D-11C9-DF5C3F2793FB}"/>
              </a:ext>
            </a:extLst>
          </p:cNvPr>
          <p:cNvGrpSpPr/>
          <p:nvPr/>
        </p:nvGrpSpPr>
        <p:grpSpPr>
          <a:xfrm>
            <a:off x="-3105043" y="-786226"/>
            <a:ext cx="12203635" cy="13845288"/>
            <a:chOff x="-3105043" y="-786226"/>
            <a:chExt cx="12203635" cy="13845288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013BEF0-F659-60B0-84A8-98672853346B}"/>
                </a:ext>
              </a:extLst>
            </p:cNvPr>
            <p:cNvSpPr/>
            <p:nvPr/>
          </p:nvSpPr>
          <p:spPr>
            <a:xfrm>
              <a:off x="2854914" y="-786226"/>
              <a:ext cx="6243678" cy="138452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6E55E5E-3B92-F145-C363-9AA2BCD0BF67}"/>
                </a:ext>
              </a:extLst>
            </p:cNvPr>
            <p:cNvSpPr/>
            <p:nvPr/>
          </p:nvSpPr>
          <p:spPr>
            <a:xfrm rot="5400000">
              <a:off x="-773126" y="3001472"/>
              <a:ext cx="13644977" cy="60695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" name="그림 2" descr="텍스트, 그래프, 스크린샷, 폰트이(가) 표시된 사진&#10;&#10;자동 생성된 설명">
              <a:extLst>
                <a:ext uri="{FF2B5EF4-FFF2-40B4-BE49-F238E27FC236}">
                  <a16:creationId xmlns:a16="http://schemas.microsoft.com/office/drawing/2014/main" id="{7BE772E7-4056-2803-B0D9-95CEDB7CD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0" y="3867219"/>
              <a:ext cx="5489020" cy="4320000"/>
            </a:xfrm>
            <a:prstGeom prst="rect">
              <a:avLst/>
            </a:prstGeom>
          </p:spPr>
        </p:pic>
        <p:pic>
          <p:nvPicPr>
            <p:cNvPr id="6" name="그림 5" descr="텍스트, 스크린샷, 그래프, 폰트이(가) 표시된 사진&#10;&#10;자동 생성된 설명">
              <a:extLst>
                <a:ext uri="{FF2B5EF4-FFF2-40B4-BE49-F238E27FC236}">
                  <a16:creationId xmlns:a16="http://schemas.microsoft.com/office/drawing/2014/main" id="{93AB0D37-110A-A790-6F54-FC13E4F77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0" y="-588320"/>
              <a:ext cx="5489020" cy="4320000"/>
            </a:xfrm>
            <a:prstGeom prst="rect">
              <a:avLst/>
            </a:prstGeom>
          </p:spPr>
        </p:pic>
        <p:pic>
          <p:nvPicPr>
            <p:cNvPr id="11" name="그림 10" descr="텍스트, 그래프, 스크린샷, 도표이(가) 표시된 사진&#10;&#10;자동 생성된 설명">
              <a:extLst>
                <a:ext uri="{FF2B5EF4-FFF2-40B4-BE49-F238E27FC236}">
                  <a16:creationId xmlns:a16="http://schemas.microsoft.com/office/drawing/2014/main" id="{836DD231-5DA9-58F6-4FC0-007F846A4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9000" y="8322759"/>
              <a:ext cx="5489020" cy="4320000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A100A37-0FF7-434E-D4FF-A91E952234D0}"/>
                </a:ext>
              </a:extLst>
            </p:cNvPr>
            <p:cNvSpPr/>
            <p:nvPr/>
          </p:nvSpPr>
          <p:spPr>
            <a:xfrm>
              <a:off x="-3105042" y="-786226"/>
              <a:ext cx="6243677" cy="138452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EE55C9D-51DB-ABB0-9B84-4C0EDD56346D}"/>
                </a:ext>
              </a:extLst>
            </p:cNvPr>
            <p:cNvSpPr/>
            <p:nvPr/>
          </p:nvSpPr>
          <p:spPr>
            <a:xfrm rot="5400000">
              <a:off x="-6733083" y="3001472"/>
              <a:ext cx="13644977" cy="60695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CA4DA3F-3B93-01C5-2152-CF1DC6EFC498}"/>
                </a:ext>
              </a:extLst>
            </p:cNvPr>
            <p:cNvSpPr txBox="1"/>
            <p:nvPr/>
          </p:nvSpPr>
          <p:spPr>
            <a:xfrm>
              <a:off x="2969214" y="-786225"/>
              <a:ext cx="801504" cy="536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FDDCF9F-364C-EDB6-D487-04C47F1E0A33}"/>
                </a:ext>
              </a:extLst>
            </p:cNvPr>
            <p:cNvSpPr txBox="1"/>
            <p:nvPr/>
          </p:nvSpPr>
          <p:spPr>
            <a:xfrm>
              <a:off x="2969214" y="3749586"/>
              <a:ext cx="801504" cy="536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(D)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81FC5D2-AF18-7F4E-D856-8B7D1CBD92A5}"/>
                </a:ext>
              </a:extLst>
            </p:cNvPr>
            <p:cNvSpPr txBox="1"/>
            <p:nvPr/>
          </p:nvSpPr>
          <p:spPr>
            <a:xfrm>
              <a:off x="2969214" y="8081153"/>
              <a:ext cx="801504" cy="536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(F)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2" name="그림 21" descr="텍스트, 스크린샷, 도표, 번호이(가) 표시된 사진&#10;&#10;자동 생성된 설명">
              <a:extLst>
                <a:ext uri="{FF2B5EF4-FFF2-40B4-BE49-F238E27FC236}">
                  <a16:creationId xmlns:a16="http://schemas.microsoft.com/office/drawing/2014/main" id="{B8AF86BA-6D78-868E-BAF6-51475B530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85998" y="-588320"/>
              <a:ext cx="5223178" cy="4140000"/>
            </a:xfrm>
            <a:prstGeom prst="rect">
              <a:avLst/>
            </a:prstGeom>
          </p:spPr>
        </p:pic>
        <p:pic>
          <p:nvPicPr>
            <p:cNvPr id="24" name="그림 23" descr="텍스트, 스크린샷, 도표, 폰트이(가) 표시된 사진&#10;&#10;자동 생성된 설명">
              <a:extLst>
                <a:ext uri="{FF2B5EF4-FFF2-40B4-BE49-F238E27FC236}">
                  <a16:creationId xmlns:a16="http://schemas.microsoft.com/office/drawing/2014/main" id="{9D1EB9EF-4317-FCBE-2C98-16D0CE1A4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85998" y="8349624"/>
              <a:ext cx="5223178" cy="4140000"/>
            </a:xfrm>
            <a:prstGeom prst="rect">
              <a:avLst/>
            </a:prstGeom>
          </p:spPr>
        </p:pic>
        <p:pic>
          <p:nvPicPr>
            <p:cNvPr id="26" name="그림 25" descr="텍스트, 스크린샷, 도표, 번호이(가) 표시된 사진&#10;&#10;자동 생성된 설명">
              <a:extLst>
                <a:ext uri="{FF2B5EF4-FFF2-40B4-BE49-F238E27FC236}">
                  <a16:creationId xmlns:a16="http://schemas.microsoft.com/office/drawing/2014/main" id="{47EFB510-CB9E-0C67-3A34-2B79EEF8F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85998" y="3880652"/>
              <a:ext cx="5223178" cy="414000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911F2DF-563A-00DE-7738-8CCD813B300F}"/>
                </a:ext>
              </a:extLst>
            </p:cNvPr>
            <p:cNvSpPr txBox="1"/>
            <p:nvPr/>
          </p:nvSpPr>
          <p:spPr>
            <a:xfrm>
              <a:off x="-3105042" y="-786225"/>
              <a:ext cx="801504" cy="536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56FED7F-45B9-FEA4-CEC5-C773D5D02259}"/>
                </a:ext>
              </a:extLst>
            </p:cNvPr>
            <p:cNvSpPr txBox="1"/>
            <p:nvPr/>
          </p:nvSpPr>
          <p:spPr>
            <a:xfrm>
              <a:off x="-3105043" y="3749586"/>
              <a:ext cx="801504" cy="536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00EAAF-ED1B-8A86-4B98-C8346976FA08}"/>
                </a:ext>
              </a:extLst>
            </p:cNvPr>
            <p:cNvSpPr txBox="1"/>
            <p:nvPr/>
          </p:nvSpPr>
          <p:spPr>
            <a:xfrm>
              <a:off x="-3105042" y="8081153"/>
              <a:ext cx="801504" cy="5369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89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(E)</a:t>
              </a:r>
              <a:endParaRPr lang="ko-KR" altLang="en-US" sz="2889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4571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51EB50C3-23FC-9865-2877-77944CBFC199}"/>
              </a:ext>
            </a:extLst>
          </p:cNvPr>
          <p:cNvGrpSpPr/>
          <p:nvPr/>
        </p:nvGrpSpPr>
        <p:grpSpPr>
          <a:xfrm>
            <a:off x="-6038850" y="-349430"/>
            <a:ext cx="19735800" cy="10610850"/>
            <a:chOff x="-6038850" y="-349430"/>
            <a:chExt cx="19735800" cy="1061085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A100A37-0FF7-434E-D4FF-A91E952234D0}"/>
                </a:ext>
              </a:extLst>
            </p:cNvPr>
            <p:cNvSpPr/>
            <p:nvPr/>
          </p:nvSpPr>
          <p:spPr>
            <a:xfrm>
              <a:off x="-6038850" y="-349430"/>
              <a:ext cx="19735800" cy="10610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" name="그림 15" descr="텍스트, 스크린샷, 그래프, 도표이(가) 표시된 사진&#10;&#10;자동 생성된 설명">
              <a:extLst>
                <a:ext uri="{FF2B5EF4-FFF2-40B4-BE49-F238E27FC236}">
                  <a16:creationId xmlns:a16="http://schemas.microsoft.com/office/drawing/2014/main" id="{0E72689E-8C63-FCB3-96D9-F22F39948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845"/>
            <a:stretch/>
          </p:blipFill>
          <p:spPr>
            <a:xfrm>
              <a:off x="-5591248" y="-117849"/>
              <a:ext cx="6415449" cy="5004000"/>
            </a:xfrm>
            <a:prstGeom prst="rect">
              <a:avLst/>
            </a:prstGeom>
          </p:spPr>
        </p:pic>
        <p:pic>
          <p:nvPicPr>
            <p:cNvPr id="4" name="그림 3" descr="텍스트, 스크린샷, 도표, 폰트이(가) 표시된 사진&#10;&#10;자동 생성된 설명">
              <a:extLst>
                <a:ext uri="{FF2B5EF4-FFF2-40B4-BE49-F238E27FC236}">
                  <a16:creationId xmlns:a16="http://schemas.microsoft.com/office/drawing/2014/main" id="{284F2793-FA8E-7FEA-69A8-581CB4539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529059" y="5181450"/>
              <a:ext cx="6176978" cy="4896000"/>
            </a:xfrm>
            <a:prstGeom prst="rect">
              <a:avLst/>
            </a:prstGeom>
          </p:spPr>
        </p:pic>
        <p:pic>
          <p:nvPicPr>
            <p:cNvPr id="10" name="그림 9" descr="텍스트, 스크린샷, 도표, 폰트이(가) 표시된 사진&#10;&#10;자동 생성된 설명">
              <a:extLst>
                <a:ext uri="{FF2B5EF4-FFF2-40B4-BE49-F238E27FC236}">
                  <a16:creationId xmlns:a16="http://schemas.microsoft.com/office/drawing/2014/main" id="{7F32DD5B-0AFD-0EC1-23FF-B834C2FA6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0794" y="5181450"/>
              <a:ext cx="6176977" cy="4896000"/>
            </a:xfrm>
            <a:prstGeom prst="rect">
              <a:avLst/>
            </a:prstGeom>
          </p:spPr>
        </p:pic>
        <p:pic>
          <p:nvPicPr>
            <p:cNvPr id="12" name="그림 11" descr="텍스트, 스크린샷, 도표, 폰트이(가) 표시된 사진&#10;&#10;자동 생성된 설명">
              <a:extLst>
                <a:ext uri="{FF2B5EF4-FFF2-40B4-BE49-F238E27FC236}">
                  <a16:creationId xmlns:a16="http://schemas.microsoft.com/office/drawing/2014/main" id="{C4F88225-A13E-F809-1EE1-21AFA2C08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566" y="5181450"/>
              <a:ext cx="6176978" cy="4896000"/>
            </a:xfrm>
            <a:prstGeom prst="rect">
              <a:avLst/>
            </a:prstGeom>
          </p:spPr>
        </p:pic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8CF2E82D-05F2-F7D2-098C-4FAABFE5760D}"/>
                </a:ext>
              </a:extLst>
            </p:cNvPr>
            <p:cNvGrpSpPr/>
            <p:nvPr/>
          </p:nvGrpSpPr>
          <p:grpSpPr>
            <a:xfrm>
              <a:off x="-5897412" y="4819302"/>
              <a:ext cx="13651992" cy="584775"/>
              <a:chOff x="-5792286" y="-1872891"/>
              <a:chExt cx="13651992" cy="584775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92AAE1F-9E02-52F7-86F5-F79E709FBB1C}"/>
                  </a:ext>
                </a:extLst>
              </p:cNvPr>
              <p:cNvSpPr txBox="1"/>
              <p:nvPr/>
            </p:nvSpPr>
            <p:spPr>
              <a:xfrm>
                <a:off x="7058202" y="-1872891"/>
                <a:ext cx="801504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(F)</a:t>
                </a:r>
                <a:endParaRPr lang="ko-KR" altLang="en-US" sz="320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9C5D8D0-07D9-7D7C-9902-2AAFA54AF928}"/>
                  </a:ext>
                </a:extLst>
              </p:cNvPr>
              <p:cNvSpPr txBox="1"/>
              <p:nvPr/>
            </p:nvSpPr>
            <p:spPr>
              <a:xfrm>
                <a:off x="699282" y="-1872891"/>
                <a:ext cx="801504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(E)</a:t>
                </a:r>
                <a:endParaRPr lang="ko-KR" altLang="en-US" sz="320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A967B5B-3C9A-FF01-79D7-8D375461FC60}"/>
                  </a:ext>
                </a:extLst>
              </p:cNvPr>
              <p:cNvSpPr txBox="1"/>
              <p:nvPr/>
            </p:nvSpPr>
            <p:spPr>
              <a:xfrm>
                <a:off x="-5792286" y="-1872891"/>
                <a:ext cx="801504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(D)</a:t>
                </a:r>
                <a:endParaRPr lang="ko-KR" altLang="en-US" sz="320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8" name="그림 7" descr="텍스트, 스크린샷, 그래프, 폰트이(가) 표시된 사진&#10;&#10;자동 생성된 설명">
              <a:extLst>
                <a:ext uri="{FF2B5EF4-FFF2-40B4-BE49-F238E27FC236}">
                  <a16:creationId xmlns:a16="http://schemas.microsoft.com/office/drawing/2014/main" id="{124E4297-9345-E4D5-FEFA-210CE905C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49"/>
            <a:stretch/>
          </p:blipFill>
          <p:spPr>
            <a:xfrm>
              <a:off x="7260793" y="-117849"/>
              <a:ext cx="6401890" cy="5004000"/>
            </a:xfrm>
            <a:prstGeom prst="rect">
              <a:avLst/>
            </a:prstGeom>
          </p:spPr>
        </p:pic>
        <p:pic>
          <p:nvPicPr>
            <p:cNvPr id="11" name="그림 10" descr="텍스트, 스크린샷, 그래프, 도표이(가) 표시된 사진&#10;&#10;자동 생성된 설명">
              <a:extLst>
                <a:ext uri="{FF2B5EF4-FFF2-40B4-BE49-F238E27FC236}">
                  <a16:creationId xmlns:a16="http://schemas.microsoft.com/office/drawing/2014/main" id="{DEA4C678-47BF-7487-2E68-77B2E8783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846"/>
            <a:stretch/>
          </p:blipFill>
          <p:spPr>
            <a:xfrm>
              <a:off x="871329" y="-117849"/>
              <a:ext cx="6415449" cy="5004000"/>
            </a:xfrm>
            <a:prstGeom prst="rect">
              <a:avLst/>
            </a:prstGeom>
          </p:spPr>
        </p:pic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694792A0-3D6B-9A1A-E6B6-B9B98D1145EF}"/>
                </a:ext>
              </a:extLst>
            </p:cNvPr>
            <p:cNvGrpSpPr/>
            <p:nvPr/>
          </p:nvGrpSpPr>
          <p:grpSpPr>
            <a:xfrm>
              <a:off x="-5963736" y="-292388"/>
              <a:ext cx="13651992" cy="584775"/>
              <a:chOff x="-5792286" y="-1872891"/>
              <a:chExt cx="13651992" cy="584775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56FED7F-45B9-FEA4-CEC5-C773D5D02259}"/>
                  </a:ext>
                </a:extLst>
              </p:cNvPr>
              <p:cNvSpPr txBox="1"/>
              <p:nvPr/>
            </p:nvSpPr>
            <p:spPr>
              <a:xfrm>
                <a:off x="7058202" y="-1872891"/>
                <a:ext cx="801504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</a:t>
                </a:r>
                <a:endParaRPr lang="ko-KR" altLang="en-US" sz="320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551151-BF8C-2827-21E4-75EC65F3137E}"/>
                  </a:ext>
                </a:extLst>
              </p:cNvPr>
              <p:cNvSpPr txBox="1"/>
              <p:nvPr/>
            </p:nvSpPr>
            <p:spPr>
              <a:xfrm>
                <a:off x="699282" y="-1872891"/>
                <a:ext cx="801504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</a:t>
                </a:r>
                <a:endParaRPr lang="ko-KR" altLang="en-US" sz="320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54AE6D-8111-4989-F327-62C57085ADFA}"/>
                  </a:ext>
                </a:extLst>
              </p:cNvPr>
              <p:cNvSpPr txBox="1"/>
              <p:nvPr/>
            </p:nvSpPr>
            <p:spPr>
              <a:xfrm>
                <a:off x="-5792286" y="-1872891"/>
                <a:ext cx="801504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</a:t>
                </a:r>
                <a:endParaRPr lang="ko-KR" altLang="en-US" sz="320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28422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95D0E748-9773-AF68-9FE6-A0A0A1F4D49A}"/>
              </a:ext>
            </a:extLst>
          </p:cNvPr>
          <p:cNvGrpSpPr/>
          <p:nvPr/>
        </p:nvGrpSpPr>
        <p:grpSpPr>
          <a:xfrm>
            <a:off x="-7080600" y="1986850"/>
            <a:ext cx="19800000" cy="10584000"/>
            <a:chOff x="-6471000" y="4349050"/>
            <a:chExt cx="19800000" cy="10584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086D409-C236-A648-5C80-FDF2CEAC029C}"/>
                </a:ext>
              </a:extLst>
            </p:cNvPr>
            <p:cNvSpPr/>
            <p:nvPr/>
          </p:nvSpPr>
          <p:spPr>
            <a:xfrm>
              <a:off x="-6471000" y="4349050"/>
              <a:ext cx="19800000" cy="1058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9" name="그림 38" descr="텍스트, 스크린샷, 도표, 번호이(가) 표시된 사진&#10;&#10;자동 생성된 설명">
              <a:extLst>
                <a:ext uri="{FF2B5EF4-FFF2-40B4-BE49-F238E27FC236}">
                  <a16:creationId xmlns:a16="http://schemas.microsoft.com/office/drawing/2014/main" id="{22D9A874-36CC-3472-55C2-C3591BF84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111623" y="9820250"/>
              <a:ext cx="6176976" cy="4896000"/>
            </a:xfrm>
            <a:prstGeom prst="rect">
              <a:avLst/>
            </a:prstGeom>
          </p:spPr>
        </p:pic>
        <p:pic>
          <p:nvPicPr>
            <p:cNvPr id="40" name="그림 39" descr="텍스트, 스크린샷, 도표, 폰트이(가) 표시된 사진&#10;&#10;자동 생성된 설명">
              <a:extLst>
                <a:ext uri="{FF2B5EF4-FFF2-40B4-BE49-F238E27FC236}">
                  <a16:creationId xmlns:a16="http://schemas.microsoft.com/office/drawing/2014/main" id="{6209ECC6-46C7-0989-26BB-7596F3423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53917" y="9820250"/>
              <a:ext cx="6176976" cy="4896000"/>
            </a:xfrm>
            <a:prstGeom prst="rect">
              <a:avLst/>
            </a:prstGeom>
          </p:spPr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3F86144E-A9FC-9050-6E29-AE915F80B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275"/>
            <a:stretch/>
          </p:blipFill>
          <p:spPr>
            <a:xfrm>
              <a:off x="224431" y="9676250"/>
              <a:ext cx="6409137" cy="5184000"/>
            </a:xfrm>
            <a:prstGeom prst="rect">
              <a:avLst/>
            </a:prstGeom>
          </p:spPr>
        </p:pic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D9B7C945-26B2-AF92-FC47-66E670C9300A}"/>
                </a:ext>
              </a:extLst>
            </p:cNvPr>
            <p:cNvGrpSpPr/>
            <p:nvPr/>
          </p:nvGrpSpPr>
          <p:grpSpPr>
            <a:xfrm>
              <a:off x="-6394800" y="9500772"/>
              <a:ext cx="13651992" cy="584775"/>
              <a:chOff x="-5792286" y="-1910991"/>
              <a:chExt cx="13651992" cy="584775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C6F857E-42D3-540F-95EF-0B05C1DC2A56}"/>
                  </a:ext>
                </a:extLst>
              </p:cNvPr>
              <p:cNvSpPr txBox="1"/>
              <p:nvPr/>
            </p:nvSpPr>
            <p:spPr>
              <a:xfrm>
                <a:off x="7058202" y="-1910991"/>
                <a:ext cx="801504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(F)</a:t>
                </a:r>
                <a:endParaRPr lang="ko-KR" altLang="en-US" sz="320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52BA5F9-5957-1BEE-ED76-3C631E755AF0}"/>
                  </a:ext>
                </a:extLst>
              </p:cNvPr>
              <p:cNvSpPr txBox="1"/>
              <p:nvPr/>
            </p:nvSpPr>
            <p:spPr>
              <a:xfrm>
                <a:off x="604032" y="-1910991"/>
                <a:ext cx="801504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(E)</a:t>
                </a:r>
                <a:endParaRPr lang="ko-KR" altLang="en-US" sz="320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66FCC7D-B6E8-0A02-72FE-890AC7F1A5A7}"/>
                  </a:ext>
                </a:extLst>
              </p:cNvPr>
              <p:cNvSpPr txBox="1"/>
              <p:nvPr/>
            </p:nvSpPr>
            <p:spPr>
              <a:xfrm>
                <a:off x="-5792286" y="-1910991"/>
                <a:ext cx="801504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(D)</a:t>
                </a:r>
                <a:endParaRPr lang="ko-KR" altLang="en-US" sz="320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2" name="그림 11" descr="텍스트, 그래프, 스크린샷, 도표이(가) 표시된 사진&#10;&#10;자동 생성된 설명">
              <a:extLst>
                <a:ext uri="{FF2B5EF4-FFF2-40B4-BE49-F238E27FC236}">
                  <a16:creationId xmlns:a16="http://schemas.microsoft.com/office/drawing/2014/main" id="{C80838DA-C91B-4933-8D1D-BA61CFAF2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243"/>
            <a:stretch/>
          </p:blipFill>
          <p:spPr>
            <a:xfrm>
              <a:off x="6886020" y="4616163"/>
              <a:ext cx="6409137" cy="4968000"/>
            </a:xfrm>
            <a:prstGeom prst="rect">
              <a:avLst/>
            </a:prstGeom>
          </p:spPr>
        </p:pic>
        <p:pic>
          <p:nvPicPr>
            <p:cNvPr id="14" name="그림 13" descr="텍스트, 그래프, 스크린샷, 폰트이(가) 표시된 사진&#10;&#10;자동 생성된 설명">
              <a:extLst>
                <a:ext uri="{FF2B5EF4-FFF2-40B4-BE49-F238E27FC236}">
                  <a16:creationId xmlns:a16="http://schemas.microsoft.com/office/drawing/2014/main" id="{1D047646-08BD-BEFD-C3C3-31B6F61B1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2467" y="4616163"/>
              <a:ext cx="6624000" cy="4968000"/>
            </a:xfrm>
            <a:prstGeom prst="rect">
              <a:avLst/>
            </a:prstGeom>
          </p:spPr>
        </p:pic>
        <p:pic>
          <p:nvPicPr>
            <p:cNvPr id="10" name="그림 9" descr="텍스트, 스크린샷, 그래프, 폰트이(가) 표시된 사진&#10;&#10;자동 생성된 설명">
              <a:extLst>
                <a:ext uri="{FF2B5EF4-FFF2-40B4-BE49-F238E27FC236}">
                  <a16:creationId xmlns:a16="http://schemas.microsoft.com/office/drawing/2014/main" id="{DE0DF4CD-F253-298C-88D3-692FF88B4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8"/>
            <a:stretch/>
          </p:blipFill>
          <p:spPr>
            <a:xfrm>
              <a:off x="-6111624" y="4616163"/>
              <a:ext cx="6354538" cy="4968000"/>
            </a:xfrm>
            <a:prstGeom prst="rect">
              <a:avLst/>
            </a:pr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49981902-0D96-76AD-5359-1A88A818943C}"/>
                </a:ext>
              </a:extLst>
            </p:cNvPr>
            <p:cNvGrpSpPr/>
            <p:nvPr/>
          </p:nvGrpSpPr>
          <p:grpSpPr>
            <a:xfrm>
              <a:off x="-6394800" y="4463424"/>
              <a:ext cx="13651992" cy="584775"/>
              <a:chOff x="-5792286" y="-1872891"/>
              <a:chExt cx="13651992" cy="584775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972005D-2067-5EAA-05C6-CDFF5B0AB0C1}"/>
                  </a:ext>
                </a:extLst>
              </p:cNvPr>
              <p:cNvSpPr txBox="1"/>
              <p:nvPr/>
            </p:nvSpPr>
            <p:spPr>
              <a:xfrm>
                <a:off x="7058202" y="-1872891"/>
                <a:ext cx="801504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</a:t>
                </a:r>
                <a:endParaRPr lang="ko-KR" altLang="en-US" sz="320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9AAF5FE-E0CF-EC7F-3D6E-8FF9CC84535C}"/>
                  </a:ext>
                </a:extLst>
              </p:cNvPr>
              <p:cNvSpPr txBox="1"/>
              <p:nvPr/>
            </p:nvSpPr>
            <p:spPr>
              <a:xfrm>
                <a:off x="623082" y="-1872891"/>
                <a:ext cx="801504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</a:t>
                </a:r>
                <a:endParaRPr lang="ko-KR" altLang="en-US" sz="320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E4FEF74-0689-96FD-B7CA-3D3A69B7FFD3}"/>
                  </a:ext>
                </a:extLst>
              </p:cNvPr>
              <p:cNvSpPr txBox="1"/>
              <p:nvPr/>
            </p:nvSpPr>
            <p:spPr>
              <a:xfrm>
                <a:off x="-5792286" y="-1872891"/>
                <a:ext cx="801504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</a:t>
                </a:r>
                <a:endParaRPr lang="ko-KR" altLang="en-US" sz="320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1168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5413</TotalTime>
  <Words>415</Words>
  <Application>Microsoft Office PowerPoint</Application>
  <PresentationFormat>A4 용지(210x297mm)</PresentationFormat>
  <Paragraphs>184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양가영</dc:creator>
  <cp:lastModifiedBy>양가영</cp:lastModifiedBy>
  <cp:revision>68</cp:revision>
  <dcterms:created xsi:type="dcterms:W3CDTF">2024-06-10T11:26:36Z</dcterms:created>
  <dcterms:modified xsi:type="dcterms:W3CDTF">2024-11-30T12:20:43Z</dcterms:modified>
</cp:coreProperties>
</file>